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5"/>
  </p:notesMasterIdLst>
  <p:sldIdLst>
    <p:sldId id="256" r:id="rId2"/>
    <p:sldId id="272" r:id="rId3"/>
    <p:sldId id="257" r:id="rId4"/>
    <p:sldId id="261" r:id="rId5"/>
    <p:sldId id="290" r:id="rId6"/>
    <p:sldId id="291" r:id="rId7"/>
    <p:sldId id="292" r:id="rId8"/>
    <p:sldId id="293" r:id="rId9"/>
    <p:sldId id="294" r:id="rId10"/>
    <p:sldId id="295" r:id="rId11"/>
    <p:sldId id="296" r:id="rId12"/>
    <p:sldId id="297" r:id="rId13"/>
    <p:sldId id="298" r:id="rId14"/>
  </p:sldIdLst>
  <p:sldSz cx="9144000" cy="5143500" type="screen16x9"/>
  <p:notesSz cx="6858000" cy="9144000"/>
  <p:embeddedFontLst>
    <p:embeddedFont>
      <p:font typeface="Fira Sans Extra Condensed" panose="020B0503050000020004" pitchFamily="34" charset="0"/>
      <p:regular r:id="rId16"/>
      <p:bold r:id="rId17"/>
      <p:italic r:id="rId18"/>
      <p:boldItalic r:id="rId19"/>
    </p:embeddedFont>
    <p:embeddedFont>
      <p:font typeface="Fira Sans Extra Condensed SemiBold" panose="020B0604020202020204" charset="0"/>
      <p:regular r:id="rId20"/>
      <p:bold r:id="rId21"/>
      <p:italic r:id="rId22"/>
      <p:boldItalic r:id="rId23"/>
    </p:embeddedFont>
    <p:embeddedFont>
      <p:font typeface="Roboto" panose="020000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9ED9E67-A60D-4C7A-827E-5FF0803AAF46}">
  <a:tblStyle styleId="{09ED9E67-A60D-4C7A-827E-5FF0803AAF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p:scale>
          <a:sx n="100" d="100"/>
          <a:sy n="100" d="100"/>
        </p:scale>
        <p:origin x="907"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fbdd8e67b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gfbdd8e67be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g103611b93a7_0_9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7" name="Google Shape;1327;g103611b93a7_0_9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046ea8cfa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046ea8cfa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fbdd8e67be_1_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fbdd8e67be_1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57200" y="1477988"/>
            <a:ext cx="4484100" cy="14115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000" b="1">
                <a:latin typeface="Fira Sans Extra Condensed"/>
                <a:ea typeface="Fira Sans Extra Condensed"/>
                <a:cs typeface="Fira Sans Extra Condensed"/>
                <a:sym typeface="Fira Sans Extra Condense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457200" y="3259013"/>
            <a:ext cx="3771300" cy="4065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800"/>
              <a:buNone/>
              <a:defRPr sz="1800">
                <a:solidFill>
                  <a:schemeClr val="dk1"/>
                </a:solidFill>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2209800" y="2150850"/>
            <a:ext cx="47244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720000" y="540000"/>
            <a:ext cx="7704000" cy="5595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5" name="Google Shape;15;p4"/>
          <p:cNvSpPr txBox="1">
            <a:spLocks noGrp="1"/>
          </p:cNvSpPr>
          <p:nvPr>
            <p:ph type="body" idx="1"/>
          </p:nvPr>
        </p:nvSpPr>
        <p:spPr>
          <a:xfrm>
            <a:off x="720000" y="1231157"/>
            <a:ext cx="7704000" cy="3337800"/>
          </a:xfrm>
          <a:prstGeom prst="rect">
            <a:avLst/>
          </a:prstGeom>
        </p:spPr>
        <p:txBody>
          <a:bodyPr spcFirstLastPara="1" wrap="square" lIns="91425" tIns="91425" rIns="91425" bIns="91425" anchor="ctr" anchorCtr="0">
            <a:noAutofit/>
          </a:bodyPr>
          <a:lstStyle>
            <a:lvl1pPr marL="457200" lvl="0" indent="-304800" rtl="0">
              <a:spcBef>
                <a:spcPts val="0"/>
              </a:spcBef>
              <a:spcAft>
                <a:spcPts val="0"/>
              </a:spcAft>
              <a:buSzPts val="1200"/>
              <a:buChar char="●"/>
              <a:defRPr/>
            </a:lvl1pPr>
            <a:lvl2pPr marL="914400" lvl="1" indent="-304800" rtl="0">
              <a:spcBef>
                <a:spcPts val="0"/>
              </a:spcBef>
              <a:spcAft>
                <a:spcPts val="0"/>
              </a:spcAft>
              <a:buSzPts val="1200"/>
              <a:buChar char="○"/>
              <a:defRPr/>
            </a:lvl2pPr>
            <a:lvl3pPr marL="1371600" lvl="2" indent="-304800" rtl="0">
              <a:spcBef>
                <a:spcPts val="0"/>
              </a:spcBef>
              <a:spcAft>
                <a:spcPts val="0"/>
              </a:spcAft>
              <a:buSzPts val="1200"/>
              <a:buChar char="■"/>
              <a:defRPr/>
            </a:lvl3pPr>
            <a:lvl4pPr marL="1828800" lvl="3" indent="-304800" rtl="0">
              <a:spcBef>
                <a:spcPts val="0"/>
              </a:spcBef>
              <a:spcAft>
                <a:spcPts val="0"/>
              </a:spcAft>
              <a:buSzPts val="1200"/>
              <a:buChar char="●"/>
              <a:defRPr/>
            </a:lvl4pPr>
            <a:lvl5pPr marL="2286000" lvl="4" indent="-304800" rtl="0">
              <a:spcBef>
                <a:spcPts val="0"/>
              </a:spcBef>
              <a:spcAft>
                <a:spcPts val="0"/>
              </a:spcAft>
              <a:buSzPts val="1200"/>
              <a:buChar char="○"/>
              <a:defRPr/>
            </a:lvl5pPr>
            <a:lvl6pPr marL="2743200" lvl="5" indent="-304800" rtl="0">
              <a:spcBef>
                <a:spcPts val="0"/>
              </a:spcBef>
              <a:spcAft>
                <a:spcPts val="0"/>
              </a:spcAft>
              <a:buSzPts val="1200"/>
              <a:buChar char="■"/>
              <a:defRPr/>
            </a:lvl6pPr>
            <a:lvl7pPr marL="3200400" lvl="6" indent="-304800" rtl="0">
              <a:spcBef>
                <a:spcPts val="0"/>
              </a:spcBef>
              <a:spcAft>
                <a:spcPts val="0"/>
              </a:spcAft>
              <a:buSzPts val="1200"/>
              <a:buChar char="●"/>
              <a:defRPr/>
            </a:lvl7pPr>
            <a:lvl8pPr marL="3657600" lvl="7" indent="-304800" rtl="0">
              <a:spcBef>
                <a:spcPts val="0"/>
              </a:spcBef>
              <a:spcAft>
                <a:spcPts val="0"/>
              </a:spcAft>
              <a:buSzPts val="1200"/>
              <a:buChar char="○"/>
              <a:defRPr/>
            </a:lvl8pPr>
            <a:lvl9pPr marL="4114800" lvl="8" indent="-304800" rtl="0">
              <a:spcBef>
                <a:spcPts val="0"/>
              </a:spcBef>
              <a:spcAft>
                <a:spcPts val="0"/>
              </a:spcAft>
              <a:buSzPts val="12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851556" y="540000"/>
            <a:ext cx="7440900" cy="5595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5"/>
          <p:cNvSpPr txBox="1">
            <a:spLocks noGrp="1"/>
          </p:cNvSpPr>
          <p:nvPr>
            <p:ph type="body" idx="1"/>
          </p:nvPr>
        </p:nvSpPr>
        <p:spPr>
          <a:xfrm>
            <a:off x="457200" y="1152475"/>
            <a:ext cx="3863400" cy="34164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9" name="Google Shape;19;p5"/>
          <p:cNvSpPr txBox="1">
            <a:spLocks noGrp="1"/>
          </p:cNvSpPr>
          <p:nvPr>
            <p:ph type="body" idx="2"/>
          </p:nvPr>
        </p:nvSpPr>
        <p:spPr>
          <a:xfrm>
            <a:off x="4823507" y="1152475"/>
            <a:ext cx="3863400" cy="34164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720000" y="540000"/>
            <a:ext cx="7704000" cy="3885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613050" y="555600"/>
            <a:ext cx="79179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4" name="Google Shape;24;p7"/>
          <p:cNvSpPr txBox="1">
            <a:spLocks noGrp="1"/>
          </p:cNvSpPr>
          <p:nvPr>
            <p:ph type="body" idx="1"/>
          </p:nvPr>
        </p:nvSpPr>
        <p:spPr>
          <a:xfrm>
            <a:off x="613050" y="1389600"/>
            <a:ext cx="7917900" cy="31794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549400" y="1169250"/>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9" name="Google Shape;29;p9"/>
          <p:cNvSpPr txBox="1">
            <a:spLocks noGrp="1"/>
          </p:cNvSpPr>
          <p:nvPr>
            <p:ph type="subTitle" idx="1"/>
          </p:nvPr>
        </p:nvSpPr>
        <p:spPr>
          <a:xfrm>
            <a:off x="2549400" y="2739150"/>
            <a:ext cx="4045200" cy="1235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0"/>
        <p:cNvGrpSpPr/>
        <p:nvPr/>
      </p:nvGrpSpPr>
      <p:grpSpPr>
        <a:xfrm>
          <a:off x="0" y="0"/>
          <a:ext cx="0" cy="0"/>
          <a:chOff x="0" y="0"/>
          <a:chExt cx="0" cy="0"/>
        </a:xfrm>
      </p:grpSpPr>
      <p:sp>
        <p:nvSpPr>
          <p:cNvPr id="31" name="Google Shape;31;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200"/>
              <a:buNone/>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2"/>
        <p:cNvGrpSpPr/>
        <p:nvPr/>
      </p:nvGrpSpPr>
      <p:grpSpPr>
        <a:xfrm>
          <a:off x="0" y="0"/>
          <a:ext cx="0" cy="0"/>
          <a:chOff x="0" y="0"/>
          <a:chExt cx="0" cy="0"/>
        </a:xfrm>
      </p:grpSpPr>
      <p:sp>
        <p:nvSpPr>
          <p:cNvPr id="33" name="Google Shape;3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 name="Google Shape;3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ctr"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595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3000"/>
              <a:buFont typeface="Fira Sans Extra Condensed SemiBold"/>
              <a:buNone/>
              <a:defRPr sz="30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2pPr>
            <a:lvl3pPr lvl="2">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3pPr>
            <a:lvl4pPr lvl="3">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4pPr>
            <a:lvl5pPr lvl="4">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5pPr>
            <a:lvl6pPr lvl="5">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6pPr>
            <a:lvl7pPr lvl="6">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7pPr>
            <a:lvl8pPr lvl="7">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8pPr>
            <a:lvl9pPr lvl="8">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9pPr>
          </a:lstStyle>
          <a:p>
            <a:endParaRPr/>
          </a:p>
        </p:txBody>
      </p:sp>
      <p:sp>
        <p:nvSpPr>
          <p:cNvPr id="7" name="Google Shape;7;p1"/>
          <p:cNvSpPr txBox="1">
            <a:spLocks noGrp="1"/>
          </p:cNvSpPr>
          <p:nvPr>
            <p:ph type="body" idx="1"/>
          </p:nvPr>
        </p:nvSpPr>
        <p:spPr>
          <a:xfrm>
            <a:off x="720000" y="1231157"/>
            <a:ext cx="7704000" cy="3337800"/>
          </a:xfrm>
          <a:prstGeom prst="rect">
            <a:avLst/>
          </a:prstGeom>
          <a:noFill/>
          <a:ln>
            <a:noFill/>
          </a:ln>
        </p:spPr>
        <p:txBody>
          <a:bodyPr spcFirstLastPara="1" wrap="square" lIns="91425" tIns="91425" rIns="91425" bIns="91425" anchor="ctr" anchorCtr="0">
            <a:noAutofit/>
          </a:bodyPr>
          <a:lstStyle>
            <a:lvl1pPr marL="457200" lvl="0"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marL="914400" lvl="1"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marL="1371600" lvl="2"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marL="1828800" lvl="3"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marL="2286000" lvl="4"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marL="2743200" lvl="5"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marL="3200400" lvl="6"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marL="3657600" lvl="7"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marL="4114800" lvl="8"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5"/>
          <p:cNvSpPr txBox="1">
            <a:spLocks noGrp="1"/>
          </p:cNvSpPr>
          <p:nvPr>
            <p:ph type="ctrTitle"/>
          </p:nvPr>
        </p:nvSpPr>
        <p:spPr>
          <a:xfrm>
            <a:off x="259080" y="945713"/>
            <a:ext cx="5783580" cy="1411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0" dirty="0">
                <a:latin typeface="Fira Sans Extra Condensed SemiBold"/>
                <a:ea typeface="Fira Sans Extra Condensed SemiBold"/>
                <a:cs typeface="Fira Sans Extra Condensed SemiBold"/>
                <a:sym typeface="Fira Sans Extra Condensed SemiBold"/>
              </a:rPr>
              <a:t>Job Market Analysis </a:t>
            </a:r>
            <a:endParaRPr b="0" dirty="0">
              <a:latin typeface="Fira Sans Extra Condensed SemiBold"/>
              <a:ea typeface="Fira Sans Extra Condensed SemiBold"/>
              <a:cs typeface="Fira Sans Extra Condensed SemiBold"/>
              <a:sym typeface="Fira Sans Extra Condensed SemiBold"/>
            </a:endParaRPr>
          </a:p>
        </p:txBody>
      </p:sp>
      <p:sp>
        <p:nvSpPr>
          <p:cNvPr id="45" name="Google Shape;45;p15"/>
          <p:cNvSpPr txBox="1">
            <a:spLocks noGrp="1"/>
          </p:cNvSpPr>
          <p:nvPr>
            <p:ph type="subTitle" idx="1"/>
          </p:nvPr>
        </p:nvSpPr>
        <p:spPr>
          <a:xfrm>
            <a:off x="322780" y="2847143"/>
            <a:ext cx="4917689" cy="1736734"/>
          </a:xfrm>
          <a:prstGeom prst="rect">
            <a:avLst/>
          </a:prstGeom>
        </p:spPr>
        <p:txBody>
          <a:bodyPr spcFirstLastPara="1" wrap="square" lIns="91425" tIns="91425" rIns="91425" bIns="91425" anchor="ctr" anchorCtr="0">
            <a:noAutofit/>
          </a:bodyPr>
          <a:lstStyle/>
          <a:p>
            <a:pPr marL="0" lvl="0" indent="0">
              <a:buSzPts val="1100"/>
            </a:pPr>
            <a:r>
              <a:rPr lang="en-IN" b="1" dirty="0"/>
              <a:t>Pruthviraj V Mariguddi (Individual)</a:t>
            </a:r>
          </a:p>
          <a:p>
            <a:pPr marL="0" lvl="0" indent="0">
              <a:buSzPts val="1100"/>
            </a:pPr>
            <a:r>
              <a:rPr lang="en-IN" dirty="0"/>
              <a:t>Project team id :  PTID-CDA-DEC-25-1097</a:t>
            </a:r>
          </a:p>
          <a:p>
            <a:pPr marL="0" lvl="0" indent="0">
              <a:buSzPts val="1100"/>
            </a:pPr>
            <a:r>
              <a:rPr lang="en-IN" dirty="0"/>
              <a:t>Project code: PRDA-04</a:t>
            </a:r>
          </a:p>
        </p:txBody>
      </p:sp>
      <p:sp>
        <p:nvSpPr>
          <p:cNvPr id="46" name="Google Shape;46;p15"/>
          <p:cNvSpPr/>
          <p:nvPr/>
        </p:nvSpPr>
        <p:spPr>
          <a:xfrm>
            <a:off x="1033922" y="396126"/>
            <a:ext cx="59657" cy="59657"/>
          </a:xfrm>
          <a:custGeom>
            <a:avLst/>
            <a:gdLst/>
            <a:ahLst/>
            <a:cxnLst/>
            <a:rect l="l" t="t" r="r" b="b"/>
            <a:pathLst>
              <a:path w="1921" h="1921" extrusionOk="0">
                <a:moveTo>
                  <a:pt x="961" y="0"/>
                </a:moveTo>
                <a:cubicBezTo>
                  <a:pt x="430" y="0"/>
                  <a:pt x="0" y="430"/>
                  <a:pt x="0" y="960"/>
                </a:cubicBezTo>
                <a:cubicBezTo>
                  <a:pt x="0" y="1491"/>
                  <a:pt x="430" y="1921"/>
                  <a:pt x="961" y="1921"/>
                </a:cubicBezTo>
                <a:cubicBezTo>
                  <a:pt x="1491" y="1921"/>
                  <a:pt x="1921" y="1491"/>
                  <a:pt x="1921" y="960"/>
                </a:cubicBezTo>
                <a:cubicBezTo>
                  <a:pt x="1921" y="430"/>
                  <a:pt x="1491" y="0"/>
                  <a:pt x="9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5"/>
          <p:cNvSpPr/>
          <p:nvPr/>
        </p:nvSpPr>
        <p:spPr>
          <a:xfrm>
            <a:off x="1114106" y="396126"/>
            <a:ext cx="59688" cy="59657"/>
          </a:xfrm>
          <a:custGeom>
            <a:avLst/>
            <a:gdLst/>
            <a:ahLst/>
            <a:cxnLst/>
            <a:rect l="l" t="t" r="r" b="b"/>
            <a:pathLst>
              <a:path w="1922" h="1921" extrusionOk="0">
                <a:moveTo>
                  <a:pt x="961" y="0"/>
                </a:moveTo>
                <a:cubicBezTo>
                  <a:pt x="431" y="0"/>
                  <a:pt x="1" y="430"/>
                  <a:pt x="1" y="960"/>
                </a:cubicBezTo>
                <a:cubicBezTo>
                  <a:pt x="1" y="1491"/>
                  <a:pt x="431" y="1921"/>
                  <a:pt x="961" y="1921"/>
                </a:cubicBezTo>
                <a:cubicBezTo>
                  <a:pt x="1491" y="1921"/>
                  <a:pt x="1921" y="1491"/>
                  <a:pt x="1921" y="960"/>
                </a:cubicBezTo>
                <a:cubicBezTo>
                  <a:pt x="1921" y="430"/>
                  <a:pt x="1491" y="0"/>
                  <a:pt x="9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15"/>
          <p:cNvSpPr/>
          <p:nvPr/>
        </p:nvSpPr>
        <p:spPr>
          <a:xfrm>
            <a:off x="1194321" y="396126"/>
            <a:ext cx="59688" cy="59657"/>
          </a:xfrm>
          <a:custGeom>
            <a:avLst/>
            <a:gdLst/>
            <a:ahLst/>
            <a:cxnLst/>
            <a:rect l="l" t="t" r="r" b="b"/>
            <a:pathLst>
              <a:path w="1922" h="1921" extrusionOk="0">
                <a:moveTo>
                  <a:pt x="960" y="0"/>
                </a:moveTo>
                <a:cubicBezTo>
                  <a:pt x="430" y="0"/>
                  <a:pt x="0" y="430"/>
                  <a:pt x="0" y="960"/>
                </a:cubicBezTo>
                <a:cubicBezTo>
                  <a:pt x="0" y="1491"/>
                  <a:pt x="430" y="1921"/>
                  <a:pt x="960" y="1921"/>
                </a:cubicBezTo>
                <a:cubicBezTo>
                  <a:pt x="1491" y="1921"/>
                  <a:pt x="1922" y="1491"/>
                  <a:pt x="1922" y="960"/>
                </a:cubicBezTo>
                <a:cubicBezTo>
                  <a:pt x="1922" y="430"/>
                  <a:pt x="1491" y="0"/>
                  <a:pt x="9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15"/>
          <p:cNvGrpSpPr/>
          <p:nvPr/>
        </p:nvGrpSpPr>
        <p:grpSpPr>
          <a:xfrm>
            <a:off x="5533247" y="1779803"/>
            <a:ext cx="3153553" cy="3101575"/>
            <a:chOff x="5638950" y="1285454"/>
            <a:chExt cx="2619230" cy="2576059"/>
          </a:xfrm>
        </p:grpSpPr>
        <p:grpSp>
          <p:nvGrpSpPr>
            <p:cNvPr id="50" name="Google Shape;50;p15"/>
            <p:cNvGrpSpPr/>
            <p:nvPr/>
          </p:nvGrpSpPr>
          <p:grpSpPr>
            <a:xfrm>
              <a:off x="6008285" y="1285454"/>
              <a:ext cx="882112" cy="912220"/>
              <a:chOff x="6617547" y="1329436"/>
              <a:chExt cx="722569" cy="747231"/>
            </a:xfrm>
          </p:grpSpPr>
          <p:grpSp>
            <p:nvGrpSpPr>
              <p:cNvPr id="51" name="Google Shape;51;p15"/>
              <p:cNvGrpSpPr/>
              <p:nvPr/>
            </p:nvGrpSpPr>
            <p:grpSpPr>
              <a:xfrm>
                <a:off x="6617547" y="1329436"/>
                <a:ext cx="722569" cy="432110"/>
                <a:chOff x="6617547" y="1329436"/>
                <a:chExt cx="722569" cy="432110"/>
              </a:xfrm>
            </p:grpSpPr>
            <p:grpSp>
              <p:nvGrpSpPr>
                <p:cNvPr id="52" name="Google Shape;52;p15"/>
                <p:cNvGrpSpPr/>
                <p:nvPr/>
              </p:nvGrpSpPr>
              <p:grpSpPr>
                <a:xfrm>
                  <a:off x="6854197" y="1437303"/>
                  <a:ext cx="463438" cy="295104"/>
                  <a:chOff x="6854197" y="1437303"/>
                  <a:chExt cx="463438" cy="295104"/>
                </a:xfrm>
              </p:grpSpPr>
              <p:sp>
                <p:nvSpPr>
                  <p:cNvPr id="53" name="Google Shape;53;p15"/>
                  <p:cNvSpPr/>
                  <p:nvPr/>
                </p:nvSpPr>
                <p:spPr>
                  <a:xfrm>
                    <a:off x="7263055" y="1545764"/>
                    <a:ext cx="54579" cy="184410"/>
                  </a:xfrm>
                  <a:custGeom>
                    <a:avLst/>
                    <a:gdLst/>
                    <a:ahLst/>
                    <a:cxnLst/>
                    <a:rect l="l" t="t" r="r" b="b"/>
                    <a:pathLst>
                      <a:path w="1101" h="3720" extrusionOk="0">
                        <a:moveTo>
                          <a:pt x="307" y="1"/>
                        </a:moveTo>
                        <a:lnTo>
                          <a:pt x="0" y="3653"/>
                        </a:lnTo>
                        <a:lnTo>
                          <a:pt x="794" y="3719"/>
                        </a:lnTo>
                        <a:lnTo>
                          <a:pt x="1100" y="67"/>
                        </a:lnTo>
                        <a:lnTo>
                          <a:pt x="3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5"/>
                  <p:cNvSpPr/>
                  <p:nvPr/>
                </p:nvSpPr>
                <p:spPr>
                  <a:xfrm>
                    <a:off x="7194053" y="1456289"/>
                    <a:ext cx="74260" cy="273888"/>
                  </a:xfrm>
                  <a:custGeom>
                    <a:avLst/>
                    <a:gdLst/>
                    <a:ahLst/>
                    <a:cxnLst/>
                    <a:rect l="l" t="t" r="r" b="b"/>
                    <a:pathLst>
                      <a:path w="1498" h="5525" extrusionOk="0">
                        <a:moveTo>
                          <a:pt x="306" y="1"/>
                        </a:moveTo>
                        <a:lnTo>
                          <a:pt x="0" y="5458"/>
                        </a:lnTo>
                        <a:lnTo>
                          <a:pt x="1191" y="5524"/>
                        </a:lnTo>
                        <a:lnTo>
                          <a:pt x="1498" y="67"/>
                        </a:lnTo>
                        <a:lnTo>
                          <a:pt x="3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5"/>
                  <p:cNvSpPr/>
                  <p:nvPr/>
                </p:nvSpPr>
                <p:spPr>
                  <a:xfrm>
                    <a:off x="7144730" y="1507595"/>
                    <a:ext cx="54579" cy="222283"/>
                  </a:xfrm>
                  <a:custGeom>
                    <a:avLst/>
                    <a:gdLst/>
                    <a:ahLst/>
                    <a:cxnLst/>
                    <a:rect l="l" t="t" r="r" b="b"/>
                    <a:pathLst>
                      <a:path w="1101" h="4484" extrusionOk="0">
                        <a:moveTo>
                          <a:pt x="307" y="0"/>
                        </a:moveTo>
                        <a:lnTo>
                          <a:pt x="0" y="4429"/>
                        </a:lnTo>
                        <a:lnTo>
                          <a:pt x="794" y="4484"/>
                        </a:lnTo>
                        <a:lnTo>
                          <a:pt x="1100" y="55"/>
                        </a:lnTo>
                        <a:lnTo>
                          <a:pt x="3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5"/>
                  <p:cNvSpPr/>
                  <p:nvPr/>
                </p:nvSpPr>
                <p:spPr>
                  <a:xfrm>
                    <a:off x="7050298" y="1528414"/>
                    <a:ext cx="84273" cy="203892"/>
                  </a:xfrm>
                  <a:custGeom>
                    <a:avLst/>
                    <a:gdLst/>
                    <a:ahLst/>
                    <a:cxnLst/>
                    <a:rect l="l" t="t" r="r" b="b"/>
                    <a:pathLst>
                      <a:path w="1700" h="4113" extrusionOk="0">
                        <a:moveTo>
                          <a:pt x="1184" y="1"/>
                        </a:moveTo>
                        <a:lnTo>
                          <a:pt x="1" y="154"/>
                        </a:lnTo>
                        <a:lnTo>
                          <a:pt x="517" y="4113"/>
                        </a:lnTo>
                        <a:lnTo>
                          <a:pt x="1700" y="3960"/>
                        </a:lnTo>
                        <a:lnTo>
                          <a:pt x="11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5"/>
                  <p:cNvSpPr/>
                  <p:nvPr/>
                </p:nvSpPr>
                <p:spPr>
                  <a:xfrm>
                    <a:off x="6972472" y="1437303"/>
                    <a:ext cx="93543" cy="294808"/>
                  </a:xfrm>
                  <a:custGeom>
                    <a:avLst/>
                    <a:gdLst/>
                    <a:ahLst/>
                    <a:cxnLst/>
                    <a:rect l="l" t="t" r="r" b="b"/>
                    <a:pathLst>
                      <a:path w="1887" h="5947" extrusionOk="0">
                        <a:moveTo>
                          <a:pt x="1186" y="1"/>
                        </a:moveTo>
                        <a:lnTo>
                          <a:pt x="0" y="144"/>
                        </a:lnTo>
                        <a:lnTo>
                          <a:pt x="701" y="5946"/>
                        </a:lnTo>
                        <a:lnTo>
                          <a:pt x="1886" y="5802"/>
                        </a:lnTo>
                        <a:lnTo>
                          <a:pt x="11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5"/>
                  <p:cNvSpPr/>
                  <p:nvPr/>
                </p:nvSpPr>
                <p:spPr>
                  <a:xfrm>
                    <a:off x="6923150" y="1479736"/>
                    <a:ext cx="73863" cy="251580"/>
                  </a:xfrm>
                  <a:custGeom>
                    <a:avLst/>
                    <a:gdLst/>
                    <a:ahLst/>
                    <a:cxnLst/>
                    <a:rect l="l" t="t" r="r" b="b"/>
                    <a:pathLst>
                      <a:path w="1490" h="5075" extrusionOk="0">
                        <a:moveTo>
                          <a:pt x="788" y="1"/>
                        </a:moveTo>
                        <a:lnTo>
                          <a:pt x="1" y="112"/>
                        </a:lnTo>
                        <a:lnTo>
                          <a:pt x="701" y="5074"/>
                        </a:lnTo>
                        <a:lnTo>
                          <a:pt x="1489" y="4962"/>
                        </a:lnTo>
                        <a:lnTo>
                          <a:pt x="7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5"/>
                  <p:cNvSpPr/>
                  <p:nvPr/>
                </p:nvSpPr>
                <p:spPr>
                  <a:xfrm>
                    <a:off x="6854197" y="1459263"/>
                    <a:ext cx="93444" cy="273144"/>
                  </a:xfrm>
                  <a:custGeom>
                    <a:avLst/>
                    <a:gdLst/>
                    <a:ahLst/>
                    <a:cxnLst/>
                    <a:rect l="l" t="t" r="r" b="b"/>
                    <a:pathLst>
                      <a:path w="1885" h="5510" extrusionOk="0">
                        <a:moveTo>
                          <a:pt x="1184" y="0"/>
                        </a:moveTo>
                        <a:lnTo>
                          <a:pt x="0" y="154"/>
                        </a:lnTo>
                        <a:lnTo>
                          <a:pt x="701" y="5509"/>
                        </a:lnTo>
                        <a:lnTo>
                          <a:pt x="1884" y="5354"/>
                        </a:lnTo>
                        <a:lnTo>
                          <a:pt x="118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15"/>
                <p:cNvGrpSpPr/>
                <p:nvPr/>
              </p:nvGrpSpPr>
              <p:grpSpPr>
                <a:xfrm>
                  <a:off x="6652013" y="1329436"/>
                  <a:ext cx="229521" cy="403074"/>
                  <a:chOff x="6522150" y="1329350"/>
                  <a:chExt cx="115750" cy="203275"/>
                </a:xfrm>
              </p:grpSpPr>
              <p:sp>
                <p:nvSpPr>
                  <p:cNvPr id="61" name="Google Shape;61;p15"/>
                  <p:cNvSpPr/>
                  <p:nvPr/>
                </p:nvSpPr>
                <p:spPr>
                  <a:xfrm>
                    <a:off x="6560975" y="1329350"/>
                    <a:ext cx="40150" cy="167575"/>
                  </a:xfrm>
                  <a:custGeom>
                    <a:avLst/>
                    <a:gdLst/>
                    <a:ahLst/>
                    <a:cxnLst/>
                    <a:rect l="l" t="t" r="r" b="b"/>
                    <a:pathLst>
                      <a:path w="1606" h="6703" extrusionOk="0">
                        <a:moveTo>
                          <a:pt x="962" y="1"/>
                        </a:moveTo>
                        <a:cubicBezTo>
                          <a:pt x="747" y="2248"/>
                          <a:pt x="426" y="4486"/>
                          <a:pt x="0" y="6702"/>
                        </a:cubicBezTo>
                        <a:lnTo>
                          <a:pt x="721" y="6503"/>
                        </a:lnTo>
                        <a:cubicBezTo>
                          <a:pt x="1518" y="4443"/>
                          <a:pt x="1605" y="2115"/>
                          <a:pt x="9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5"/>
                  <p:cNvSpPr/>
                  <p:nvPr/>
                </p:nvSpPr>
                <p:spPr>
                  <a:xfrm>
                    <a:off x="6535825" y="1347425"/>
                    <a:ext cx="43400" cy="138450"/>
                  </a:xfrm>
                  <a:custGeom>
                    <a:avLst/>
                    <a:gdLst/>
                    <a:ahLst/>
                    <a:cxnLst/>
                    <a:rect l="l" t="t" r="r" b="b"/>
                    <a:pathLst>
                      <a:path w="1736" h="5538" extrusionOk="0">
                        <a:moveTo>
                          <a:pt x="964" y="0"/>
                        </a:moveTo>
                        <a:lnTo>
                          <a:pt x="964" y="0"/>
                        </a:lnTo>
                        <a:cubicBezTo>
                          <a:pt x="159" y="1618"/>
                          <a:pt x="0" y="3547"/>
                          <a:pt x="530" y="5275"/>
                        </a:cubicBezTo>
                        <a:lnTo>
                          <a:pt x="1212" y="5538"/>
                        </a:lnTo>
                        <a:cubicBezTo>
                          <a:pt x="1736" y="3742"/>
                          <a:pt x="706" y="1715"/>
                          <a:pt x="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5"/>
                  <p:cNvSpPr/>
                  <p:nvPr/>
                </p:nvSpPr>
                <p:spPr>
                  <a:xfrm>
                    <a:off x="6575000" y="1374225"/>
                    <a:ext cx="62900" cy="113775"/>
                  </a:xfrm>
                  <a:custGeom>
                    <a:avLst/>
                    <a:gdLst/>
                    <a:ahLst/>
                    <a:cxnLst/>
                    <a:rect l="l" t="t" r="r" b="b"/>
                    <a:pathLst>
                      <a:path w="2516" h="4551" extrusionOk="0">
                        <a:moveTo>
                          <a:pt x="2516" y="1"/>
                        </a:moveTo>
                        <a:cubicBezTo>
                          <a:pt x="1463" y="1178"/>
                          <a:pt x="841" y="780"/>
                          <a:pt x="458" y="2739"/>
                        </a:cubicBezTo>
                        <a:cubicBezTo>
                          <a:pt x="381" y="3127"/>
                          <a:pt x="1" y="4551"/>
                          <a:pt x="471" y="4551"/>
                        </a:cubicBezTo>
                        <a:cubicBezTo>
                          <a:pt x="478" y="4551"/>
                          <a:pt x="486" y="4550"/>
                          <a:pt x="494" y="4549"/>
                        </a:cubicBezTo>
                        <a:cubicBezTo>
                          <a:pt x="1004" y="4503"/>
                          <a:pt x="1192" y="2984"/>
                          <a:pt x="1450" y="2231"/>
                        </a:cubicBezTo>
                        <a:cubicBezTo>
                          <a:pt x="1800" y="1216"/>
                          <a:pt x="2220" y="737"/>
                          <a:pt x="25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5"/>
                  <p:cNvSpPr/>
                  <p:nvPr/>
                </p:nvSpPr>
                <p:spPr>
                  <a:xfrm>
                    <a:off x="6560775" y="1365525"/>
                    <a:ext cx="40400" cy="115000"/>
                  </a:xfrm>
                  <a:custGeom>
                    <a:avLst/>
                    <a:gdLst/>
                    <a:ahLst/>
                    <a:cxnLst/>
                    <a:rect l="l" t="t" r="r" b="b"/>
                    <a:pathLst>
                      <a:path w="1616" h="4600" extrusionOk="0">
                        <a:moveTo>
                          <a:pt x="525" y="0"/>
                        </a:moveTo>
                        <a:lnTo>
                          <a:pt x="525" y="0"/>
                        </a:lnTo>
                        <a:cubicBezTo>
                          <a:pt x="434" y="502"/>
                          <a:pt x="498" y="1019"/>
                          <a:pt x="571" y="1524"/>
                        </a:cubicBezTo>
                        <a:cubicBezTo>
                          <a:pt x="644" y="2029"/>
                          <a:pt x="727" y="2540"/>
                          <a:pt x="674" y="3048"/>
                        </a:cubicBezTo>
                        <a:cubicBezTo>
                          <a:pt x="620" y="3555"/>
                          <a:pt x="410" y="4070"/>
                          <a:pt x="0" y="4375"/>
                        </a:cubicBezTo>
                        <a:lnTo>
                          <a:pt x="991" y="4599"/>
                        </a:lnTo>
                        <a:cubicBezTo>
                          <a:pt x="1465" y="3927"/>
                          <a:pt x="1616" y="3037"/>
                          <a:pt x="1390" y="2245"/>
                        </a:cubicBezTo>
                        <a:cubicBezTo>
                          <a:pt x="1163" y="1447"/>
                          <a:pt x="629" y="824"/>
                          <a:pt x="5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5"/>
                  <p:cNvSpPr/>
                  <p:nvPr/>
                </p:nvSpPr>
                <p:spPr>
                  <a:xfrm>
                    <a:off x="6522150" y="1365525"/>
                    <a:ext cx="41900" cy="122475"/>
                  </a:xfrm>
                  <a:custGeom>
                    <a:avLst/>
                    <a:gdLst/>
                    <a:ahLst/>
                    <a:cxnLst/>
                    <a:rect l="l" t="t" r="r" b="b"/>
                    <a:pathLst>
                      <a:path w="1676" h="4899" extrusionOk="0">
                        <a:moveTo>
                          <a:pt x="486" y="0"/>
                        </a:moveTo>
                        <a:lnTo>
                          <a:pt x="486" y="0"/>
                        </a:lnTo>
                        <a:cubicBezTo>
                          <a:pt x="1" y="2037"/>
                          <a:pt x="372" y="3631"/>
                          <a:pt x="1055" y="4899"/>
                        </a:cubicBezTo>
                        <a:lnTo>
                          <a:pt x="1676" y="4803"/>
                        </a:lnTo>
                        <a:cubicBezTo>
                          <a:pt x="1676" y="4803"/>
                          <a:pt x="970" y="1378"/>
                          <a:pt x="4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p:cNvSpPr/>
                  <p:nvPr/>
                </p:nvSpPr>
                <p:spPr>
                  <a:xfrm>
                    <a:off x="6531250" y="1464600"/>
                    <a:ext cx="73675" cy="68025"/>
                  </a:xfrm>
                  <a:custGeom>
                    <a:avLst/>
                    <a:gdLst/>
                    <a:ahLst/>
                    <a:cxnLst/>
                    <a:rect l="l" t="t" r="r" b="b"/>
                    <a:pathLst>
                      <a:path w="2947" h="2721" extrusionOk="0">
                        <a:moveTo>
                          <a:pt x="194" y="0"/>
                        </a:moveTo>
                        <a:cubicBezTo>
                          <a:pt x="85" y="0"/>
                          <a:pt x="0" y="94"/>
                          <a:pt x="14" y="203"/>
                        </a:cubicBezTo>
                        <a:lnTo>
                          <a:pt x="320" y="2562"/>
                        </a:lnTo>
                        <a:cubicBezTo>
                          <a:pt x="332" y="2653"/>
                          <a:pt x="409" y="2720"/>
                          <a:pt x="499" y="2720"/>
                        </a:cubicBezTo>
                        <a:lnTo>
                          <a:pt x="2385" y="2720"/>
                        </a:lnTo>
                        <a:cubicBezTo>
                          <a:pt x="2474" y="2720"/>
                          <a:pt x="2550" y="2655"/>
                          <a:pt x="2563" y="2568"/>
                        </a:cubicBezTo>
                        <a:lnTo>
                          <a:pt x="2728" y="1503"/>
                        </a:lnTo>
                        <a:lnTo>
                          <a:pt x="2930" y="207"/>
                        </a:lnTo>
                        <a:cubicBezTo>
                          <a:pt x="2946" y="98"/>
                          <a:pt x="2863" y="0"/>
                          <a:pt x="2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a:off x="6559600" y="1464600"/>
                    <a:ext cx="45475" cy="52200"/>
                  </a:xfrm>
                  <a:custGeom>
                    <a:avLst/>
                    <a:gdLst/>
                    <a:ahLst/>
                    <a:cxnLst/>
                    <a:rect l="l" t="t" r="r" b="b"/>
                    <a:pathLst>
                      <a:path w="1819" h="2088" extrusionOk="0">
                        <a:moveTo>
                          <a:pt x="0" y="0"/>
                        </a:moveTo>
                        <a:cubicBezTo>
                          <a:pt x="434" y="1130"/>
                          <a:pt x="1006" y="1749"/>
                          <a:pt x="1515" y="2088"/>
                        </a:cubicBezTo>
                        <a:lnTo>
                          <a:pt x="1795" y="287"/>
                        </a:lnTo>
                        <a:cubicBezTo>
                          <a:pt x="1818" y="135"/>
                          <a:pt x="1701" y="0"/>
                          <a:pt x="15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 name="Google Shape;68;p15"/>
                <p:cNvSpPr/>
                <p:nvPr/>
              </p:nvSpPr>
              <p:spPr>
                <a:xfrm>
                  <a:off x="6617547" y="1718320"/>
                  <a:ext cx="722569" cy="43227"/>
                </a:xfrm>
                <a:custGeom>
                  <a:avLst/>
                  <a:gdLst/>
                  <a:ahLst/>
                  <a:cxnLst/>
                  <a:rect l="l" t="t" r="r" b="b"/>
                  <a:pathLst>
                    <a:path w="14576" h="872" extrusionOk="0">
                      <a:moveTo>
                        <a:pt x="0" y="1"/>
                      </a:moveTo>
                      <a:lnTo>
                        <a:pt x="0" y="872"/>
                      </a:lnTo>
                      <a:lnTo>
                        <a:pt x="14576" y="872"/>
                      </a:lnTo>
                      <a:lnTo>
                        <a:pt x="145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69;p15"/>
              <p:cNvGrpSpPr/>
              <p:nvPr/>
            </p:nvGrpSpPr>
            <p:grpSpPr>
              <a:xfrm>
                <a:off x="6617547" y="1775574"/>
                <a:ext cx="722569" cy="301094"/>
                <a:chOff x="6617547" y="1775574"/>
                <a:chExt cx="722569" cy="301094"/>
              </a:xfrm>
            </p:grpSpPr>
            <p:grpSp>
              <p:nvGrpSpPr>
                <p:cNvPr id="70" name="Google Shape;70;p15"/>
                <p:cNvGrpSpPr/>
                <p:nvPr/>
              </p:nvGrpSpPr>
              <p:grpSpPr>
                <a:xfrm>
                  <a:off x="6648776" y="1775574"/>
                  <a:ext cx="654787" cy="278250"/>
                  <a:chOff x="6648776" y="1775574"/>
                  <a:chExt cx="654787" cy="278250"/>
                </a:xfrm>
              </p:grpSpPr>
              <p:sp>
                <p:nvSpPr>
                  <p:cNvPr id="71" name="Google Shape;71;p15"/>
                  <p:cNvSpPr/>
                  <p:nvPr/>
                </p:nvSpPr>
                <p:spPr>
                  <a:xfrm>
                    <a:off x="6648776" y="1822666"/>
                    <a:ext cx="51456" cy="228678"/>
                  </a:xfrm>
                  <a:custGeom>
                    <a:avLst/>
                    <a:gdLst/>
                    <a:ahLst/>
                    <a:cxnLst/>
                    <a:rect l="l" t="t" r="r" b="b"/>
                    <a:pathLst>
                      <a:path w="1038" h="4613" extrusionOk="0">
                        <a:moveTo>
                          <a:pt x="749" y="0"/>
                        </a:moveTo>
                        <a:lnTo>
                          <a:pt x="0" y="47"/>
                        </a:lnTo>
                        <a:lnTo>
                          <a:pt x="288" y="4613"/>
                        </a:lnTo>
                        <a:lnTo>
                          <a:pt x="1037" y="4566"/>
                        </a:lnTo>
                        <a:lnTo>
                          <a:pt x="7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5"/>
                  <p:cNvSpPr/>
                  <p:nvPr/>
                </p:nvSpPr>
                <p:spPr>
                  <a:xfrm>
                    <a:off x="6743060" y="1793469"/>
                    <a:ext cx="70046" cy="258273"/>
                  </a:xfrm>
                  <a:custGeom>
                    <a:avLst/>
                    <a:gdLst/>
                    <a:ahLst/>
                    <a:cxnLst/>
                    <a:rect l="l" t="t" r="r" b="b"/>
                    <a:pathLst>
                      <a:path w="1413" h="5210" extrusionOk="0">
                        <a:moveTo>
                          <a:pt x="1124" y="1"/>
                        </a:moveTo>
                        <a:lnTo>
                          <a:pt x="1" y="63"/>
                        </a:lnTo>
                        <a:lnTo>
                          <a:pt x="290" y="5210"/>
                        </a:lnTo>
                        <a:lnTo>
                          <a:pt x="1412" y="5147"/>
                        </a:lnTo>
                        <a:lnTo>
                          <a:pt x="1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5"/>
                  <p:cNvSpPr/>
                  <p:nvPr/>
                </p:nvSpPr>
                <p:spPr>
                  <a:xfrm>
                    <a:off x="6808195" y="1841800"/>
                    <a:ext cx="51407" cy="209692"/>
                  </a:xfrm>
                  <a:custGeom>
                    <a:avLst/>
                    <a:gdLst/>
                    <a:ahLst/>
                    <a:cxnLst/>
                    <a:rect l="l" t="t" r="r" b="b"/>
                    <a:pathLst>
                      <a:path w="1037" h="4230" extrusionOk="0">
                        <a:moveTo>
                          <a:pt x="748" y="1"/>
                        </a:moveTo>
                        <a:lnTo>
                          <a:pt x="0" y="52"/>
                        </a:lnTo>
                        <a:lnTo>
                          <a:pt x="288" y="4229"/>
                        </a:lnTo>
                        <a:lnTo>
                          <a:pt x="1037" y="4178"/>
                        </a:lnTo>
                        <a:lnTo>
                          <a:pt x="74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5"/>
                  <p:cNvSpPr/>
                  <p:nvPr/>
                </p:nvSpPr>
                <p:spPr>
                  <a:xfrm>
                    <a:off x="6869167" y="1861480"/>
                    <a:ext cx="79415" cy="192341"/>
                  </a:xfrm>
                  <a:custGeom>
                    <a:avLst/>
                    <a:gdLst/>
                    <a:ahLst/>
                    <a:cxnLst/>
                    <a:rect l="l" t="t" r="r" b="b"/>
                    <a:pathLst>
                      <a:path w="1602" h="3880" extrusionOk="0">
                        <a:moveTo>
                          <a:pt x="486" y="0"/>
                        </a:moveTo>
                        <a:lnTo>
                          <a:pt x="0" y="3734"/>
                        </a:lnTo>
                        <a:lnTo>
                          <a:pt x="1116" y="3879"/>
                        </a:lnTo>
                        <a:lnTo>
                          <a:pt x="1602" y="146"/>
                        </a:lnTo>
                        <a:lnTo>
                          <a:pt x="48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p:nvPr/>
                </p:nvSpPr>
                <p:spPr>
                  <a:xfrm>
                    <a:off x="6933857" y="1775574"/>
                    <a:ext cx="88189" cy="277953"/>
                  </a:xfrm>
                  <a:custGeom>
                    <a:avLst/>
                    <a:gdLst/>
                    <a:ahLst/>
                    <a:cxnLst/>
                    <a:rect l="l" t="t" r="r" b="b"/>
                    <a:pathLst>
                      <a:path w="1779" h="5607" extrusionOk="0">
                        <a:moveTo>
                          <a:pt x="661" y="0"/>
                        </a:moveTo>
                        <a:lnTo>
                          <a:pt x="1" y="5472"/>
                        </a:lnTo>
                        <a:lnTo>
                          <a:pt x="1118" y="5606"/>
                        </a:lnTo>
                        <a:lnTo>
                          <a:pt x="1778" y="135"/>
                        </a:lnTo>
                        <a:lnTo>
                          <a:pt x="66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5"/>
                  <p:cNvSpPr/>
                  <p:nvPr/>
                </p:nvSpPr>
                <p:spPr>
                  <a:xfrm>
                    <a:off x="6998943" y="1815577"/>
                    <a:ext cx="69600" cy="237204"/>
                  </a:xfrm>
                  <a:custGeom>
                    <a:avLst/>
                    <a:gdLst/>
                    <a:ahLst/>
                    <a:cxnLst/>
                    <a:rect l="l" t="t" r="r" b="b"/>
                    <a:pathLst>
                      <a:path w="1404" h="4785" extrusionOk="0">
                        <a:moveTo>
                          <a:pt x="661" y="0"/>
                        </a:moveTo>
                        <a:lnTo>
                          <a:pt x="0" y="4679"/>
                        </a:lnTo>
                        <a:lnTo>
                          <a:pt x="743" y="4785"/>
                        </a:lnTo>
                        <a:lnTo>
                          <a:pt x="1404" y="106"/>
                        </a:lnTo>
                        <a:lnTo>
                          <a:pt x="66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5"/>
                  <p:cNvSpPr/>
                  <p:nvPr/>
                </p:nvSpPr>
                <p:spPr>
                  <a:xfrm>
                    <a:off x="7045490" y="1796245"/>
                    <a:ext cx="88140" cy="257579"/>
                  </a:xfrm>
                  <a:custGeom>
                    <a:avLst/>
                    <a:gdLst/>
                    <a:ahLst/>
                    <a:cxnLst/>
                    <a:rect l="l" t="t" r="r" b="b"/>
                    <a:pathLst>
                      <a:path w="1778" h="5196" extrusionOk="0">
                        <a:moveTo>
                          <a:pt x="662" y="1"/>
                        </a:moveTo>
                        <a:lnTo>
                          <a:pt x="1" y="5049"/>
                        </a:lnTo>
                        <a:lnTo>
                          <a:pt x="1117" y="5195"/>
                        </a:lnTo>
                        <a:lnTo>
                          <a:pt x="1777" y="147"/>
                        </a:lnTo>
                        <a:lnTo>
                          <a:pt x="66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p:nvPr/>
                </p:nvSpPr>
                <p:spPr>
                  <a:xfrm>
                    <a:off x="7066260" y="1982184"/>
                    <a:ext cx="237304" cy="57455"/>
                  </a:xfrm>
                  <a:custGeom>
                    <a:avLst/>
                    <a:gdLst/>
                    <a:ahLst/>
                    <a:cxnLst/>
                    <a:rect l="l" t="t" r="r" b="b"/>
                    <a:pathLst>
                      <a:path w="4787" h="1159" extrusionOk="0">
                        <a:moveTo>
                          <a:pt x="0" y="0"/>
                        </a:moveTo>
                        <a:lnTo>
                          <a:pt x="0" y="1158"/>
                        </a:lnTo>
                        <a:lnTo>
                          <a:pt x="4787" y="1158"/>
                        </a:lnTo>
                        <a:lnTo>
                          <a:pt x="47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7093623" y="1923195"/>
                    <a:ext cx="178213" cy="50167"/>
                  </a:xfrm>
                  <a:custGeom>
                    <a:avLst/>
                    <a:gdLst/>
                    <a:ahLst/>
                    <a:cxnLst/>
                    <a:rect l="l" t="t" r="r" b="b"/>
                    <a:pathLst>
                      <a:path w="3595" h="1012" extrusionOk="0">
                        <a:moveTo>
                          <a:pt x="0" y="0"/>
                        </a:moveTo>
                        <a:lnTo>
                          <a:pt x="0" y="1012"/>
                        </a:lnTo>
                        <a:lnTo>
                          <a:pt x="3594" y="1012"/>
                        </a:lnTo>
                        <a:lnTo>
                          <a:pt x="359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 name="Google Shape;80;p15"/>
                <p:cNvSpPr/>
                <p:nvPr/>
              </p:nvSpPr>
              <p:spPr>
                <a:xfrm>
                  <a:off x="6617547" y="2033440"/>
                  <a:ext cx="722569" cy="43227"/>
                </a:xfrm>
                <a:custGeom>
                  <a:avLst/>
                  <a:gdLst/>
                  <a:ahLst/>
                  <a:cxnLst/>
                  <a:rect l="l" t="t" r="r" b="b"/>
                  <a:pathLst>
                    <a:path w="14576" h="872" extrusionOk="0">
                      <a:moveTo>
                        <a:pt x="0" y="1"/>
                      </a:moveTo>
                      <a:lnTo>
                        <a:pt x="0" y="872"/>
                      </a:lnTo>
                      <a:lnTo>
                        <a:pt x="14576" y="872"/>
                      </a:lnTo>
                      <a:lnTo>
                        <a:pt x="145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 name="Google Shape;81;p15"/>
            <p:cNvGrpSpPr/>
            <p:nvPr/>
          </p:nvGrpSpPr>
          <p:grpSpPr>
            <a:xfrm>
              <a:off x="6295708" y="2449490"/>
              <a:ext cx="846285" cy="1408551"/>
              <a:chOff x="6784074" y="2206739"/>
              <a:chExt cx="693222" cy="1153793"/>
            </a:xfrm>
          </p:grpSpPr>
          <p:sp>
            <p:nvSpPr>
              <p:cNvPr id="82" name="Google Shape;82;p15"/>
              <p:cNvSpPr/>
              <p:nvPr/>
            </p:nvSpPr>
            <p:spPr>
              <a:xfrm rot="-900050">
                <a:off x="7040061" y="2822022"/>
                <a:ext cx="140524" cy="529344"/>
              </a:xfrm>
              <a:custGeom>
                <a:avLst/>
                <a:gdLst/>
                <a:ahLst/>
                <a:cxnLst/>
                <a:rect l="l" t="t" r="r" b="b"/>
                <a:pathLst>
                  <a:path w="2819" h="10619" extrusionOk="0">
                    <a:moveTo>
                      <a:pt x="1633"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p:cNvSpPr/>
              <p:nvPr/>
            </p:nvSpPr>
            <p:spPr>
              <a:xfrm>
                <a:off x="6818606" y="2831200"/>
                <a:ext cx="140520" cy="529331"/>
              </a:xfrm>
              <a:custGeom>
                <a:avLst/>
                <a:gdLst/>
                <a:ahLst/>
                <a:cxnLst/>
                <a:rect l="l" t="t" r="r" b="b"/>
                <a:pathLst>
                  <a:path w="2819" h="10619" extrusionOk="0">
                    <a:moveTo>
                      <a:pt x="1633"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p:nvPr/>
            </p:nvSpPr>
            <p:spPr>
              <a:xfrm flipH="1">
                <a:off x="7313906" y="2831200"/>
                <a:ext cx="140520" cy="529331"/>
              </a:xfrm>
              <a:custGeom>
                <a:avLst/>
                <a:gdLst/>
                <a:ahLst/>
                <a:cxnLst/>
                <a:rect l="l" t="t" r="r" b="b"/>
                <a:pathLst>
                  <a:path w="2819" h="10619" extrusionOk="0">
                    <a:moveTo>
                      <a:pt x="1633"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15"/>
              <p:cNvGrpSpPr/>
              <p:nvPr/>
            </p:nvGrpSpPr>
            <p:grpSpPr>
              <a:xfrm>
                <a:off x="6784074" y="2206739"/>
                <a:ext cx="693222" cy="636392"/>
                <a:chOff x="6784074" y="2206739"/>
                <a:chExt cx="693222" cy="636392"/>
              </a:xfrm>
            </p:grpSpPr>
            <p:sp>
              <p:nvSpPr>
                <p:cNvPr id="86" name="Google Shape;86;p15"/>
                <p:cNvSpPr/>
                <p:nvPr/>
              </p:nvSpPr>
              <p:spPr>
                <a:xfrm>
                  <a:off x="6784421" y="2206739"/>
                  <a:ext cx="406990" cy="599480"/>
                </a:xfrm>
                <a:custGeom>
                  <a:avLst/>
                  <a:gdLst/>
                  <a:ahLst/>
                  <a:cxnLst/>
                  <a:rect l="l" t="t" r="r" b="b"/>
                  <a:pathLst>
                    <a:path w="8210" h="12093" extrusionOk="0">
                      <a:moveTo>
                        <a:pt x="3828" y="1"/>
                      </a:moveTo>
                      <a:cubicBezTo>
                        <a:pt x="1850" y="1"/>
                        <a:pt x="222" y="1582"/>
                        <a:pt x="176" y="3571"/>
                      </a:cubicBezTo>
                      <a:lnTo>
                        <a:pt x="27" y="9905"/>
                      </a:lnTo>
                      <a:cubicBezTo>
                        <a:pt x="1" y="11010"/>
                        <a:pt x="875" y="11926"/>
                        <a:pt x="1980" y="11953"/>
                      </a:cubicBezTo>
                      <a:lnTo>
                        <a:pt x="7968" y="12092"/>
                      </a:lnTo>
                      <a:lnTo>
                        <a:pt x="8163" y="3758"/>
                      </a:lnTo>
                      <a:cubicBezTo>
                        <a:pt x="8210" y="1739"/>
                        <a:pt x="6613" y="66"/>
                        <a:pt x="4594" y="18"/>
                      </a:cubicBezTo>
                      <a:lnTo>
                        <a:pt x="3915" y="2"/>
                      </a:lnTo>
                      <a:cubicBezTo>
                        <a:pt x="3886" y="1"/>
                        <a:pt x="3857" y="1"/>
                        <a:pt x="382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p:nvPr/>
              </p:nvSpPr>
              <p:spPr>
                <a:xfrm>
                  <a:off x="6786305" y="2531717"/>
                  <a:ext cx="690991" cy="311414"/>
                </a:xfrm>
                <a:custGeom>
                  <a:avLst/>
                  <a:gdLst/>
                  <a:ahLst/>
                  <a:cxnLst/>
                  <a:rect l="l" t="t" r="r" b="b"/>
                  <a:pathLst>
                    <a:path w="13939" h="6282" extrusionOk="0">
                      <a:moveTo>
                        <a:pt x="120" y="0"/>
                      </a:moveTo>
                      <a:lnTo>
                        <a:pt x="24" y="4077"/>
                      </a:lnTo>
                      <a:cubicBezTo>
                        <a:pt x="0" y="5140"/>
                        <a:pt x="842" y="6021"/>
                        <a:pt x="1905" y="6047"/>
                      </a:cubicBezTo>
                      <a:lnTo>
                        <a:pt x="11892" y="6281"/>
                      </a:lnTo>
                      <a:cubicBezTo>
                        <a:pt x="11907" y="6281"/>
                        <a:pt x="11923" y="6281"/>
                        <a:pt x="11938" y="6281"/>
                      </a:cubicBezTo>
                      <a:cubicBezTo>
                        <a:pt x="12980" y="6281"/>
                        <a:pt x="13838" y="5448"/>
                        <a:pt x="13863" y="4400"/>
                      </a:cubicBezTo>
                      <a:lnTo>
                        <a:pt x="13913" y="2250"/>
                      </a:lnTo>
                      <a:cubicBezTo>
                        <a:pt x="13938" y="1187"/>
                        <a:pt x="13096" y="304"/>
                        <a:pt x="12032" y="279"/>
                      </a:cubicBezTo>
                      <a:lnTo>
                        <a:pt x="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5"/>
                <p:cNvSpPr/>
                <p:nvPr/>
              </p:nvSpPr>
              <p:spPr>
                <a:xfrm>
                  <a:off x="6844996" y="2208573"/>
                  <a:ext cx="352659" cy="598439"/>
                </a:xfrm>
                <a:custGeom>
                  <a:avLst/>
                  <a:gdLst/>
                  <a:ahLst/>
                  <a:cxnLst/>
                  <a:rect l="l" t="t" r="r" b="b"/>
                  <a:pathLst>
                    <a:path w="7114" h="12072" extrusionOk="0">
                      <a:moveTo>
                        <a:pt x="3624" y="0"/>
                      </a:moveTo>
                      <a:cubicBezTo>
                        <a:pt x="1758" y="0"/>
                        <a:pt x="225" y="1490"/>
                        <a:pt x="181" y="3365"/>
                      </a:cubicBezTo>
                      <a:lnTo>
                        <a:pt x="25" y="10025"/>
                      </a:lnTo>
                      <a:cubicBezTo>
                        <a:pt x="1" y="11065"/>
                        <a:pt x="825" y="11929"/>
                        <a:pt x="1865" y="11953"/>
                      </a:cubicBezTo>
                      <a:lnTo>
                        <a:pt x="6868" y="12071"/>
                      </a:lnTo>
                      <a:lnTo>
                        <a:pt x="7069" y="3526"/>
                      </a:lnTo>
                      <a:cubicBezTo>
                        <a:pt x="7114" y="1624"/>
                        <a:pt x="5608" y="46"/>
                        <a:pt x="3706" y="1"/>
                      </a:cubicBezTo>
                      <a:cubicBezTo>
                        <a:pt x="3678" y="1"/>
                        <a:pt x="3651" y="0"/>
                        <a:pt x="36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5"/>
                <p:cNvSpPr/>
                <p:nvPr/>
              </p:nvSpPr>
              <p:spPr>
                <a:xfrm>
                  <a:off x="7083580" y="2378898"/>
                  <a:ext cx="40947" cy="41988"/>
                </a:xfrm>
                <a:custGeom>
                  <a:avLst/>
                  <a:gdLst/>
                  <a:ahLst/>
                  <a:cxnLst/>
                  <a:rect l="l" t="t" r="r" b="b"/>
                  <a:pathLst>
                    <a:path w="826" h="847" extrusionOk="0">
                      <a:moveTo>
                        <a:pt x="413" y="0"/>
                      </a:moveTo>
                      <a:cubicBezTo>
                        <a:pt x="197" y="0"/>
                        <a:pt x="19" y="180"/>
                        <a:pt x="10" y="408"/>
                      </a:cubicBezTo>
                      <a:cubicBezTo>
                        <a:pt x="1" y="642"/>
                        <a:pt x="173" y="839"/>
                        <a:pt x="396" y="847"/>
                      </a:cubicBezTo>
                      <a:cubicBezTo>
                        <a:pt x="401" y="847"/>
                        <a:pt x="407" y="847"/>
                        <a:pt x="412" y="847"/>
                      </a:cubicBezTo>
                      <a:cubicBezTo>
                        <a:pt x="628" y="847"/>
                        <a:pt x="808" y="668"/>
                        <a:pt x="817" y="440"/>
                      </a:cubicBezTo>
                      <a:cubicBezTo>
                        <a:pt x="826" y="206"/>
                        <a:pt x="653" y="10"/>
                        <a:pt x="429" y="1"/>
                      </a:cubicBezTo>
                      <a:cubicBezTo>
                        <a:pt x="424" y="0"/>
                        <a:pt x="419" y="0"/>
                        <a:pt x="4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6957720" y="2373892"/>
                  <a:ext cx="41046" cy="42037"/>
                </a:xfrm>
                <a:custGeom>
                  <a:avLst/>
                  <a:gdLst/>
                  <a:ahLst/>
                  <a:cxnLst/>
                  <a:rect l="l" t="t" r="r" b="b"/>
                  <a:pathLst>
                    <a:path w="828" h="848" extrusionOk="0">
                      <a:moveTo>
                        <a:pt x="414" y="1"/>
                      </a:moveTo>
                      <a:cubicBezTo>
                        <a:pt x="199" y="1"/>
                        <a:pt x="19" y="180"/>
                        <a:pt x="10" y="408"/>
                      </a:cubicBezTo>
                      <a:cubicBezTo>
                        <a:pt x="1" y="642"/>
                        <a:pt x="174" y="839"/>
                        <a:pt x="397" y="847"/>
                      </a:cubicBezTo>
                      <a:cubicBezTo>
                        <a:pt x="403" y="847"/>
                        <a:pt x="408" y="847"/>
                        <a:pt x="413" y="847"/>
                      </a:cubicBezTo>
                      <a:cubicBezTo>
                        <a:pt x="629" y="847"/>
                        <a:pt x="808" y="669"/>
                        <a:pt x="818" y="440"/>
                      </a:cubicBezTo>
                      <a:cubicBezTo>
                        <a:pt x="827" y="207"/>
                        <a:pt x="653" y="10"/>
                        <a:pt x="430" y="1"/>
                      </a:cubicBezTo>
                      <a:cubicBezTo>
                        <a:pt x="425" y="1"/>
                        <a:pt x="420" y="1"/>
                        <a:pt x="4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5"/>
                <p:cNvSpPr/>
                <p:nvPr/>
              </p:nvSpPr>
              <p:spPr>
                <a:xfrm>
                  <a:off x="6791163" y="2525925"/>
                  <a:ext cx="333970" cy="300459"/>
                </a:xfrm>
                <a:custGeom>
                  <a:avLst/>
                  <a:gdLst/>
                  <a:ahLst/>
                  <a:cxnLst/>
                  <a:rect l="l" t="t" r="r" b="b"/>
                  <a:pathLst>
                    <a:path w="6737" h="6061" extrusionOk="0">
                      <a:moveTo>
                        <a:pt x="113" y="0"/>
                      </a:moveTo>
                      <a:lnTo>
                        <a:pt x="59" y="2490"/>
                      </a:lnTo>
                      <a:lnTo>
                        <a:pt x="21" y="4214"/>
                      </a:lnTo>
                      <a:cubicBezTo>
                        <a:pt x="1" y="5157"/>
                        <a:pt x="688" y="5940"/>
                        <a:pt x="1553" y="5962"/>
                      </a:cubicBezTo>
                      <a:lnTo>
                        <a:pt x="2112" y="5977"/>
                      </a:lnTo>
                      <a:lnTo>
                        <a:pt x="5397" y="6060"/>
                      </a:lnTo>
                      <a:lnTo>
                        <a:pt x="6636" y="5531"/>
                      </a:lnTo>
                      <a:lnTo>
                        <a:pt x="6718" y="1718"/>
                      </a:lnTo>
                      <a:cubicBezTo>
                        <a:pt x="6736" y="863"/>
                        <a:pt x="6114" y="153"/>
                        <a:pt x="5328" y="133"/>
                      </a:cubicBezTo>
                      <a:lnTo>
                        <a:pt x="11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5"/>
                <p:cNvSpPr/>
                <p:nvPr/>
              </p:nvSpPr>
              <p:spPr>
                <a:xfrm>
                  <a:off x="7114313" y="2796481"/>
                  <a:ext cx="299814" cy="13038"/>
                </a:xfrm>
                <a:custGeom>
                  <a:avLst/>
                  <a:gdLst/>
                  <a:ahLst/>
                  <a:cxnLst/>
                  <a:rect l="l" t="t" r="r" b="b"/>
                  <a:pathLst>
                    <a:path w="6048" h="263" extrusionOk="0">
                      <a:moveTo>
                        <a:pt x="2" y="1"/>
                      </a:moveTo>
                      <a:lnTo>
                        <a:pt x="0" y="122"/>
                      </a:lnTo>
                      <a:lnTo>
                        <a:pt x="6044" y="263"/>
                      </a:lnTo>
                      <a:lnTo>
                        <a:pt x="6048" y="141"/>
                      </a:lnTo>
                      <a:lnTo>
                        <a:pt x="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5"/>
                <p:cNvSpPr/>
                <p:nvPr/>
              </p:nvSpPr>
              <p:spPr>
                <a:xfrm>
                  <a:off x="6785363" y="2530584"/>
                  <a:ext cx="333920" cy="300459"/>
                </a:xfrm>
                <a:custGeom>
                  <a:avLst/>
                  <a:gdLst/>
                  <a:ahLst/>
                  <a:cxnLst/>
                  <a:rect l="l" t="t" r="r" b="b"/>
                  <a:pathLst>
                    <a:path w="6736" h="6061" extrusionOk="0">
                      <a:moveTo>
                        <a:pt x="112" y="1"/>
                      </a:moveTo>
                      <a:lnTo>
                        <a:pt x="58" y="2490"/>
                      </a:lnTo>
                      <a:lnTo>
                        <a:pt x="21" y="4215"/>
                      </a:lnTo>
                      <a:cubicBezTo>
                        <a:pt x="0" y="5158"/>
                        <a:pt x="686" y="5941"/>
                        <a:pt x="1552" y="5963"/>
                      </a:cubicBezTo>
                      <a:lnTo>
                        <a:pt x="2111" y="5976"/>
                      </a:lnTo>
                      <a:lnTo>
                        <a:pt x="5396" y="6061"/>
                      </a:lnTo>
                      <a:lnTo>
                        <a:pt x="6635" y="5531"/>
                      </a:lnTo>
                      <a:lnTo>
                        <a:pt x="6716" y="1719"/>
                      </a:lnTo>
                      <a:cubicBezTo>
                        <a:pt x="6736" y="864"/>
                        <a:pt x="6113" y="154"/>
                        <a:pt x="5326" y="134"/>
                      </a:cubicBez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6784074" y="2530584"/>
                  <a:ext cx="281076" cy="300459"/>
                </a:xfrm>
                <a:custGeom>
                  <a:avLst/>
                  <a:gdLst/>
                  <a:ahLst/>
                  <a:cxnLst/>
                  <a:rect l="l" t="t" r="r" b="b"/>
                  <a:pathLst>
                    <a:path w="5670" h="6061" extrusionOk="0">
                      <a:moveTo>
                        <a:pt x="111" y="1"/>
                      </a:moveTo>
                      <a:lnTo>
                        <a:pt x="58" y="2490"/>
                      </a:lnTo>
                      <a:lnTo>
                        <a:pt x="21" y="4215"/>
                      </a:lnTo>
                      <a:cubicBezTo>
                        <a:pt x="1" y="5158"/>
                        <a:pt x="676" y="5941"/>
                        <a:pt x="1529" y="5963"/>
                      </a:cubicBezTo>
                      <a:lnTo>
                        <a:pt x="2080" y="5976"/>
                      </a:lnTo>
                      <a:lnTo>
                        <a:pt x="5313" y="6061"/>
                      </a:lnTo>
                      <a:lnTo>
                        <a:pt x="5382" y="3299"/>
                      </a:lnTo>
                      <a:cubicBezTo>
                        <a:pt x="5382" y="1093"/>
                        <a:pt x="5670" y="90"/>
                        <a:pt x="3548" y="90"/>
                      </a:cubicBezTo>
                      <a:lnTo>
                        <a:pt x="111" y="1"/>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5" name="Google Shape;95;p15"/>
            <p:cNvSpPr/>
            <p:nvPr/>
          </p:nvSpPr>
          <p:spPr>
            <a:xfrm>
              <a:off x="7382908" y="2457626"/>
              <a:ext cx="113773" cy="46659"/>
            </a:xfrm>
            <a:custGeom>
              <a:avLst/>
              <a:gdLst/>
              <a:ahLst/>
              <a:cxnLst/>
              <a:rect l="l" t="t" r="r" b="b"/>
              <a:pathLst>
                <a:path w="1880" h="771" extrusionOk="0">
                  <a:moveTo>
                    <a:pt x="1011" y="0"/>
                  </a:moveTo>
                  <a:cubicBezTo>
                    <a:pt x="616" y="0"/>
                    <a:pt x="237" y="195"/>
                    <a:pt x="0" y="525"/>
                  </a:cubicBezTo>
                  <a:lnTo>
                    <a:pt x="1157" y="770"/>
                  </a:lnTo>
                  <a:lnTo>
                    <a:pt x="1451" y="405"/>
                  </a:lnTo>
                  <a:lnTo>
                    <a:pt x="1880" y="130"/>
                  </a:lnTo>
                  <a:lnTo>
                    <a:pt x="1136" y="7"/>
                  </a:lnTo>
                  <a:cubicBezTo>
                    <a:pt x="1094" y="2"/>
                    <a:pt x="1052" y="0"/>
                    <a:pt x="1011" y="0"/>
                  </a:cubicBez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p:cNvSpPr/>
            <p:nvPr/>
          </p:nvSpPr>
          <p:spPr>
            <a:xfrm>
              <a:off x="7479613" y="2416778"/>
              <a:ext cx="361047" cy="136709"/>
            </a:xfrm>
            <a:custGeom>
              <a:avLst/>
              <a:gdLst/>
              <a:ahLst/>
              <a:cxnLst/>
              <a:rect l="l" t="t" r="r" b="b"/>
              <a:pathLst>
                <a:path w="5966" h="2259" extrusionOk="0">
                  <a:moveTo>
                    <a:pt x="4851" y="0"/>
                  </a:moveTo>
                  <a:cubicBezTo>
                    <a:pt x="4763" y="0"/>
                    <a:pt x="4675" y="11"/>
                    <a:pt x="4586" y="34"/>
                  </a:cubicBezTo>
                  <a:lnTo>
                    <a:pt x="7" y="1173"/>
                  </a:lnTo>
                  <a:lnTo>
                    <a:pt x="1" y="1174"/>
                  </a:lnTo>
                  <a:lnTo>
                    <a:pt x="89" y="1914"/>
                  </a:lnTo>
                  <a:cubicBezTo>
                    <a:pt x="89" y="1914"/>
                    <a:pt x="1452" y="2259"/>
                    <a:pt x="3406" y="2259"/>
                  </a:cubicBezTo>
                  <a:cubicBezTo>
                    <a:pt x="3893" y="2259"/>
                    <a:pt x="4418" y="2238"/>
                    <a:pt x="4966" y="2184"/>
                  </a:cubicBezTo>
                  <a:cubicBezTo>
                    <a:pt x="5383" y="2143"/>
                    <a:pt x="5715" y="1871"/>
                    <a:pt x="5863" y="1512"/>
                  </a:cubicBezTo>
                  <a:cubicBezTo>
                    <a:pt x="5940" y="1322"/>
                    <a:pt x="5966" y="1108"/>
                    <a:pt x="5924" y="891"/>
                  </a:cubicBezTo>
                  <a:cubicBezTo>
                    <a:pt x="5832" y="402"/>
                    <a:pt x="5428" y="54"/>
                    <a:pt x="4961" y="6"/>
                  </a:cubicBezTo>
                  <a:cubicBezTo>
                    <a:pt x="4924" y="2"/>
                    <a:pt x="4888" y="0"/>
                    <a:pt x="4851" y="0"/>
                  </a:cubicBezTo>
                  <a:close/>
                </a:path>
              </a:pathLst>
            </a:custGeom>
            <a:solidFill>
              <a:srgbClr val="8E51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p:nvPr/>
          </p:nvSpPr>
          <p:spPr>
            <a:xfrm>
              <a:off x="7434165" y="2454903"/>
              <a:ext cx="125090" cy="61788"/>
            </a:xfrm>
            <a:custGeom>
              <a:avLst/>
              <a:gdLst/>
              <a:ahLst/>
              <a:cxnLst/>
              <a:rect l="l" t="t" r="r" b="b"/>
              <a:pathLst>
                <a:path w="2067" h="1021" extrusionOk="0">
                  <a:moveTo>
                    <a:pt x="925" y="0"/>
                  </a:moveTo>
                  <a:cubicBezTo>
                    <a:pt x="799" y="0"/>
                    <a:pt x="671" y="16"/>
                    <a:pt x="546" y="47"/>
                  </a:cubicBezTo>
                  <a:lnTo>
                    <a:pt x="381" y="101"/>
                  </a:lnTo>
                  <a:cubicBezTo>
                    <a:pt x="243" y="145"/>
                    <a:pt x="135" y="255"/>
                    <a:pt x="93" y="394"/>
                  </a:cubicBezTo>
                  <a:lnTo>
                    <a:pt x="0" y="698"/>
                  </a:lnTo>
                  <a:lnTo>
                    <a:pt x="0" y="698"/>
                  </a:lnTo>
                  <a:lnTo>
                    <a:pt x="204" y="610"/>
                  </a:lnTo>
                  <a:lnTo>
                    <a:pt x="630" y="1020"/>
                  </a:lnTo>
                  <a:lnTo>
                    <a:pt x="2066" y="498"/>
                  </a:lnTo>
                  <a:cubicBezTo>
                    <a:pt x="1767" y="176"/>
                    <a:pt x="1352" y="0"/>
                    <a:pt x="925" y="0"/>
                  </a:cubicBezTo>
                  <a:close/>
                </a:path>
              </a:pathLst>
            </a:custGeom>
            <a:solidFill>
              <a:srgbClr val="8E51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 name="Google Shape;98;p15"/>
            <p:cNvGrpSpPr/>
            <p:nvPr/>
          </p:nvGrpSpPr>
          <p:grpSpPr>
            <a:xfrm>
              <a:off x="6727087" y="1670074"/>
              <a:ext cx="765062" cy="2187889"/>
              <a:chOff x="6885325" y="1449825"/>
              <a:chExt cx="316050" cy="903825"/>
            </a:xfrm>
          </p:grpSpPr>
          <p:sp>
            <p:nvSpPr>
              <p:cNvPr id="99" name="Google Shape;99;p15"/>
              <p:cNvSpPr/>
              <p:nvPr/>
            </p:nvSpPr>
            <p:spPr>
              <a:xfrm>
                <a:off x="6910600" y="2085150"/>
                <a:ext cx="70450" cy="265475"/>
              </a:xfrm>
              <a:custGeom>
                <a:avLst/>
                <a:gdLst/>
                <a:ahLst/>
                <a:cxnLst/>
                <a:rect l="l" t="t" r="r" b="b"/>
                <a:pathLst>
                  <a:path w="2818" h="10619" extrusionOk="0">
                    <a:moveTo>
                      <a:pt x="1633" y="0"/>
                    </a:moveTo>
                    <a:lnTo>
                      <a:pt x="1" y="10618"/>
                    </a:lnTo>
                    <a:lnTo>
                      <a:pt x="593" y="10618"/>
                    </a:lnTo>
                    <a:lnTo>
                      <a:pt x="28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5"/>
              <p:cNvSpPr/>
              <p:nvPr/>
            </p:nvSpPr>
            <p:spPr>
              <a:xfrm>
                <a:off x="6982700" y="1624575"/>
                <a:ext cx="93125" cy="188725"/>
              </a:xfrm>
              <a:custGeom>
                <a:avLst/>
                <a:gdLst/>
                <a:ahLst/>
                <a:cxnLst/>
                <a:rect l="l" t="t" r="r" b="b"/>
                <a:pathLst>
                  <a:path w="3725" h="7549" extrusionOk="0">
                    <a:moveTo>
                      <a:pt x="2170" y="0"/>
                    </a:moveTo>
                    <a:cubicBezTo>
                      <a:pt x="1532" y="0"/>
                      <a:pt x="958" y="392"/>
                      <a:pt x="768" y="1000"/>
                    </a:cubicBezTo>
                    <a:cubicBezTo>
                      <a:pt x="0" y="3466"/>
                      <a:pt x="388" y="4136"/>
                      <a:pt x="972" y="6500"/>
                    </a:cubicBezTo>
                    <a:cubicBezTo>
                      <a:pt x="1092" y="6985"/>
                      <a:pt x="1479" y="7371"/>
                      <a:pt x="1978" y="7501"/>
                    </a:cubicBezTo>
                    <a:cubicBezTo>
                      <a:pt x="2100" y="7533"/>
                      <a:pt x="2221" y="7548"/>
                      <a:pt x="2339" y="7548"/>
                    </a:cubicBezTo>
                    <a:cubicBezTo>
                      <a:pt x="3078" y="7548"/>
                      <a:pt x="3697" y="6960"/>
                      <a:pt x="3652" y="6203"/>
                    </a:cubicBezTo>
                    <a:lnTo>
                      <a:pt x="3724" y="1422"/>
                    </a:lnTo>
                    <a:cubicBezTo>
                      <a:pt x="3704" y="1081"/>
                      <a:pt x="3563" y="767"/>
                      <a:pt x="3338" y="519"/>
                    </a:cubicBezTo>
                    <a:cubicBezTo>
                      <a:pt x="3131" y="290"/>
                      <a:pt x="2855" y="120"/>
                      <a:pt x="2534" y="43"/>
                    </a:cubicBezTo>
                    <a:cubicBezTo>
                      <a:pt x="2412" y="14"/>
                      <a:pt x="2290" y="0"/>
                      <a:pt x="2170"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p:nvPr/>
            </p:nvSpPr>
            <p:spPr>
              <a:xfrm>
                <a:off x="7001200" y="1786050"/>
                <a:ext cx="140650" cy="122800"/>
              </a:xfrm>
              <a:custGeom>
                <a:avLst/>
                <a:gdLst/>
                <a:ahLst/>
                <a:cxnLst/>
                <a:rect l="l" t="t" r="r" b="b"/>
                <a:pathLst>
                  <a:path w="5626" h="4912" extrusionOk="0">
                    <a:moveTo>
                      <a:pt x="2157" y="1"/>
                    </a:moveTo>
                    <a:lnTo>
                      <a:pt x="1" y="1800"/>
                    </a:lnTo>
                    <a:cubicBezTo>
                      <a:pt x="1871" y="3493"/>
                      <a:pt x="4863" y="4912"/>
                      <a:pt x="4863" y="4912"/>
                    </a:cubicBezTo>
                    <a:lnTo>
                      <a:pt x="5625" y="4133"/>
                    </a:lnTo>
                    <a:lnTo>
                      <a:pt x="2157" y="1"/>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7143100" y="1882775"/>
                <a:ext cx="54275" cy="29525"/>
              </a:xfrm>
              <a:custGeom>
                <a:avLst/>
                <a:gdLst/>
                <a:ahLst/>
                <a:cxnLst/>
                <a:rect l="l" t="t" r="r" b="b"/>
                <a:pathLst>
                  <a:path w="2171" h="1181" extrusionOk="0">
                    <a:moveTo>
                      <a:pt x="1" y="0"/>
                    </a:moveTo>
                    <a:lnTo>
                      <a:pt x="1853" y="1165"/>
                    </a:lnTo>
                    <a:cubicBezTo>
                      <a:pt x="1877" y="1175"/>
                      <a:pt x="1903" y="1181"/>
                      <a:pt x="1930" y="1181"/>
                    </a:cubicBezTo>
                    <a:cubicBezTo>
                      <a:pt x="1947" y="1181"/>
                      <a:pt x="1965" y="1178"/>
                      <a:pt x="1983" y="1173"/>
                    </a:cubicBezTo>
                    <a:cubicBezTo>
                      <a:pt x="2124" y="1132"/>
                      <a:pt x="2170" y="957"/>
                      <a:pt x="2070" y="852"/>
                    </a:cubicBezTo>
                    <a:lnTo>
                      <a:pt x="1488" y="243"/>
                    </a:lnTo>
                    <a:cubicBezTo>
                      <a:pt x="1377" y="126"/>
                      <a:pt x="1225" y="58"/>
                      <a:pt x="1064" y="50"/>
                    </a:cubicBezTo>
                    <a:lnTo>
                      <a:pt x="1"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5"/>
              <p:cNvSpPr/>
              <p:nvPr/>
            </p:nvSpPr>
            <p:spPr>
              <a:xfrm>
                <a:off x="7104300" y="1878175"/>
                <a:ext cx="73575" cy="51375"/>
              </a:xfrm>
              <a:custGeom>
                <a:avLst/>
                <a:gdLst/>
                <a:ahLst/>
                <a:cxnLst/>
                <a:rect l="l" t="t" r="r" b="b"/>
                <a:pathLst>
                  <a:path w="2943" h="2055" extrusionOk="0">
                    <a:moveTo>
                      <a:pt x="1108" y="0"/>
                    </a:moveTo>
                    <a:lnTo>
                      <a:pt x="0" y="839"/>
                    </a:lnTo>
                    <a:lnTo>
                      <a:pt x="1009" y="2055"/>
                    </a:lnTo>
                    <a:lnTo>
                      <a:pt x="2943" y="759"/>
                    </a:lnTo>
                    <a:lnTo>
                      <a:pt x="1108"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5"/>
              <p:cNvSpPr/>
              <p:nvPr/>
            </p:nvSpPr>
            <p:spPr>
              <a:xfrm>
                <a:off x="7153575" y="1897150"/>
                <a:ext cx="43200" cy="32300"/>
              </a:xfrm>
              <a:custGeom>
                <a:avLst/>
                <a:gdLst/>
                <a:ahLst/>
                <a:cxnLst/>
                <a:rect l="l" t="t" r="r" b="b"/>
                <a:pathLst>
                  <a:path w="1728" h="1292" extrusionOk="0">
                    <a:moveTo>
                      <a:pt x="972" y="0"/>
                    </a:moveTo>
                    <a:lnTo>
                      <a:pt x="0" y="509"/>
                    </a:lnTo>
                    <a:lnTo>
                      <a:pt x="862" y="715"/>
                    </a:lnTo>
                    <a:lnTo>
                      <a:pt x="1348" y="1236"/>
                    </a:lnTo>
                    <a:cubicBezTo>
                      <a:pt x="1382" y="1270"/>
                      <a:pt x="1429" y="1290"/>
                      <a:pt x="1478" y="1291"/>
                    </a:cubicBezTo>
                    <a:cubicBezTo>
                      <a:pt x="1480" y="1291"/>
                      <a:pt x="1482" y="1291"/>
                      <a:pt x="1484" y="1291"/>
                    </a:cubicBezTo>
                    <a:cubicBezTo>
                      <a:pt x="1637" y="1291"/>
                      <a:pt x="1727" y="1118"/>
                      <a:pt x="1641" y="992"/>
                    </a:cubicBezTo>
                    <a:lnTo>
                      <a:pt x="972"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7151650" y="1904575"/>
                <a:ext cx="32050" cy="24575"/>
              </a:xfrm>
              <a:custGeom>
                <a:avLst/>
                <a:gdLst/>
                <a:ahLst/>
                <a:cxnLst/>
                <a:rect l="l" t="t" r="r" b="b"/>
                <a:pathLst>
                  <a:path w="1282" h="983" extrusionOk="0">
                    <a:moveTo>
                      <a:pt x="519" y="1"/>
                    </a:moveTo>
                    <a:lnTo>
                      <a:pt x="0" y="410"/>
                    </a:lnTo>
                    <a:lnTo>
                      <a:pt x="820" y="939"/>
                    </a:lnTo>
                    <a:cubicBezTo>
                      <a:pt x="866" y="969"/>
                      <a:pt x="918" y="983"/>
                      <a:pt x="970" y="983"/>
                    </a:cubicBezTo>
                    <a:cubicBezTo>
                      <a:pt x="1045" y="983"/>
                      <a:pt x="1119" y="953"/>
                      <a:pt x="1173" y="895"/>
                    </a:cubicBezTo>
                    <a:cubicBezTo>
                      <a:pt x="1282" y="776"/>
                      <a:pt x="1267" y="589"/>
                      <a:pt x="1141" y="490"/>
                    </a:cubicBezTo>
                    <a:lnTo>
                      <a:pt x="519" y="1"/>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5"/>
              <p:cNvSpPr/>
              <p:nvPr/>
            </p:nvSpPr>
            <p:spPr>
              <a:xfrm>
                <a:off x="7140350" y="1912250"/>
                <a:ext cx="32075" cy="24575"/>
              </a:xfrm>
              <a:custGeom>
                <a:avLst/>
                <a:gdLst/>
                <a:ahLst/>
                <a:cxnLst/>
                <a:rect l="l" t="t" r="r" b="b"/>
                <a:pathLst>
                  <a:path w="1283" h="983" extrusionOk="0">
                    <a:moveTo>
                      <a:pt x="520" y="0"/>
                    </a:moveTo>
                    <a:lnTo>
                      <a:pt x="1" y="410"/>
                    </a:lnTo>
                    <a:lnTo>
                      <a:pt x="821" y="939"/>
                    </a:lnTo>
                    <a:cubicBezTo>
                      <a:pt x="867" y="968"/>
                      <a:pt x="919" y="983"/>
                      <a:pt x="970" y="983"/>
                    </a:cubicBezTo>
                    <a:cubicBezTo>
                      <a:pt x="1045" y="983"/>
                      <a:pt x="1120" y="952"/>
                      <a:pt x="1174" y="894"/>
                    </a:cubicBezTo>
                    <a:cubicBezTo>
                      <a:pt x="1282" y="776"/>
                      <a:pt x="1269" y="590"/>
                      <a:pt x="1142" y="490"/>
                    </a:cubicBezTo>
                    <a:lnTo>
                      <a:pt x="520"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5"/>
              <p:cNvSpPr/>
              <p:nvPr/>
            </p:nvSpPr>
            <p:spPr>
              <a:xfrm>
                <a:off x="7129500" y="1919300"/>
                <a:ext cx="32050" cy="24600"/>
              </a:xfrm>
              <a:custGeom>
                <a:avLst/>
                <a:gdLst/>
                <a:ahLst/>
                <a:cxnLst/>
                <a:rect l="l" t="t" r="r" b="b"/>
                <a:pathLst>
                  <a:path w="1282" h="984" extrusionOk="0">
                    <a:moveTo>
                      <a:pt x="520" y="0"/>
                    </a:moveTo>
                    <a:lnTo>
                      <a:pt x="1" y="410"/>
                    </a:lnTo>
                    <a:lnTo>
                      <a:pt x="820" y="939"/>
                    </a:lnTo>
                    <a:cubicBezTo>
                      <a:pt x="866" y="969"/>
                      <a:pt x="918" y="983"/>
                      <a:pt x="969" y="983"/>
                    </a:cubicBezTo>
                    <a:cubicBezTo>
                      <a:pt x="1044" y="983"/>
                      <a:pt x="1118" y="953"/>
                      <a:pt x="1172" y="894"/>
                    </a:cubicBezTo>
                    <a:cubicBezTo>
                      <a:pt x="1282" y="777"/>
                      <a:pt x="1267" y="590"/>
                      <a:pt x="1140" y="490"/>
                    </a:cubicBezTo>
                    <a:lnTo>
                      <a:pt x="520"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5"/>
              <p:cNvSpPr/>
              <p:nvPr/>
            </p:nvSpPr>
            <p:spPr>
              <a:xfrm>
                <a:off x="7042625" y="2216550"/>
                <a:ext cx="63125" cy="88725"/>
              </a:xfrm>
              <a:custGeom>
                <a:avLst/>
                <a:gdLst/>
                <a:ahLst/>
                <a:cxnLst/>
                <a:rect l="l" t="t" r="r" b="b"/>
                <a:pathLst>
                  <a:path w="2525" h="3549" extrusionOk="0">
                    <a:moveTo>
                      <a:pt x="2298" y="1"/>
                    </a:moveTo>
                    <a:lnTo>
                      <a:pt x="0" y="51"/>
                    </a:lnTo>
                    <a:lnTo>
                      <a:pt x="241" y="3549"/>
                    </a:lnTo>
                    <a:lnTo>
                      <a:pt x="2524" y="3292"/>
                    </a:lnTo>
                    <a:lnTo>
                      <a:pt x="22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5"/>
              <p:cNvSpPr/>
              <p:nvPr/>
            </p:nvSpPr>
            <p:spPr>
              <a:xfrm>
                <a:off x="7040900" y="2277775"/>
                <a:ext cx="160475" cy="75850"/>
              </a:xfrm>
              <a:custGeom>
                <a:avLst/>
                <a:gdLst/>
                <a:ahLst/>
                <a:cxnLst/>
                <a:rect l="l" t="t" r="r" b="b"/>
                <a:pathLst>
                  <a:path w="6419" h="3034" extrusionOk="0">
                    <a:moveTo>
                      <a:pt x="2013" y="0"/>
                    </a:moveTo>
                    <a:cubicBezTo>
                      <a:pt x="1802" y="0"/>
                      <a:pt x="1597" y="63"/>
                      <a:pt x="1427" y="182"/>
                    </a:cubicBezTo>
                    <a:cubicBezTo>
                      <a:pt x="1254" y="302"/>
                      <a:pt x="1049" y="365"/>
                      <a:pt x="841" y="365"/>
                    </a:cubicBezTo>
                    <a:cubicBezTo>
                      <a:pt x="723" y="365"/>
                      <a:pt x="604" y="345"/>
                      <a:pt x="490" y="303"/>
                    </a:cubicBezTo>
                    <a:lnTo>
                      <a:pt x="374" y="261"/>
                    </a:lnTo>
                    <a:cubicBezTo>
                      <a:pt x="343" y="249"/>
                      <a:pt x="310" y="244"/>
                      <a:pt x="277" y="244"/>
                    </a:cubicBezTo>
                    <a:cubicBezTo>
                      <a:pt x="222" y="244"/>
                      <a:pt x="167" y="260"/>
                      <a:pt x="120" y="292"/>
                    </a:cubicBezTo>
                    <a:cubicBezTo>
                      <a:pt x="44" y="340"/>
                      <a:pt x="1" y="422"/>
                      <a:pt x="1" y="507"/>
                    </a:cubicBezTo>
                    <a:cubicBezTo>
                      <a:pt x="1" y="530"/>
                      <a:pt x="4" y="554"/>
                      <a:pt x="11" y="576"/>
                    </a:cubicBezTo>
                    <a:cubicBezTo>
                      <a:pt x="322" y="1656"/>
                      <a:pt x="13" y="1875"/>
                      <a:pt x="68" y="2610"/>
                    </a:cubicBezTo>
                    <a:cubicBezTo>
                      <a:pt x="77" y="2734"/>
                      <a:pt x="98" y="2873"/>
                      <a:pt x="132" y="3033"/>
                    </a:cubicBezTo>
                    <a:lnTo>
                      <a:pt x="6418" y="3033"/>
                    </a:lnTo>
                    <a:cubicBezTo>
                      <a:pt x="6418" y="2878"/>
                      <a:pt x="6402" y="2737"/>
                      <a:pt x="6372" y="2610"/>
                    </a:cubicBezTo>
                    <a:cubicBezTo>
                      <a:pt x="6056" y="1287"/>
                      <a:pt x="4211" y="1385"/>
                      <a:pt x="3132" y="300"/>
                    </a:cubicBezTo>
                    <a:cubicBezTo>
                      <a:pt x="2944" y="109"/>
                      <a:pt x="2684" y="0"/>
                      <a:pt x="24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5"/>
              <p:cNvSpPr/>
              <p:nvPr/>
            </p:nvSpPr>
            <p:spPr>
              <a:xfrm>
                <a:off x="7044600" y="2310600"/>
                <a:ext cx="42975" cy="37725"/>
              </a:xfrm>
              <a:custGeom>
                <a:avLst/>
                <a:gdLst/>
                <a:ahLst/>
                <a:cxnLst/>
                <a:rect l="l" t="t" r="r" b="b"/>
                <a:pathLst>
                  <a:path w="1719" h="1509" fill="none" extrusionOk="0">
                    <a:moveTo>
                      <a:pt x="0" y="1"/>
                    </a:moveTo>
                    <a:cubicBezTo>
                      <a:pt x="1214" y="1"/>
                      <a:pt x="1718" y="1509"/>
                      <a:pt x="1718" y="1509"/>
                    </a:cubicBezTo>
                  </a:path>
                </a:pathLst>
              </a:custGeom>
              <a:noFill/>
              <a:ln w="475" cap="flat" cmpd="sng">
                <a:solidFill>
                  <a:srgbClr val="4C4C4B"/>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5"/>
              <p:cNvSpPr/>
              <p:nvPr/>
            </p:nvSpPr>
            <p:spPr>
              <a:xfrm>
                <a:off x="7042600" y="2343025"/>
                <a:ext cx="158775" cy="10600"/>
              </a:xfrm>
              <a:custGeom>
                <a:avLst/>
                <a:gdLst/>
                <a:ahLst/>
                <a:cxnLst/>
                <a:rect l="l" t="t" r="r" b="b"/>
                <a:pathLst>
                  <a:path w="6351" h="424" extrusionOk="0">
                    <a:moveTo>
                      <a:pt x="0" y="0"/>
                    </a:moveTo>
                    <a:cubicBezTo>
                      <a:pt x="9" y="124"/>
                      <a:pt x="30" y="263"/>
                      <a:pt x="64" y="423"/>
                    </a:cubicBezTo>
                    <a:lnTo>
                      <a:pt x="6350" y="423"/>
                    </a:lnTo>
                    <a:cubicBezTo>
                      <a:pt x="6350" y="268"/>
                      <a:pt x="6334" y="127"/>
                      <a:pt x="6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5"/>
              <p:cNvSpPr/>
              <p:nvPr/>
            </p:nvSpPr>
            <p:spPr>
              <a:xfrm>
                <a:off x="6892725" y="2223400"/>
                <a:ext cx="72100" cy="93350"/>
              </a:xfrm>
              <a:custGeom>
                <a:avLst/>
                <a:gdLst/>
                <a:ahLst/>
                <a:cxnLst/>
                <a:rect l="l" t="t" r="r" b="b"/>
                <a:pathLst>
                  <a:path w="2884" h="3734" extrusionOk="0">
                    <a:moveTo>
                      <a:pt x="586" y="1"/>
                    </a:moveTo>
                    <a:lnTo>
                      <a:pt x="0" y="3733"/>
                    </a:lnTo>
                    <a:lnTo>
                      <a:pt x="2250" y="3095"/>
                    </a:lnTo>
                    <a:lnTo>
                      <a:pt x="2883" y="120"/>
                    </a:lnTo>
                    <a:lnTo>
                      <a:pt x="58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5"/>
              <p:cNvSpPr/>
              <p:nvPr/>
            </p:nvSpPr>
            <p:spPr>
              <a:xfrm>
                <a:off x="6885325" y="2284925"/>
                <a:ext cx="119825" cy="68725"/>
              </a:xfrm>
              <a:custGeom>
                <a:avLst/>
                <a:gdLst/>
                <a:ahLst/>
                <a:cxnLst/>
                <a:rect l="l" t="t" r="r" b="b"/>
                <a:pathLst>
                  <a:path w="4793" h="2749" extrusionOk="0">
                    <a:moveTo>
                      <a:pt x="899" y="0"/>
                    </a:moveTo>
                    <a:cubicBezTo>
                      <a:pt x="45" y="1199"/>
                      <a:pt x="0" y="2748"/>
                      <a:pt x="457" y="2748"/>
                    </a:cubicBezTo>
                    <a:lnTo>
                      <a:pt x="4213" y="2748"/>
                    </a:lnTo>
                    <a:cubicBezTo>
                      <a:pt x="4793" y="2748"/>
                      <a:pt x="4663" y="2127"/>
                      <a:pt x="4119" y="2127"/>
                    </a:cubicBezTo>
                    <a:cubicBezTo>
                      <a:pt x="4020" y="2127"/>
                      <a:pt x="3908" y="2147"/>
                      <a:pt x="3784" y="2195"/>
                    </a:cubicBezTo>
                    <a:cubicBezTo>
                      <a:pt x="2871" y="1062"/>
                      <a:pt x="2775" y="0"/>
                      <a:pt x="2775" y="0"/>
                    </a:cubicBezTo>
                    <a:close/>
                  </a:path>
                </a:pathLst>
              </a:custGeom>
              <a:solidFill>
                <a:srgbClr val="C06C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5"/>
              <p:cNvSpPr/>
              <p:nvPr/>
            </p:nvSpPr>
            <p:spPr>
              <a:xfrm>
                <a:off x="6885350" y="2275700"/>
                <a:ext cx="118300" cy="77925"/>
              </a:xfrm>
              <a:custGeom>
                <a:avLst/>
                <a:gdLst/>
                <a:ahLst/>
                <a:cxnLst/>
                <a:rect l="l" t="t" r="r" b="b"/>
                <a:pathLst>
                  <a:path w="4732" h="3117" extrusionOk="0">
                    <a:moveTo>
                      <a:pt x="1771" y="1"/>
                    </a:moveTo>
                    <a:cubicBezTo>
                      <a:pt x="1493" y="1"/>
                      <a:pt x="1229" y="80"/>
                      <a:pt x="1009" y="219"/>
                    </a:cubicBezTo>
                    <a:cubicBezTo>
                      <a:pt x="786" y="358"/>
                      <a:pt x="604" y="558"/>
                      <a:pt x="493" y="799"/>
                    </a:cubicBezTo>
                    <a:cubicBezTo>
                      <a:pt x="275" y="1276"/>
                      <a:pt x="51" y="1941"/>
                      <a:pt x="9" y="2733"/>
                    </a:cubicBezTo>
                    <a:cubicBezTo>
                      <a:pt x="1" y="2858"/>
                      <a:pt x="0" y="2985"/>
                      <a:pt x="3" y="3116"/>
                    </a:cubicBezTo>
                    <a:lnTo>
                      <a:pt x="4732" y="3116"/>
                    </a:lnTo>
                    <a:cubicBezTo>
                      <a:pt x="4732" y="2969"/>
                      <a:pt x="4711" y="2843"/>
                      <a:pt x="4670" y="2733"/>
                    </a:cubicBezTo>
                    <a:cubicBezTo>
                      <a:pt x="4426" y="2022"/>
                      <a:pt x="3485" y="1944"/>
                      <a:pt x="3080" y="878"/>
                    </a:cubicBezTo>
                    <a:cubicBezTo>
                      <a:pt x="2882" y="352"/>
                      <a:pt x="2359" y="1"/>
                      <a:pt x="1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5"/>
              <p:cNvSpPr/>
              <p:nvPr/>
            </p:nvSpPr>
            <p:spPr>
              <a:xfrm>
                <a:off x="6892725" y="2308000"/>
                <a:ext cx="18800" cy="40825"/>
              </a:xfrm>
              <a:custGeom>
                <a:avLst/>
                <a:gdLst/>
                <a:ahLst/>
                <a:cxnLst/>
                <a:rect l="l" t="t" r="r" b="b"/>
                <a:pathLst>
                  <a:path w="752" h="1633" fill="none" extrusionOk="0">
                    <a:moveTo>
                      <a:pt x="0" y="1"/>
                    </a:moveTo>
                    <a:cubicBezTo>
                      <a:pt x="751" y="587"/>
                      <a:pt x="562" y="1632"/>
                      <a:pt x="562" y="1632"/>
                    </a:cubicBezTo>
                  </a:path>
                </a:pathLst>
              </a:custGeom>
              <a:noFill/>
              <a:ln w="475" cap="flat" cmpd="sng">
                <a:solidFill>
                  <a:srgbClr val="4C4C4B"/>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5"/>
              <p:cNvSpPr/>
              <p:nvPr/>
            </p:nvSpPr>
            <p:spPr>
              <a:xfrm>
                <a:off x="6885350" y="2344025"/>
                <a:ext cx="118300" cy="9600"/>
              </a:xfrm>
              <a:custGeom>
                <a:avLst/>
                <a:gdLst/>
                <a:ahLst/>
                <a:cxnLst/>
                <a:rect l="l" t="t" r="r" b="b"/>
                <a:pathLst>
                  <a:path w="4732" h="384" extrusionOk="0">
                    <a:moveTo>
                      <a:pt x="9" y="0"/>
                    </a:moveTo>
                    <a:cubicBezTo>
                      <a:pt x="1" y="125"/>
                      <a:pt x="0" y="252"/>
                      <a:pt x="3" y="383"/>
                    </a:cubicBezTo>
                    <a:lnTo>
                      <a:pt x="4732" y="383"/>
                    </a:lnTo>
                    <a:cubicBezTo>
                      <a:pt x="4732" y="236"/>
                      <a:pt x="4711" y="110"/>
                      <a:pt x="4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p:cNvSpPr/>
              <p:nvPr/>
            </p:nvSpPr>
            <p:spPr>
              <a:xfrm>
                <a:off x="6912125" y="1801925"/>
                <a:ext cx="158600" cy="101575"/>
              </a:xfrm>
              <a:custGeom>
                <a:avLst/>
                <a:gdLst/>
                <a:ahLst/>
                <a:cxnLst/>
                <a:rect l="l" t="t" r="r" b="b"/>
                <a:pathLst>
                  <a:path w="6344" h="4063" extrusionOk="0">
                    <a:moveTo>
                      <a:pt x="1291" y="0"/>
                    </a:moveTo>
                    <a:cubicBezTo>
                      <a:pt x="795" y="467"/>
                      <a:pt x="496" y="1134"/>
                      <a:pt x="315" y="1793"/>
                    </a:cubicBezTo>
                    <a:cubicBezTo>
                      <a:pt x="1" y="2939"/>
                      <a:pt x="46" y="4062"/>
                      <a:pt x="46" y="4062"/>
                    </a:cubicBezTo>
                    <a:lnTo>
                      <a:pt x="6344" y="4062"/>
                    </a:lnTo>
                    <a:cubicBezTo>
                      <a:pt x="6269" y="3462"/>
                      <a:pt x="6155" y="2928"/>
                      <a:pt x="6024" y="2465"/>
                    </a:cubicBezTo>
                    <a:cubicBezTo>
                      <a:pt x="5614" y="990"/>
                      <a:pt x="5040" y="213"/>
                      <a:pt x="5040" y="213"/>
                    </a:cubicBezTo>
                    <a:lnTo>
                      <a:pt x="12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a:off x="6963500" y="1851275"/>
                <a:ext cx="153975" cy="418275"/>
              </a:xfrm>
              <a:custGeom>
                <a:avLst/>
                <a:gdLst/>
                <a:ahLst/>
                <a:cxnLst/>
                <a:rect l="l" t="t" r="r" b="b"/>
                <a:pathLst>
                  <a:path w="6159" h="16731" extrusionOk="0">
                    <a:moveTo>
                      <a:pt x="1" y="1"/>
                    </a:moveTo>
                    <a:lnTo>
                      <a:pt x="1108" y="3240"/>
                    </a:lnTo>
                    <a:lnTo>
                      <a:pt x="2638" y="7726"/>
                    </a:lnTo>
                    <a:lnTo>
                      <a:pt x="3065" y="16722"/>
                    </a:lnTo>
                    <a:lnTo>
                      <a:pt x="4010" y="16724"/>
                    </a:lnTo>
                    <a:lnTo>
                      <a:pt x="6158" y="16731"/>
                    </a:lnTo>
                    <a:lnTo>
                      <a:pt x="5772" y="7316"/>
                    </a:lnTo>
                    <a:lnTo>
                      <a:pt x="3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p:cNvSpPr/>
              <p:nvPr/>
            </p:nvSpPr>
            <p:spPr>
              <a:xfrm>
                <a:off x="6991175" y="1888750"/>
                <a:ext cx="72600" cy="380650"/>
              </a:xfrm>
              <a:custGeom>
                <a:avLst/>
                <a:gdLst/>
                <a:ahLst/>
                <a:cxnLst/>
                <a:rect l="l" t="t" r="r" b="b"/>
                <a:pathLst>
                  <a:path w="2904" h="15226" extrusionOk="0">
                    <a:moveTo>
                      <a:pt x="411" y="0"/>
                    </a:moveTo>
                    <a:lnTo>
                      <a:pt x="1" y="1741"/>
                    </a:lnTo>
                    <a:lnTo>
                      <a:pt x="1531" y="6227"/>
                    </a:lnTo>
                    <a:lnTo>
                      <a:pt x="1958" y="15223"/>
                    </a:lnTo>
                    <a:lnTo>
                      <a:pt x="2903" y="15225"/>
                    </a:lnTo>
                    <a:lnTo>
                      <a:pt x="2554" y="6123"/>
                    </a:lnTo>
                    <a:lnTo>
                      <a:pt x="4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p:cNvSpPr/>
              <p:nvPr/>
            </p:nvSpPr>
            <p:spPr>
              <a:xfrm>
                <a:off x="7001425" y="1888750"/>
                <a:ext cx="62350" cy="380650"/>
              </a:xfrm>
              <a:custGeom>
                <a:avLst/>
                <a:gdLst/>
                <a:ahLst/>
                <a:cxnLst/>
                <a:rect l="l" t="t" r="r" b="b"/>
                <a:pathLst>
                  <a:path w="2494" h="15226" fill="none" extrusionOk="0">
                    <a:moveTo>
                      <a:pt x="2493" y="15225"/>
                    </a:moveTo>
                    <a:lnTo>
                      <a:pt x="2144" y="6123"/>
                    </a:lnTo>
                    <a:lnTo>
                      <a:pt x="1" y="0"/>
                    </a:lnTo>
                  </a:path>
                </a:pathLst>
              </a:custGeom>
              <a:noFill/>
              <a:ln w="950" cap="flat" cmpd="sng">
                <a:solidFill>
                  <a:srgbClr val="2D2D2F"/>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5"/>
              <p:cNvSpPr/>
              <p:nvPr/>
            </p:nvSpPr>
            <p:spPr>
              <a:xfrm>
                <a:off x="7039475" y="2254000"/>
                <a:ext cx="77450" cy="25"/>
              </a:xfrm>
              <a:custGeom>
                <a:avLst/>
                <a:gdLst/>
                <a:ahLst/>
                <a:cxnLst/>
                <a:rect l="l" t="t" r="r" b="b"/>
                <a:pathLst>
                  <a:path w="3098" h="1" fill="none" extrusionOk="0">
                    <a:moveTo>
                      <a:pt x="1" y="0"/>
                    </a:moveTo>
                    <a:lnTo>
                      <a:pt x="3097" y="0"/>
                    </a:lnTo>
                  </a:path>
                </a:pathLst>
              </a:custGeom>
              <a:noFill/>
              <a:ln w="9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p:cNvSpPr/>
              <p:nvPr/>
            </p:nvSpPr>
            <p:spPr>
              <a:xfrm>
                <a:off x="6891722" y="1875125"/>
                <a:ext cx="120675" cy="393325"/>
              </a:xfrm>
              <a:custGeom>
                <a:avLst/>
                <a:gdLst/>
                <a:ahLst/>
                <a:cxnLst/>
                <a:rect l="l" t="t" r="r" b="b"/>
                <a:pathLst>
                  <a:path w="4827" h="15733" extrusionOk="0">
                    <a:moveTo>
                      <a:pt x="4827" y="0"/>
                    </a:moveTo>
                    <a:lnTo>
                      <a:pt x="863" y="1133"/>
                    </a:lnTo>
                    <a:lnTo>
                      <a:pt x="1078" y="7131"/>
                    </a:lnTo>
                    <a:lnTo>
                      <a:pt x="0" y="15732"/>
                    </a:lnTo>
                    <a:lnTo>
                      <a:pt x="2793" y="15732"/>
                    </a:lnTo>
                    <a:lnTo>
                      <a:pt x="4220" y="6712"/>
                    </a:lnTo>
                    <a:lnTo>
                      <a:pt x="48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123;p15"/>
              <p:cNvSpPr/>
              <p:nvPr/>
            </p:nvSpPr>
            <p:spPr>
              <a:xfrm>
                <a:off x="6994775" y="1820175"/>
                <a:ext cx="22100" cy="53825"/>
              </a:xfrm>
              <a:custGeom>
                <a:avLst/>
                <a:gdLst/>
                <a:ahLst/>
                <a:cxnLst/>
                <a:rect l="l" t="t" r="r" b="b"/>
                <a:pathLst>
                  <a:path w="884" h="2153" fill="none" extrusionOk="0">
                    <a:moveTo>
                      <a:pt x="883" y="1"/>
                    </a:moveTo>
                    <a:lnTo>
                      <a:pt x="660" y="2152"/>
                    </a:lnTo>
                    <a:cubicBezTo>
                      <a:pt x="660" y="2152"/>
                      <a:pt x="1" y="1804"/>
                      <a:pt x="186" y="1077"/>
                    </a:cubicBezTo>
                  </a:path>
                </a:pathLst>
              </a:custGeom>
              <a:noFill/>
              <a:ln w="9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p:nvPr/>
            </p:nvSpPr>
            <p:spPr>
              <a:xfrm>
                <a:off x="6912175" y="1872550"/>
                <a:ext cx="28725" cy="395900"/>
              </a:xfrm>
              <a:custGeom>
                <a:avLst/>
                <a:gdLst/>
                <a:ahLst/>
                <a:cxnLst/>
                <a:rect l="l" t="t" r="r" b="b"/>
                <a:pathLst>
                  <a:path w="1149" h="15836" fill="none" extrusionOk="0">
                    <a:moveTo>
                      <a:pt x="1" y="15835"/>
                    </a:moveTo>
                    <a:lnTo>
                      <a:pt x="1149" y="7246"/>
                    </a:lnTo>
                    <a:cubicBezTo>
                      <a:pt x="1149" y="7246"/>
                      <a:pt x="487" y="2661"/>
                      <a:pt x="929" y="0"/>
                    </a:cubicBezTo>
                  </a:path>
                </a:pathLst>
              </a:custGeom>
              <a:noFill/>
              <a:ln w="9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a:off x="6893350" y="2254625"/>
                <a:ext cx="70300" cy="25"/>
              </a:xfrm>
              <a:custGeom>
                <a:avLst/>
                <a:gdLst/>
                <a:ahLst/>
                <a:cxnLst/>
                <a:rect l="l" t="t" r="r" b="b"/>
                <a:pathLst>
                  <a:path w="2812" h="1" fill="none" extrusionOk="0">
                    <a:moveTo>
                      <a:pt x="0" y="0"/>
                    </a:moveTo>
                    <a:lnTo>
                      <a:pt x="2812" y="0"/>
                    </a:lnTo>
                  </a:path>
                </a:pathLst>
              </a:custGeom>
              <a:noFill/>
              <a:ln w="9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5"/>
              <p:cNvSpPr/>
              <p:nvPr/>
            </p:nvSpPr>
            <p:spPr>
              <a:xfrm>
                <a:off x="6915050" y="1831475"/>
                <a:ext cx="64000" cy="55500"/>
              </a:xfrm>
              <a:custGeom>
                <a:avLst/>
                <a:gdLst/>
                <a:ahLst/>
                <a:cxnLst/>
                <a:rect l="l" t="t" r="r" b="b"/>
                <a:pathLst>
                  <a:path w="2560" h="2220" fill="none" extrusionOk="0">
                    <a:moveTo>
                      <a:pt x="0" y="1619"/>
                    </a:moveTo>
                    <a:cubicBezTo>
                      <a:pt x="0" y="1619"/>
                      <a:pt x="1884" y="2219"/>
                      <a:pt x="2560" y="0"/>
                    </a:cubicBezTo>
                  </a:path>
                </a:pathLst>
              </a:custGeom>
              <a:noFill/>
              <a:ln w="9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5"/>
              <p:cNvSpPr/>
              <p:nvPr/>
            </p:nvSpPr>
            <p:spPr>
              <a:xfrm>
                <a:off x="6935200" y="1817475"/>
                <a:ext cx="109225" cy="4875"/>
              </a:xfrm>
              <a:custGeom>
                <a:avLst/>
                <a:gdLst/>
                <a:ahLst/>
                <a:cxnLst/>
                <a:rect l="l" t="t" r="r" b="b"/>
                <a:pathLst>
                  <a:path w="4369" h="195" fill="none" extrusionOk="0">
                    <a:moveTo>
                      <a:pt x="4368" y="195"/>
                    </a:moveTo>
                    <a:lnTo>
                      <a:pt x="0" y="0"/>
                    </a:lnTo>
                  </a:path>
                </a:pathLst>
              </a:custGeom>
              <a:noFill/>
              <a:ln w="950" cap="flat" cmpd="sng">
                <a:solidFill>
                  <a:srgbClr val="2D2D2F"/>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p:cNvSpPr/>
              <p:nvPr/>
            </p:nvSpPr>
            <p:spPr>
              <a:xfrm>
                <a:off x="6919975" y="1801925"/>
                <a:ext cx="142750" cy="63075"/>
              </a:xfrm>
              <a:custGeom>
                <a:avLst/>
                <a:gdLst/>
                <a:ahLst/>
                <a:cxnLst/>
                <a:rect l="l" t="t" r="r" b="b"/>
                <a:pathLst>
                  <a:path w="5710" h="2523" extrusionOk="0">
                    <a:moveTo>
                      <a:pt x="977" y="0"/>
                    </a:moveTo>
                    <a:cubicBezTo>
                      <a:pt x="481" y="467"/>
                      <a:pt x="182" y="1134"/>
                      <a:pt x="1" y="1793"/>
                    </a:cubicBezTo>
                    <a:lnTo>
                      <a:pt x="4567" y="1660"/>
                    </a:lnTo>
                    <a:cubicBezTo>
                      <a:pt x="4567" y="1660"/>
                      <a:pt x="4693" y="2522"/>
                      <a:pt x="5381" y="2522"/>
                    </a:cubicBezTo>
                    <a:cubicBezTo>
                      <a:pt x="5479" y="2522"/>
                      <a:pt x="5588" y="2505"/>
                      <a:pt x="5710" y="2465"/>
                    </a:cubicBezTo>
                    <a:cubicBezTo>
                      <a:pt x="5300" y="990"/>
                      <a:pt x="4726" y="213"/>
                      <a:pt x="4726" y="213"/>
                    </a:cubicBezTo>
                    <a:lnTo>
                      <a:pt x="9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5"/>
              <p:cNvSpPr/>
              <p:nvPr/>
            </p:nvSpPr>
            <p:spPr>
              <a:xfrm>
                <a:off x="6908900" y="1595550"/>
                <a:ext cx="159225" cy="242700"/>
              </a:xfrm>
              <a:custGeom>
                <a:avLst/>
                <a:gdLst/>
                <a:ahLst/>
                <a:cxnLst/>
                <a:rect l="l" t="t" r="r" b="b"/>
                <a:pathLst>
                  <a:path w="6369" h="9708" extrusionOk="0">
                    <a:moveTo>
                      <a:pt x="3081" y="0"/>
                    </a:moveTo>
                    <a:cubicBezTo>
                      <a:pt x="2654" y="0"/>
                      <a:pt x="868" y="443"/>
                      <a:pt x="267" y="2841"/>
                    </a:cubicBezTo>
                    <a:cubicBezTo>
                      <a:pt x="0" y="3911"/>
                      <a:pt x="194" y="4965"/>
                      <a:pt x="235" y="5937"/>
                    </a:cubicBezTo>
                    <a:cubicBezTo>
                      <a:pt x="330" y="8117"/>
                      <a:pt x="293" y="9605"/>
                      <a:pt x="293" y="9605"/>
                    </a:cubicBezTo>
                    <a:lnTo>
                      <a:pt x="6256" y="9707"/>
                    </a:lnTo>
                    <a:lnTo>
                      <a:pt x="5448" y="6270"/>
                    </a:lnTo>
                    <a:lnTo>
                      <a:pt x="5446" y="6262"/>
                    </a:lnTo>
                    <a:lnTo>
                      <a:pt x="5437" y="6226"/>
                    </a:lnTo>
                    <a:cubicBezTo>
                      <a:pt x="5980" y="5764"/>
                      <a:pt x="6239" y="5237"/>
                      <a:pt x="6329" y="4707"/>
                    </a:cubicBezTo>
                    <a:cubicBezTo>
                      <a:pt x="6344" y="4618"/>
                      <a:pt x="6354" y="4526"/>
                      <a:pt x="6358" y="4437"/>
                    </a:cubicBezTo>
                    <a:cubicBezTo>
                      <a:pt x="6366" y="4375"/>
                      <a:pt x="6368" y="4314"/>
                      <a:pt x="6368" y="4255"/>
                    </a:cubicBezTo>
                    <a:cubicBezTo>
                      <a:pt x="6369" y="4046"/>
                      <a:pt x="6348" y="3840"/>
                      <a:pt x="6316" y="3640"/>
                    </a:cubicBezTo>
                    <a:cubicBezTo>
                      <a:pt x="6306" y="3581"/>
                      <a:pt x="6295" y="3521"/>
                      <a:pt x="6282" y="3464"/>
                    </a:cubicBezTo>
                    <a:cubicBezTo>
                      <a:pt x="6224" y="3188"/>
                      <a:pt x="6145" y="2870"/>
                      <a:pt x="6064" y="2560"/>
                    </a:cubicBezTo>
                    <a:cubicBezTo>
                      <a:pt x="5851" y="1751"/>
                      <a:pt x="5298" y="1075"/>
                      <a:pt x="4547" y="708"/>
                    </a:cubicBezTo>
                    <a:lnTo>
                      <a:pt x="3167" y="32"/>
                    </a:lnTo>
                    <a:cubicBezTo>
                      <a:pt x="3188" y="14"/>
                      <a:pt x="3155" y="0"/>
                      <a:pt x="30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p:nvPr/>
            </p:nvSpPr>
            <p:spPr>
              <a:xfrm>
                <a:off x="6985650" y="1595550"/>
                <a:ext cx="60675" cy="107175"/>
              </a:xfrm>
              <a:custGeom>
                <a:avLst/>
                <a:gdLst/>
                <a:ahLst/>
                <a:cxnLst/>
                <a:rect l="l" t="t" r="r" b="b"/>
                <a:pathLst>
                  <a:path w="2427" h="4287" extrusionOk="0">
                    <a:moveTo>
                      <a:pt x="1" y="0"/>
                    </a:moveTo>
                    <a:lnTo>
                      <a:pt x="2427" y="4286"/>
                    </a:lnTo>
                    <a:lnTo>
                      <a:pt x="2291" y="1487"/>
                    </a:lnTo>
                    <a:lnTo>
                      <a:pt x="1441" y="924"/>
                    </a:lnTo>
                    <a:lnTo>
                      <a:pt x="1"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5"/>
              <p:cNvSpPr/>
              <p:nvPr/>
            </p:nvSpPr>
            <p:spPr>
              <a:xfrm>
                <a:off x="7010250" y="1591550"/>
                <a:ext cx="43975" cy="42125"/>
              </a:xfrm>
              <a:custGeom>
                <a:avLst/>
                <a:gdLst/>
                <a:ahLst/>
                <a:cxnLst/>
                <a:rect l="l" t="t" r="r" b="b"/>
                <a:pathLst>
                  <a:path w="1759" h="1685" extrusionOk="0">
                    <a:moveTo>
                      <a:pt x="704" y="0"/>
                    </a:moveTo>
                    <a:lnTo>
                      <a:pt x="0" y="1229"/>
                    </a:lnTo>
                    <a:lnTo>
                      <a:pt x="1260" y="1684"/>
                    </a:lnTo>
                    <a:lnTo>
                      <a:pt x="1414" y="1540"/>
                    </a:lnTo>
                    <a:cubicBezTo>
                      <a:pt x="1758" y="1220"/>
                      <a:pt x="1714" y="681"/>
                      <a:pt x="1322" y="417"/>
                    </a:cubicBezTo>
                    <a:lnTo>
                      <a:pt x="704"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5"/>
              <p:cNvSpPr/>
              <p:nvPr/>
            </p:nvSpPr>
            <p:spPr>
              <a:xfrm>
                <a:off x="6988050" y="1494550"/>
                <a:ext cx="78575" cy="138725"/>
              </a:xfrm>
              <a:custGeom>
                <a:avLst/>
                <a:gdLst/>
                <a:ahLst/>
                <a:cxnLst/>
                <a:rect l="l" t="t" r="r" b="b"/>
                <a:pathLst>
                  <a:path w="3143" h="5549" extrusionOk="0">
                    <a:moveTo>
                      <a:pt x="1429" y="0"/>
                    </a:moveTo>
                    <a:lnTo>
                      <a:pt x="1" y="4072"/>
                    </a:lnTo>
                    <a:lnTo>
                      <a:pt x="1511" y="5548"/>
                    </a:lnTo>
                    <a:lnTo>
                      <a:pt x="2015" y="4862"/>
                    </a:lnTo>
                    <a:lnTo>
                      <a:pt x="2865" y="3704"/>
                    </a:lnTo>
                    <a:lnTo>
                      <a:pt x="3142" y="3327"/>
                    </a:lnTo>
                    <a:lnTo>
                      <a:pt x="1429"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5"/>
              <p:cNvSpPr/>
              <p:nvPr/>
            </p:nvSpPr>
            <p:spPr>
              <a:xfrm>
                <a:off x="7026450" y="1449825"/>
                <a:ext cx="66475" cy="63400"/>
              </a:xfrm>
              <a:custGeom>
                <a:avLst/>
                <a:gdLst/>
                <a:ahLst/>
                <a:cxnLst/>
                <a:rect l="l" t="t" r="r" b="b"/>
                <a:pathLst>
                  <a:path w="2659" h="2536" extrusionOk="0">
                    <a:moveTo>
                      <a:pt x="1329" y="0"/>
                    </a:moveTo>
                    <a:cubicBezTo>
                      <a:pt x="595" y="0"/>
                      <a:pt x="0" y="567"/>
                      <a:pt x="0" y="1268"/>
                    </a:cubicBezTo>
                    <a:cubicBezTo>
                      <a:pt x="0" y="1968"/>
                      <a:pt x="595" y="2536"/>
                      <a:pt x="1329" y="2536"/>
                    </a:cubicBezTo>
                    <a:cubicBezTo>
                      <a:pt x="2064" y="2536"/>
                      <a:pt x="2658" y="1968"/>
                      <a:pt x="2658" y="1268"/>
                    </a:cubicBezTo>
                    <a:cubicBezTo>
                      <a:pt x="2658" y="567"/>
                      <a:pt x="2064" y="0"/>
                      <a:pt x="1329" y="0"/>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5"/>
              <p:cNvSpPr/>
              <p:nvPr/>
            </p:nvSpPr>
            <p:spPr>
              <a:xfrm>
                <a:off x="7001475" y="1477800"/>
                <a:ext cx="104025" cy="126475"/>
              </a:xfrm>
              <a:custGeom>
                <a:avLst/>
                <a:gdLst/>
                <a:ahLst/>
                <a:cxnLst/>
                <a:rect l="l" t="t" r="r" b="b"/>
                <a:pathLst>
                  <a:path w="4161" h="5059" extrusionOk="0">
                    <a:moveTo>
                      <a:pt x="1485" y="1"/>
                    </a:moveTo>
                    <a:cubicBezTo>
                      <a:pt x="1325" y="1"/>
                      <a:pt x="1171" y="26"/>
                      <a:pt x="1029" y="71"/>
                    </a:cubicBezTo>
                    <a:cubicBezTo>
                      <a:pt x="416" y="269"/>
                      <a:pt x="0" y="858"/>
                      <a:pt x="81" y="1512"/>
                    </a:cubicBezTo>
                    <a:lnTo>
                      <a:pt x="153" y="2073"/>
                    </a:lnTo>
                    <a:lnTo>
                      <a:pt x="373" y="4333"/>
                    </a:lnTo>
                    <a:cubicBezTo>
                      <a:pt x="373" y="4333"/>
                      <a:pt x="1961" y="4895"/>
                      <a:pt x="2507" y="5027"/>
                    </a:cubicBezTo>
                    <a:cubicBezTo>
                      <a:pt x="2595" y="5048"/>
                      <a:pt x="2685" y="5058"/>
                      <a:pt x="2773" y="5058"/>
                    </a:cubicBezTo>
                    <a:cubicBezTo>
                      <a:pt x="3274" y="5058"/>
                      <a:pt x="3748" y="4734"/>
                      <a:pt x="3857" y="4243"/>
                    </a:cubicBezTo>
                    <a:cubicBezTo>
                      <a:pt x="4033" y="3455"/>
                      <a:pt x="4160" y="2664"/>
                      <a:pt x="3907" y="1768"/>
                    </a:cubicBezTo>
                    <a:cubicBezTo>
                      <a:pt x="3758" y="1240"/>
                      <a:pt x="3430" y="794"/>
                      <a:pt x="2993" y="482"/>
                    </a:cubicBezTo>
                    <a:cubicBezTo>
                      <a:pt x="2797" y="340"/>
                      <a:pt x="2579" y="227"/>
                      <a:pt x="2345" y="146"/>
                    </a:cubicBezTo>
                    <a:lnTo>
                      <a:pt x="2342" y="145"/>
                    </a:lnTo>
                    <a:lnTo>
                      <a:pt x="2210" y="102"/>
                    </a:lnTo>
                    <a:lnTo>
                      <a:pt x="2197" y="98"/>
                    </a:lnTo>
                    <a:cubicBezTo>
                      <a:pt x="2130" y="78"/>
                      <a:pt x="2062" y="63"/>
                      <a:pt x="1994" y="51"/>
                    </a:cubicBezTo>
                    <a:cubicBezTo>
                      <a:pt x="1831" y="18"/>
                      <a:pt x="1665" y="1"/>
                      <a:pt x="1495" y="1"/>
                    </a:cubicBezTo>
                    <a:cubicBezTo>
                      <a:pt x="1492" y="1"/>
                      <a:pt x="1488" y="1"/>
                      <a:pt x="1485" y="1"/>
                    </a:cubicBez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5"/>
              <p:cNvSpPr/>
              <p:nvPr/>
            </p:nvSpPr>
            <p:spPr>
              <a:xfrm>
                <a:off x="7059650" y="1570325"/>
                <a:ext cx="19000" cy="9925"/>
              </a:xfrm>
              <a:custGeom>
                <a:avLst/>
                <a:gdLst/>
                <a:ahLst/>
                <a:cxnLst/>
                <a:rect l="l" t="t" r="r" b="b"/>
                <a:pathLst>
                  <a:path w="760" h="397" extrusionOk="0">
                    <a:moveTo>
                      <a:pt x="1" y="0"/>
                    </a:moveTo>
                    <a:lnTo>
                      <a:pt x="1" y="0"/>
                    </a:lnTo>
                    <a:cubicBezTo>
                      <a:pt x="44" y="302"/>
                      <a:pt x="208" y="396"/>
                      <a:pt x="368" y="396"/>
                    </a:cubicBezTo>
                    <a:cubicBezTo>
                      <a:pt x="566" y="396"/>
                      <a:pt x="760" y="253"/>
                      <a:pt x="722" y="175"/>
                    </a:cubicBezTo>
                    <a:cubicBezTo>
                      <a:pt x="652" y="33"/>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5"/>
              <p:cNvSpPr/>
              <p:nvPr/>
            </p:nvSpPr>
            <p:spPr>
              <a:xfrm>
                <a:off x="6970125" y="1468150"/>
                <a:ext cx="98700" cy="91650"/>
              </a:xfrm>
              <a:custGeom>
                <a:avLst/>
                <a:gdLst/>
                <a:ahLst/>
                <a:cxnLst/>
                <a:rect l="l" t="t" r="r" b="b"/>
                <a:pathLst>
                  <a:path w="3948" h="3666" extrusionOk="0">
                    <a:moveTo>
                      <a:pt x="2477" y="1"/>
                    </a:moveTo>
                    <a:cubicBezTo>
                      <a:pt x="1609" y="1"/>
                      <a:pt x="598" y="264"/>
                      <a:pt x="351" y="1153"/>
                    </a:cubicBezTo>
                    <a:cubicBezTo>
                      <a:pt x="0" y="2416"/>
                      <a:pt x="1222" y="3665"/>
                      <a:pt x="1222" y="3665"/>
                    </a:cubicBezTo>
                    <a:lnTo>
                      <a:pt x="2214" y="3314"/>
                    </a:lnTo>
                    <a:lnTo>
                      <a:pt x="2196" y="1337"/>
                    </a:lnTo>
                    <a:cubicBezTo>
                      <a:pt x="2196" y="1337"/>
                      <a:pt x="3128" y="1236"/>
                      <a:pt x="3815" y="387"/>
                    </a:cubicBezTo>
                    <a:cubicBezTo>
                      <a:pt x="3948" y="221"/>
                      <a:pt x="3272" y="1"/>
                      <a:pt x="2477"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5"/>
              <p:cNvSpPr/>
              <p:nvPr/>
            </p:nvSpPr>
            <p:spPr>
              <a:xfrm>
                <a:off x="7077125" y="1524375"/>
                <a:ext cx="24000" cy="44325"/>
              </a:xfrm>
              <a:custGeom>
                <a:avLst/>
                <a:gdLst/>
                <a:ahLst/>
                <a:cxnLst/>
                <a:rect l="l" t="t" r="r" b="b"/>
                <a:pathLst>
                  <a:path w="960" h="1773" extrusionOk="0">
                    <a:moveTo>
                      <a:pt x="15" y="1"/>
                    </a:moveTo>
                    <a:lnTo>
                      <a:pt x="0" y="1732"/>
                    </a:lnTo>
                    <a:lnTo>
                      <a:pt x="134" y="1760"/>
                    </a:lnTo>
                    <a:cubicBezTo>
                      <a:pt x="174" y="1769"/>
                      <a:pt x="214" y="1773"/>
                      <a:pt x="253" y="1773"/>
                    </a:cubicBezTo>
                    <a:cubicBezTo>
                      <a:pt x="688" y="1773"/>
                      <a:pt x="959" y="1267"/>
                      <a:pt x="648" y="930"/>
                    </a:cubicBezTo>
                    <a:cubicBezTo>
                      <a:pt x="431" y="695"/>
                      <a:pt x="194" y="430"/>
                      <a:pt x="15" y="1"/>
                    </a:cubicBez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5"/>
              <p:cNvSpPr/>
              <p:nvPr/>
            </p:nvSpPr>
            <p:spPr>
              <a:xfrm>
                <a:off x="6966275" y="1525225"/>
                <a:ext cx="58775" cy="43450"/>
              </a:xfrm>
              <a:custGeom>
                <a:avLst/>
                <a:gdLst/>
                <a:ahLst/>
                <a:cxnLst/>
                <a:rect l="l" t="t" r="r" b="b"/>
                <a:pathLst>
                  <a:path w="2351" h="1738" extrusionOk="0">
                    <a:moveTo>
                      <a:pt x="1234" y="0"/>
                    </a:moveTo>
                    <a:cubicBezTo>
                      <a:pt x="437" y="0"/>
                      <a:pt x="1" y="1395"/>
                      <a:pt x="1834" y="1738"/>
                    </a:cubicBezTo>
                    <a:lnTo>
                      <a:pt x="2350" y="1059"/>
                    </a:lnTo>
                    <a:cubicBezTo>
                      <a:pt x="2020" y="280"/>
                      <a:pt x="1591" y="0"/>
                      <a:pt x="1234" y="0"/>
                    </a:cubicBez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p:cNvSpPr/>
              <p:nvPr/>
            </p:nvSpPr>
            <p:spPr>
              <a:xfrm>
                <a:off x="6993425" y="1540750"/>
                <a:ext cx="14475" cy="12325"/>
              </a:xfrm>
              <a:custGeom>
                <a:avLst/>
                <a:gdLst/>
                <a:ahLst/>
                <a:cxnLst/>
                <a:rect l="l" t="t" r="r" b="b"/>
                <a:pathLst>
                  <a:path w="579" h="493" extrusionOk="0">
                    <a:moveTo>
                      <a:pt x="1" y="1"/>
                    </a:moveTo>
                    <a:lnTo>
                      <a:pt x="578" y="493"/>
                    </a:lnTo>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5"/>
              <p:cNvSpPr/>
              <p:nvPr/>
            </p:nvSpPr>
            <p:spPr>
              <a:xfrm>
                <a:off x="6993425" y="1540750"/>
                <a:ext cx="14475" cy="12325"/>
              </a:xfrm>
              <a:custGeom>
                <a:avLst/>
                <a:gdLst/>
                <a:ahLst/>
                <a:cxnLst/>
                <a:rect l="l" t="t" r="r" b="b"/>
                <a:pathLst>
                  <a:path w="579" h="493" fill="none" extrusionOk="0">
                    <a:moveTo>
                      <a:pt x="1" y="1"/>
                    </a:moveTo>
                    <a:lnTo>
                      <a:pt x="578" y="493"/>
                    </a:lnTo>
                  </a:path>
                </a:pathLst>
              </a:custGeom>
              <a:noFill/>
              <a:ln w="475" cap="flat" cmpd="sng">
                <a:solidFill>
                  <a:srgbClr val="EAAB8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5"/>
              <p:cNvSpPr/>
              <p:nvPr/>
            </p:nvSpPr>
            <p:spPr>
              <a:xfrm>
                <a:off x="7016100" y="1516025"/>
                <a:ext cx="14750" cy="35800"/>
              </a:xfrm>
              <a:custGeom>
                <a:avLst/>
                <a:gdLst/>
                <a:ahLst/>
                <a:cxnLst/>
                <a:rect l="l" t="t" r="r" b="b"/>
                <a:pathLst>
                  <a:path w="590" h="1432" extrusionOk="0">
                    <a:moveTo>
                      <a:pt x="589" y="0"/>
                    </a:moveTo>
                    <a:lnTo>
                      <a:pt x="0" y="477"/>
                    </a:lnTo>
                    <a:lnTo>
                      <a:pt x="375" y="1399"/>
                    </a:lnTo>
                    <a:lnTo>
                      <a:pt x="581" y="1431"/>
                    </a:lnTo>
                    <a:lnTo>
                      <a:pt x="589" y="0"/>
                    </a:ln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5"/>
              <p:cNvSpPr/>
              <p:nvPr/>
            </p:nvSpPr>
            <p:spPr>
              <a:xfrm>
                <a:off x="7058000" y="1533100"/>
                <a:ext cx="10475" cy="18700"/>
              </a:xfrm>
              <a:custGeom>
                <a:avLst/>
                <a:gdLst/>
                <a:ahLst/>
                <a:cxnLst/>
                <a:rect l="l" t="t" r="r" b="b"/>
                <a:pathLst>
                  <a:path w="419" h="748" extrusionOk="0">
                    <a:moveTo>
                      <a:pt x="166" y="1"/>
                    </a:moveTo>
                    <a:cubicBezTo>
                      <a:pt x="162" y="1"/>
                      <a:pt x="158" y="1"/>
                      <a:pt x="153" y="2"/>
                    </a:cubicBezTo>
                    <a:cubicBezTo>
                      <a:pt x="55" y="15"/>
                      <a:pt x="0" y="193"/>
                      <a:pt x="31" y="398"/>
                    </a:cubicBezTo>
                    <a:cubicBezTo>
                      <a:pt x="62" y="596"/>
                      <a:pt x="160" y="748"/>
                      <a:pt x="255" y="748"/>
                    </a:cubicBezTo>
                    <a:cubicBezTo>
                      <a:pt x="259" y="748"/>
                      <a:pt x="263" y="748"/>
                      <a:pt x="267" y="747"/>
                    </a:cubicBezTo>
                    <a:cubicBezTo>
                      <a:pt x="365" y="733"/>
                      <a:pt x="419" y="555"/>
                      <a:pt x="388" y="349"/>
                    </a:cubicBezTo>
                    <a:cubicBezTo>
                      <a:pt x="358" y="152"/>
                      <a:pt x="260" y="1"/>
                      <a:pt x="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5"/>
              <p:cNvSpPr/>
              <p:nvPr/>
            </p:nvSpPr>
            <p:spPr>
              <a:xfrm>
                <a:off x="7042975" y="1511850"/>
                <a:ext cx="22325" cy="8350"/>
              </a:xfrm>
              <a:custGeom>
                <a:avLst/>
                <a:gdLst/>
                <a:ahLst/>
                <a:cxnLst/>
                <a:rect l="l" t="t" r="r" b="b"/>
                <a:pathLst>
                  <a:path w="893" h="334" extrusionOk="0">
                    <a:moveTo>
                      <a:pt x="499" y="1"/>
                    </a:moveTo>
                    <a:cubicBezTo>
                      <a:pt x="422" y="1"/>
                      <a:pt x="336" y="17"/>
                      <a:pt x="254" y="55"/>
                    </a:cubicBezTo>
                    <a:cubicBezTo>
                      <a:pt x="0" y="173"/>
                      <a:pt x="5" y="334"/>
                      <a:pt x="233" y="334"/>
                    </a:cubicBezTo>
                    <a:cubicBezTo>
                      <a:pt x="295" y="334"/>
                      <a:pt x="375" y="321"/>
                      <a:pt x="471" y="293"/>
                    </a:cubicBezTo>
                    <a:cubicBezTo>
                      <a:pt x="892" y="167"/>
                      <a:pt x="746" y="1"/>
                      <a:pt x="499"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5"/>
              <p:cNvSpPr/>
              <p:nvPr/>
            </p:nvSpPr>
            <p:spPr>
              <a:xfrm>
                <a:off x="7087450" y="1527950"/>
                <a:ext cx="10500" cy="18700"/>
              </a:xfrm>
              <a:custGeom>
                <a:avLst/>
                <a:gdLst/>
                <a:ahLst/>
                <a:cxnLst/>
                <a:rect l="l" t="t" r="r" b="b"/>
                <a:pathLst>
                  <a:path w="420" h="748" extrusionOk="0">
                    <a:moveTo>
                      <a:pt x="165" y="0"/>
                    </a:moveTo>
                    <a:cubicBezTo>
                      <a:pt x="161" y="0"/>
                      <a:pt x="157" y="0"/>
                      <a:pt x="153" y="1"/>
                    </a:cubicBezTo>
                    <a:cubicBezTo>
                      <a:pt x="55" y="15"/>
                      <a:pt x="1" y="193"/>
                      <a:pt x="32" y="399"/>
                    </a:cubicBezTo>
                    <a:cubicBezTo>
                      <a:pt x="61" y="596"/>
                      <a:pt x="159" y="747"/>
                      <a:pt x="254" y="747"/>
                    </a:cubicBezTo>
                    <a:cubicBezTo>
                      <a:pt x="258" y="747"/>
                      <a:pt x="262" y="747"/>
                      <a:pt x="266" y="746"/>
                    </a:cubicBezTo>
                    <a:cubicBezTo>
                      <a:pt x="364" y="732"/>
                      <a:pt x="419" y="555"/>
                      <a:pt x="388" y="350"/>
                    </a:cubicBezTo>
                    <a:cubicBezTo>
                      <a:pt x="358" y="152"/>
                      <a:pt x="260"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p:cNvSpPr/>
              <p:nvPr/>
            </p:nvSpPr>
            <p:spPr>
              <a:xfrm>
                <a:off x="7078875" y="1504900"/>
                <a:ext cx="25050" cy="7550"/>
              </a:xfrm>
              <a:custGeom>
                <a:avLst/>
                <a:gdLst/>
                <a:ahLst/>
                <a:cxnLst/>
                <a:rect l="l" t="t" r="r" b="b"/>
                <a:pathLst>
                  <a:path w="1002" h="302" extrusionOk="0">
                    <a:moveTo>
                      <a:pt x="406" y="1"/>
                    </a:moveTo>
                    <a:cubicBezTo>
                      <a:pt x="390" y="1"/>
                      <a:pt x="375" y="1"/>
                      <a:pt x="359" y="3"/>
                    </a:cubicBezTo>
                    <a:cubicBezTo>
                      <a:pt x="1" y="31"/>
                      <a:pt x="8" y="270"/>
                      <a:pt x="472" y="299"/>
                    </a:cubicBezTo>
                    <a:cubicBezTo>
                      <a:pt x="499" y="300"/>
                      <a:pt x="524" y="301"/>
                      <a:pt x="547" y="301"/>
                    </a:cubicBezTo>
                    <a:cubicBezTo>
                      <a:pt x="1001" y="301"/>
                      <a:pt x="751" y="1"/>
                      <a:pt x="406"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5"/>
              <p:cNvSpPr/>
              <p:nvPr/>
            </p:nvSpPr>
            <p:spPr>
              <a:xfrm>
                <a:off x="7074975" y="1522325"/>
                <a:ext cx="24000" cy="44350"/>
              </a:xfrm>
              <a:custGeom>
                <a:avLst/>
                <a:gdLst/>
                <a:ahLst/>
                <a:cxnLst/>
                <a:rect l="l" t="t" r="r" b="b"/>
                <a:pathLst>
                  <a:path w="960" h="1774" extrusionOk="0">
                    <a:moveTo>
                      <a:pt x="15" y="1"/>
                    </a:moveTo>
                    <a:lnTo>
                      <a:pt x="0" y="1733"/>
                    </a:lnTo>
                    <a:lnTo>
                      <a:pt x="134" y="1761"/>
                    </a:lnTo>
                    <a:cubicBezTo>
                      <a:pt x="175" y="1769"/>
                      <a:pt x="214" y="1773"/>
                      <a:pt x="253" y="1773"/>
                    </a:cubicBezTo>
                    <a:cubicBezTo>
                      <a:pt x="688" y="1773"/>
                      <a:pt x="959" y="1267"/>
                      <a:pt x="649" y="930"/>
                    </a:cubicBezTo>
                    <a:cubicBezTo>
                      <a:pt x="431" y="696"/>
                      <a:pt x="195" y="429"/>
                      <a:pt x="15" y="1"/>
                    </a:cubicBez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5"/>
              <p:cNvSpPr/>
              <p:nvPr/>
            </p:nvSpPr>
            <p:spPr>
              <a:xfrm>
                <a:off x="7074975" y="1522325"/>
                <a:ext cx="24675" cy="46625"/>
              </a:xfrm>
              <a:custGeom>
                <a:avLst/>
                <a:gdLst/>
                <a:ahLst/>
                <a:cxnLst/>
                <a:rect l="l" t="t" r="r" b="b"/>
                <a:pathLst>
                  <a:path w="987" h="1865" fill="none" extrusionOk="0">
                    <a:moveTo>
                      <a:pt x="15" y="1"/>
                    </a:moveTo>
                    <a:cubicBezTo>
                      <a:pt x="195" y="429"/>
                      <a:pt x="431" y="696"/>
                      <a:pt x="649" y="930"/>
                    </a:cubicBezTo>
                    <a:cubicBezTo>
                      <a:pt x="987" y="1297"/>
                      <a:pt x="636" y="1864"/>
                      <a:pt x="134" y="1761"/>
                    </a:cubicBezTo>
                    <a:lnTo>
                      <a:pt x="0" y="1733"/>
                    </a:lnTo>
                  </a:path>
                </a:pathLst>
              </a:custGeom>
              <a:noFill/>
              <a:ln w="475" cap="flat" cmpd="sng">
                <a:solidFill>
                  <a:srgbClr val="EAAB8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5"/>
              <p:cNvSpPr/>
              <p:nvPr/>
            </p:nvSpPr>
            <p:spPr>
              <a:xfrm>
                <a:off x="7012375" y="1492550"/>
                <a:ext cx="29050" cy="48500"/>
              </a:xfrm>
              <a:custGeom>
                <a:avLst/>
                <a:gdLst/>
                <a:ahLst/>
                <a:cxnLst/>
                <a:rect l="l" t="t" r="r" b="b"/>
                <a:pathLst>
                  <a:path w="1162" h="1940" extrusionOk="0">
                    <a:moveTo>
                      <a:pt x="945" y="0"/>
                    </a:moveTo>
                    <a:lnTo>
                      <a:pt x="1" y="494"/>
                    </a:lnTo>
                    <a:lnTo>
                      <a:pt x="443" y="1939"/>
                    </a:lnTo>
                    <a:lnTo>
                      <a:pt x="559" y="1825"/>
                    </a:lnTo>
                    <a:cubicBezTo>
                      <a:pt x="994" y="1393"/>
                      <a:pt x="1161" y="776"/>
                      <a:pt x="1000" y="197"/>
                    </a:cubicBezTo>
                    <a:lnTo>
                      <a:pt x="945" y="0"/>
                    </a:ln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5"/>
              <p:cNvSpPr/>
              <p:nvPr/>
            </p:nvSpPr>
            <p:spPr>
              <a:xfrm>
                <a:off x="7049700" y="1479350"/>
                <a:ext cx="35450" cy="16675"/>
              </a:xfrm>
              <a:custGeom>
                <a:avLst/>
                <a:gdLst/>
                <a:ahLst/>
                <a:cxnLst/>
                <a:rect l="l" t="t" r="r" b="b"/>
                <a:pathLst>
                  <a:path w="1418" h="667" extrusionOk="0">
                    <a:moveTo>
                      <a:pt x="708" y="1"/>
                    </a:moveTo>
                    <a:cubicBezTo>
                      <a:pt x="288" y="1"/>
                      <a:pt x="1" y="359"/>
                      <a:pt x="1" y="359"/>
                    </a:cubicBezTo>
                    <a:cubicBezTo>
                      <a:pt x="298" y="589"/>
                      <a:pt x="555" y="666"/>
                      <a:pt x="765" y="666"/>
                    </a:cubicBezTo>
                    <a:cubicBezTo>
                      <a:pt x="1184" y="666"/>
                      <a:pt x="1417" y="359"/>
                      <a:pt x="1417" y="359"/>
                    </a:cubicBezTo>
                    <a:cubicBezTo>
                      <a:pt x="1161" y="90"/>
                      <a:pt x="918" y="1"/>
                      <a:pt x="708"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5"/>
              <p:cNvSpPr/>
              <p:nvPr/>
            </p:nvSpPr>
            <p:spPr>
              <a:xfrm>
                <a:off x="6933525" y="1669775"/>
                <a:ext cx="131775" cy="168475"/>
              </a:xfrm>
              <a:custGeom>
                <a:avLst/>
                <a:gdLst/>
                <a:ahLst/>
                <a:cxnLst/>
                <a:rect l="l" t="t" r="r" b="b"/>
                <a:pathLst>
                  <a:path w="5271" h="6739" extrusionOk="0">
                    <a:moveTo>
                      <a:pt x="368" y="0"/>
                    </a:moveTo>
                    <a:cubicBezTo>
                      <a:pt x="75" y="1350"/>
                      <a:pt x="1" y="5332"/>
                      <a:pt x="41" y="6649"/>
                    </a:cubicBezTo>
                    <a:lnTo>
                      <a:pt x="5271" y="6738"/>
                    </a:lnTo>
                    <a:lnTo>
                      <a:pt x="5271" y="6738"/>
                    </a:lnTo>
                    <a:lnTo>
                      <a:pt x="5039" y="2715"/>
                    </a:lnTo>
                    <a:lnTo>
                      <a:pt x="3293" y="2471"/>
                    </a:lnTo>
                    <a:lnTo>
                      <a:pt x="368"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5"/>
              <p:cNvSpPr/>
              <p:nvPr/>
            </p:nvSpPr>
            <p:spPr>
              <a:xfrm>
                <a:off x="6926900" y="1617975"/>
                <a:ext cx="132950" cy="201925"/>
              </a:xfrm>
              <a:custGeom>
                <a:avLst/>
                <a:gdLst/>
                <a:ahLst/>
                <a:cxnLst/>
                <a:rect l="l" t="t" r="r" b="b"/>
                <a:pathLst>
                  <a:path w="5318" h="8077" extrusionOk="0">
                    <a:moveTo>
                      <a:pt x="1420" y="0"/>
                    </a:moveTo>
                    <a:cubicBezTo>
                      <a:pt x="1402" y="0"/>
                      <a:pt x="1383" y="1"/>
                      <a:pt x="1364" y="2"/>
                    </a:cubicBezTo>
                    <a:cubicBezTo>
                      <a:pt x="573" y="48"/>
                      <a:pt x="1" y="755"/>
                      <a:pt x="41" y="1512"/>
                    </a:cubicBezTo>
                    <a:cubicBezTo>
                      <a:pt x="164" y="3889"/>
                      <a:pt x="1047" y="5607"/>
                      <a:pt x="2122" y="7329"/>
                    </a:cubicBezTo>
                    <a:cubicBezTo>
                      <a:pt x="2419" y="7803"/>
                      <a:pt x="2949" y="8076"/>
                      <a:pt x="3502" y="8076"/>
                    </a:cubicBezTo>
                    <a:cubicBezTo>
                      <a:pt x="3686" y="8076"/>
                      <a:pt x="3873" y="8046"/>
                      <a:pt x="4054" y="7983"/>
                    </a:cubicBezTo>
                    <a:cubicBezTo>
                      <a:pt x="4892" y="7689"/>
                      <a:pt x="5317" y="6798"/>
                      <a:pt x="5000" y="6003"/>
                    </a:cubicBezTo>
                    <a:lnTo>
                      <a:pt x="2729" y="1001"/>
                    </a:lnTo>
                    <a:cubicBezTo>
                      <a:pt x="2597" y="697"/>
                      <a:pt x="2095" y="0"/>
                      <a:pt x="14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 name="Google Shape;152;p15"/>
              <p:cNvSpPr/>
              <p:nvPr/>
            </p:nvSpPr>
            <p:spPr>
              <a:xfrm>
                <a:off x="7010475" y="1621350"/>
                <a:ext cx="35850" cy="81300"/>
              </a:xfrm>
              <a:custGeom>
                <a:avLst/>
                <a:gdLst/>
                <a:ahLst/>
                <a:cxnLst/>
                <a:rect l="l" t="t" r="r" b="b"/>
                <a:pathLst>
                  <a:path w="1434" h="3252" extrusionOk="0">
                    <a:moveTo>
                      <a:pt x="616" y="1"/>
                    </a:moveTo>
                    <a:lnTo>
                      <a:pt x="409" y="26"/>
                    </a:lnTo>
                    <a:lnTo>
                      <a:pt x="0" y="325"/>
                    </a:lnTo>
                    <a:lnTo>
                      <a:pt x="595" y="828"/>
                    </a:lnTo>
                    <a:lnTo>
                      <a:pt x="614" y="1802"/>
                    </a:lnTo>
                    <a:lnTo>
                      <a:pt x="1434" y="3252"/>
                    </a:lnTo>
                    <a:lnTo>
                      <a:pt x="1347" y="1473"/>
                    </a:lnTo>
                    <a:lnTo>
                      <a:pt x="947" y="760"/>
                    </a:lnTo>
                    <a:lnTo>
                      <a:pt x="1026" y="273"/>
                    </a:lnTo>
                    <a:lnTo>
                      <a:pt x="6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5"/>
              <p:cNvSpPr/>
              <p:nvPr/>
            </p:nvSpPr>
            <p:spPr>
              <a:xfrm>
                <a:off x="6979850" y="1577400"/>
                <a:ext cx="53250" cy="61350"/>
              </a:xfrm>
              <a:custGeom>
                <a:avLst/>
                <a:gdLst/>
                <a:ahLst/>
                <a:cxnLst/>
                <a:rect l="l" t="t" r="r" b="b"/>
                <a:pathLst>
                  <a:path w="2130" h="2454" extrusionOk="0">
                    <a:moveTo>
                      <a:pt x="474" y="1"/>
                    </a:moveTo>
                    <a:lnTo>
                      <a:pt x="1" y="755"/>
                    </a:lnTo>
                    <a:lnTo>
                      <a:pt x="1210" y="2454"/>
                    </a:lnTo>
                    <a:lnTo>
                      <a:pt x="1631" y="2048"/>
                    </a:lnTo>
                    <a:cubicBezTo>
                      <a:pt x="2129" y="1566"/>
                      <a:pt x="2040" y="742"/>
                      <a:pt x="1420" y="414"/>
                    </a:cubicBezTo>
                    <a:cubicBezTo>
                      <a:pt x="1392" y="400"/>
                      <a:pt x="1362" y="386"/>
                      <a:pt x="1334" y="373"/>
                    </a:cubicBezTo>
                    <a:lnTo>
                      <a:pt x="4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15"/>
            <p:cNvSpPr/>
            <p:nvPr/>
          </p:nvSpPr>
          <p:spPr>
            <a:xfrm>
              <a:off x="6995001" y="2371935"/>
              <a:ext cx="454850" cy="190449"/>
            </a:xfrm>
            <a:custGeom>
              <a:avLst/>
              <a:gdLst/>
              <a:ahLst/>
              <a:cxnLst/>
              <a:rect l="l" t="t" r="r" b="b"/>
              <a:pathLst>
                <a:path w="7516" h="3147" extrusionOk="0">
                  <a:moveTo>
                    <a:pt x="1433" y="0"/>
                  </a:moveTo>
                  <a:cubicBezTo>
                    <a:pt x="1427" y="0"/>
                    <a:pt x="1420" y="1"/>
                    <a:pt x="1414" y="1"/>
                  </a:cubicBezTo>
                  <a:cubicBezTo>
                    <a:pt x="810" y="9"/>
                    <a:pt x="252" y="408"/>
                    <a:pt x="78" y="1025"/>
                  </a:cubicBezTo>
                  <a:cubicBezTo>
                    <a:pt x="1" y="1298"/>
                    <a:pt x="10" y="1575"/>
                    <a:pt x="87" y="1827"/>
                  </a:cubicBezTo>
                  <a:cubicBezTo>
                    <a:pt x="236" y="2304"/>
                    <a:pt x="630" y="2689"/>
                    <a:pt x="1160" y="2789"/>
                  </a:cubicBezTo>
                  <a:cubicBezTo>
                    <a:pt x="2635" y="3067"/>
                    <a:pt x="3984" y="3147"/>
                    <a:pt x="5051" y="3147"/>
                  </a:cubicBezTo>
                  <a:cubicBezTo>
                    <a:pt x="6509" y="3147"/>
                    <a:pt x="7439" y="2997"/>
                    <a:pt x="7439" y="2997"/>
                  </a:cubicBezTo>
                  <a:lnTo>
                    <a:pt x="7516" y="1931"/>
                  </a:lnTo>
                  <a:lnTo>
                    <a:pt x="1891" y="77"/>
                  </a:lnTo>
                  <a:cubicBezTo>
                    <a:pt x="1739" y="26"/>
                    <a:pt x="1585" y="0"/>
                    <a:pt x="1433" y="0"/>
                  </a:cubicBez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5"/>
            <p:cNvSpPr/>
            <p:nvPr/>
          </p:nvSpPr>
          <p:spPr>
            <a:xfrm>
              <a:off x="7341334" y="2474873"/>
              <a:ext cx="156498" cy="104635"/>
            </a:xfrm>
            <a:custGeom>
              <a:avLst/>
              <a:gdLst/>
              <a:ahLst/>
              <a:cxnLst/>
              <a:rect l="l" t="t" r="r" b="b"/>
              <a:pathLst>
                <a:path w="2586" h="1729" extrusionOk="0">
                  <a:moveTo>
                    <a:pt x="937" y="1"/>
                  </a:moveTo>
                  <a:lnTo>
                    <a:pt x="0" y="1155"/>
                  </a:lnTo>
                  <a:lnTo>
                    <a:pt x="1156" y="1728"/>
                  </a:lnTo>
                  <a:lnTo>
                    <a:pt x="2585" y="362"/>
                  </a:lnTo>
                  <a:lnTo>
                    <a:pt x="937" y="1"/>
                  </a:ln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5"/>
            <p:cNvSpPr/>
            <p:nvPr/>
          </p:nvSpPr>
          <p:spPr>
            <a:xfrm>
              <a:off x="7448750" y="2496720"/>
              <a:ext cx="106329" cy="65238"/>
            </a:xfrm>
            <a:custGeom>
              <a:avLst/>
              <a:gdLst/>
              <a:ahLst/>
              <a:cxnLst/>
              <a:rect l="l" t="t" r="r" b="b"/>
              <a:pathLst>
                <a:path w="1757" h="1078" extrusionOk="0">
                  <a:moveTo>
                    <a:pt x="810" y="1"/>
                  </a:moveTo>
                  <a:lnTo>
                    <a:pt x="1" y="675"/>
                  </a:lnTo>
                  <a:lnTo>
                    <a:pt x="1114" y="902"/>
                  </a:lnTo>
                  <a:lnTo>
                    <a:pt x="1423" y="1049"/>
                  </a:lnTo>
                  <a:cubicBezTo>
                    <a:pt x="1453" y="1068"/>
                    <a:pt x="1486" y="1078"/>
                    <a:pt x="1520" y="1078"/>
                  </a:cubicBezTo>
                  <a:cubicBezTo>
                    <a:pt x="1532" y="1078"/>
                    <a:pt x="1544" y="1077"/>
                    <a:pt x="1555" y="1074"/>
                  </a:cubicBezTo>
                  <a:cubicBezTo>
                    <a:pt x="1703" y="1046"/>
                    <a:pt x="1757" y="862"/>
                    <a:pt x="1647" y="759"/>
                  </a:cubicBezTo>
                  <a:lnTo>
                    <a:pt x="810" y="1"/>
                  </a:ln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5"/>
            <p:cNvSpPr/>
            <p:nvPr/>
          </p:nvSpPr>
          <p:spPr>
            <a:xfrm>
              <a:off x="7447116" y="2521773"/>
              <a:ext cx="79581" cy="51500"/>
            </a:xfrm>
            <a:custGeom>
              <a:avLst/>
              <a:gdLst/>
              <a:ahLst/>
              <a:cxnLst/>
              <a:rect l="l" t="t" r="r" b="b"/>
              <a:pathLst>
                <a:path w="1315" h="851" extrusionOk="0">
                  <a:moveTo>
                    <a:pt x="339" y="1"/>
                  </a:moveTo>
                  <a:lnTo>
                    <a:pt x="0" y="384"/>
                  </a:lnTo>
                  <a:lnTo>
                    <a:pt x="987" y="834"/>
                  </a:lnTo>
                  <a:cubicBezTo>
                    <a:pt x="1014" y="845"/>
                    <a:pt x="1042" y="851"/>
                    <a:pt x="1069" y="851"/>
                  </a:cubicBezTo>
                  <a:cubicBezTo>
                    <a:pt x="1140" y="851"/>
                    <a:pt x="1208" y="815"/>
                    <a:pt x="1249" y="752"/>
                  </a:cubicBezTo>
                  <a:cubicBezTo>
                    <a:pt x="1315" y="648"/>
                    <a:pt x="1278" y="508"/>
                    <a:pt x="1169" y="450"/>
                  </a:cubicBezTo>
                  <a:lnTo>
                    <a:pt x="339" y="1"/>
                  </a:ln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5"/>
            <p:cNvSpPr/>
            <p:nvPr/>
          </p:nvSpPr>
          <p:spPr>
            <a:xfrm>
              <a:off x="7428900" y="2539686"/>
              <a:ext cx="79641" cy="51440"/>
            </a:xfrm>
            <a:custGeom>
              <a:avLst/>
              <a:gdLst/>
              <a:ahLst/>
              <a:cxnLst/>
              <a:rect l="l" t="t" r="r" b="b"/>
              <a:pathLst>
                <a:path w="1316" h="850" extrusionOk="0">
                  <a:moveTo>
                    <a:pt x="339" y="1"/>
                  </a:moveTo>
                  <a:lnTo>
                    <a:pt x="1" y="383"/>
                  </a:lnTo>
                  <a:lnTo>
                    <a:pt x="987" y="833"/>
                  </a:lnTo>
                  <a:cubicBezTo>
                    <a:pt x="1014" y="844"/>
                    <a:pt x="1042" y="850"/>
                    <a:pt x="1070" y="850"/>
                  </a:cubicBezTo>
                  <a:cubicBezTo>
                    <a:pt x="1141" y="850"/>
                    <a:pt x="1209" y="814"/>
                    <a:pt x="1249" y="752"/>
                  </a:cubicBezTo>
                  <a:cubicBezTo>
                    <a:pt x="1315" y="647"/>
                    <a:pt x="1279" y="507"/>
                    <a:pt x="1169" y="449"/>
                  </a:cubicBezTo>
                  <a:lnTo>
                    <a:pt x="339" y="1"/>
                  </a:ln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5"/>
            <p:cNvSpPr/>
            <p:nvPr/>
          </p:nvSpPr>
          <p:spPr>
            <a:xfrm>
              <a:off x="7411290" y="2556267"/>
              <a:ext cx="79581" cy="51440"/>
            </a:xfrm>
            <a:custGeom>
              <a:avLst/>
              <a:gdLst/>
              <a:ahLst/>
              <a:cxnLst/>
              <a:rect l="l" t="t" r="r" b="b"/>
              <a:pathLst>
                <a:path w="1315" h="850" extrusionOk="0">
                  <a:moveTo>
                    <a:pt x="338" y="0"/>
                  </a:moveTo>
                  <a:lnTo>
                    <a:pt x="0" y="383"/>
                  </a:lnTo>
                  <a:lnTo>
                    <a:pt x="987" y="833"/>
                  </a:lnTo>
                  <a:cubicBezTo>
                    <a:pt x="1013" y="845"/>
                    <a:pt x="1041" y="850"/>
                    <a:pt x="1068" y="850"/>
                  </a:cubicBezTo>
                  <a:cubicBezTo>
                    <a:pt x="1139" y="850"/>
                    <a:pt x="1208" y="814"/>
                    <a:pt x="1248" y="751"/>
                  </a:cubicBezTo>
                  <a:cubicBezTo>
                    <a:pt x="1315" y="646"/>
                    <a:pt x="1278" y="506"/>
                    <a:pt x="1168" y="448"/>
                  </a:cubicBezTo>
                  <a:lnTo>
                    <a:pt x="338" y="0"/>
                  </a:ln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5"/>
            <p:cNvSpPr/>
            <p:nvPr/>
          </p:nvSpPr>
          <p:spPr>
            <a:xfrm>
              <a:off x="7425088" y="2462952"/>
              <a:ext cx="47446" cy="44420"/>
            </a:xfrm>
            <a:custGeom>
              <a:avLst/>
              <a:gdLst/>
              <a:ahLst/>
              <a:cxnLst/>
              <a:rect l="l" t="t" r="r" b="b"/>
              <a:pathLst>
                <a:path w="784" h="734" extrusionOk="0">
                  <a:moveTo>
                    <a:pt x="526" y="0"/>
                  </a:moveTo>
                  <a:cubicBezTo>
                    <a:pt x="466" y="0"/>
                    <a:pt x="407" y="23"/>
                    <a:pt x="361" y="68"/>
                  </a:cubicBezTo>
                  <a:lnTo>
                    <a:pt x="94" y="331"/>
                  </a:lnTo>
                  <a:cubicBezTo>
                    <a:pt x="2" y="423"/>
                    <a:pt x="1" y="571"/>
                    <a:pt x="92" y="663"/>
                  </a:cubicBezTo>
                  <a:cubicBezTo>
                    <a:pt x="138" y="710"/>
                    <a:pt x="198" y="733"/>
                    <a:pt x="259" y="733"/>
                  </a:cubicBezTo>
                  <a:cubicBezTo>
                    <a:pt x="318" y="733"/>
                    <a:pt x="378" y="711"/>
                    <a:pt x="424" y="665"/>
                  </a:cubicBezTo>
                  <a:lnTo>
                    <a:pt x="690" y="401"/>
                  </a:lnTo>
                  <a:cubicBezTo>
                    <a:pt x="783" y="311"/>
                    <a:pt x="784" y="162"/>
                    <a:pt x="692" y="70"/>
                  </a:cubicBezTo>
                  <a:cubicBezTo>
                    <a:pt x="646" y="24"/>
                    <a:pt x="586" y="0"/>
                    <a:pt x="526" y="0"/>
                  </a:cubicBezTo>
                  <a:close/>
                </a:path>
              </a:pathLst>
            </a:custGeom>
            <a:solidFill>
              <a:srgbClr val="8E51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 name="Google Shape;161;p15"/>
            <p:cNvGrpSpPr/>
            <p:nvPr/>
          </p:nvGrpSpPr>
          <p:grpSpPr>
            <a:xfrm>
              <a:off x="7305211" y="1741078"/>
              <a:ext cx="952969" cy="2116902"/>
              <a:chOff x="7124150" y="1490025"/>
              <a:chExt cx="393675" cy="874500"/>
            </a:xfrm>
          </p:grpSpPr>
          <p:sp>
            <p:nvSpPr>
              <p:cNvPr id="162" name="Google Shape;162;p15"/>
              <p:cNvSpPr/>
              <p:nvPr/>
            </p:nvSpPr>
            <p:spPr>
              <a:xfrm>
                <a:off x="7384600" y="2001125"/>
                <a:ext cx="111675" cy="303475"/>
              </a:xfrm>
              <a:custGeom>
                <a:avLst/>
                <a:gdLst/>
                <a:ahLst/>
                <a:cxnLst/>
                <a:rect l="l" t="t" r="r" b="b"/>
                <a:pathLst>
                  <a:path w="4467" h="12139" extrusionOk="0">
                    <a:moveTo>
                      <a:pt x="1731" y="0"/>
                    </a:moveTo>
                    <a:lnTo>
                      <a:pt x="1274" y="91"/>
                    </a:lnTo>
                    <a:cubicBezTo>
                      <a:pt x="511" y="241"/>
                      <a:pt x="0" y="915"/>
                      <a:pt x="12" y="1649"/>
                    </a:cubicBezTo>
                    <a:cubicBezTo>
                      <a:pt x="14" y="1797"/>
                      <a:pt x="38" y="1948"/>
                      <a:pt x="85" y="2099"/>
                    </a:cubicBezTo>
                    <a:lnTo>
                      <a:pt x="321" y="2842"/>
                    </a:lnTo>
                    <a:lnTo>
                      <a:pt x="1079" y="5229"/>
                    </a:lnTo>
                    <a:lnTo>
                      <a:pt x="3270" y="12139"/>
                    </a:lnTo>
                    <a:lnTo>
                      <a:pt x="4078" y="11804"/>
                    </a:lnTo>
                    <a:cubicBezTo>
                      <a:pt x="3734" y="10617"/>
                      <a:pt x="4467" y="8067"/>
                      <a:pt x="4030" y="5229"/>
                    </a:cubicBezTo>
                    <a:cubicBezTo>
                      <a:pt x="3870" y="4183"/>
                      <a:pt x="3550" y="3098"/>
                      <a:pt x="2959" y="2027"/>
                    </a:cubicBezTo>
                    <a:cubicBezTo>
                      <a:pt x="2889" y="1899"/>
                      <a:pt x="2822" y="1774"/>
                      <a:pt x="2757" y="1649"/>
                    </a:cubicBezTo>
                    <a:cubicBezTo>
                      <a:pt x="2419" y="1004"/>
                      <a:pt x="2136" y="410"/>
                      <a:pt x="1731" y="0"/>
                    </a:cubicBezTo>
                    <a:close/>
                  </a:path>
                </a:pathLst>
              </a:custGeom>
              <a:solidFill>
                <a:srgbClr val="8E51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5"/>
              <p:cNvSpPr/>
              <p:nvPr/>
            </p:nvSpPr>
            <p:spPr>
              <a:xfrm>
                <a:off x="7432925" y="2252950"/>
                <a:ext cx="80000" cy="111575"/>
              </a:xfrm>
              <a:custGeom>
                <a:avLst/>
                <a:gdLst/>
                <a:ahLst/>
                <a:cxnLst/>
                <a:rect l="l" t="t" r="r" b="b"/>
                <a:pathLst>
                  <a:path w="3200" h="4463" extrusionOk="0">
                    <a:moveTo>
                      <a:pt x="1318" y="1"/>
                    </a:moveTo>
                    <a:lnTo>
                      <a:pt x="1028" y="4110"/>
                    </a:lnTo>
                    <a:lnTo>
                      <a:pt x="1" y="4463"/>
                    </a:lnTo>
                    <a:lnTo>
                      <a:pt x="1752" y="4463"/>
                    </a:lnTo>
                    <a:cubicBezTo>
                      <a:pt x="1752" y="4463"/>
                      <a:pt x="2102" y="2531"/>
                      <a:pt x="3199" y="1756"/>
                    </a:cubicBezTo>
                    <a:cubicBezTo>
                      <a:pt x="3199" y="1756"/>
                      <a:pt x="3031" y="632"/>
                      <a:pt x="1318" y="1"/>
                    </a:cubicBezTo>
                    <a:close/>
                  </a:path>
                </a:pathLst>
              </a:custGeom>
              <a:solidFill>
                <a:srgbClr val="8E51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5"/>
              <p:cNvSpPr/>
              <p:nvPr/>
            </p:nvSpPr>
            <p:spPr>
              <a:xfrm>
                <a:off x="7432925" y="2270225"/>
                <a:ext cx="84900" cy="94300"/>
              </a:xfrm>
              <a:custGeom>
                <a:avLst/>
                <a:gdLst/>
                <a:ahLst/>
                <a:cxnLst/>
                <a:rect l="l" t="t" r="r" b="b"/>
                <a:pathLst>
                  <a:path w="3396" h="3772" extrusionOk="0">
                    <a:moveTo>
                      <a:pt x="2517" y="0"/>
                    </a:moveTo>
                    <a:lnTo>
                      <a:pt x="1028" y="3419"/>
                    </a:lnTo>
                    <a:lnTo>
                      <a:pt x="1" y="3772"/>
                    </a:lnTo>
                    <a:lnTo>
                      <a:pt x="1752" y="3772"/>
                    </a:lnTo>
                    <a:cubicBezTo>
                      <a:pt x="1752" y="3772"/>
                      <a:pt x="2174" y="1919"/>
                      <a:pt x="3199" y="1065"/>
                    </a:cubicBezTo>
                    <a:cubicBezTo>
                      <a:pt x="3199" y="1065"/>
                      <a:pt x="3396" y="391"/>
                      <a:pt x="25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5"/>
              <p:cNvSpPr/>
              <p:nvPr/>
            </p:nvSpPr>
            <p:spPr>
              <a:xfrm>
                <a:off x="7503100" y="2296825"/>
                <a:ext cx="9825" cy="67700"/>
              </a:xfrm>
              <a:custGeom>
                <a:avLst/>
                <a:gdLst/>
                <a:ahLst/>
                <a:cxnLst/>
                <a:rect l="l" t="t" r="r" b="b"/>
                <a:pathLst>
                  <a:path w="393" h="2708" extrusionOk="0">
                    <a:moveTo>
                      <a:pt x="0" y="1"/>
                    </a:moveTo>
                    <a:lnTo>
                      <a:pt x="50" y="2708"/>
                    </a:lnTo>
                    <a:lnTo>
                      <a:pt x="193" y="2708"/>
                    </a:lnTo>
                    <a:lnTo>
                      <a:pt x="3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5"/>
              <p:cNvSpPr/>
              <p:nvPr/>
            </p:nvSpPr>
            <p:spPr>
              <a:xfrm>
                <a:off x="7293025" y="2007000"/>
                <a:ext cx="93225" cy="298575"/>
              </a:xfrm>
              <a:custGeom>
                <a:avLst/>
                <a:gdLst/>
                <a:ahLst/>
                <a:cxnLst/>
                <a:rect l="l" t="t" r="r" b="b"/>
                <a:pathLst>
                  <a:path w="3729" h="11943" extrusionOk="0">
                    <a:moveTo>
                      <a:pt x="2515" y="0"/>
                    </a:moveTo>
                    <a:cubicBezTo>
                      <a:pt x="1728" y="0"/>
                      <a:pt x="1039" y="598"/>
                      <a:pt x="959" y="1414"/>
                    </a:cubicBezTo>
                    <a:cubicBezTo>
                      <a:pt x="959" y="1417"/>
                      <a:pt x="958" y="1419"/>
                      <a:pt x="958" y="1423"/>
                    </a:cubicBezTo>
                    <a:lnTo>
                      <a:pt x="887" y="2200"/>
                    </a:lnTo>
                    <a:lnTo>
                      <a:pt x="633" y="4994"/>
                    </a:lnTo>
                    <a:lnTo>
                      <a:pt x="1" y="11942"/>
                    </a:lnTo>
                    <a:lnTo>
                      <a:pt x="870" y="11916"/>
                    </a:lnTo>
                    <a:cubicBezTo>
                      <a:pt x="1027" y="10568"/>
                      <a:pt x="3022" y="8209"/>
                      <a:pt x="3555" y="4994"/>
                    </a:cubicBezTo>
                    <a:cubicBezTo>
                      <a:pt x="3686" y="4204"/>
                      <a:pt x="3729" y="3364"/>
                      <a:pt x="3634" y="2473"/>
                    </a:cubicBezTo>
                    <a:cubicBezTo>
                      <a:pt x="3595" y="2104"/>
                      <a:pt x="3573" y="1749"/>
                      <a:pt x="3542" y="1414"/>
                    </a:cubicBezTo>
                    <a:cubicBezTo>
                      <a:pt x="3499" y="937"/>
                      <a:pt x="3439" y="501"/>
                      <a:pt x="3290" y="129"/>
                    </a:cubicBezTo>
                    <a:lnTo>
                      <a:pt x="2832" y="33"/>
                    </a:lnTo>
                    <a:cubicBezTo>
                      <a:pt x="2726" y="11"/>
                      <a:pt x="2619" y="0"/>
                      <a:pt x="2515" y="0"/>
                    </a:cubicBezTo>
                    <a:close/>
                  </a:path>
                </a:pathLst>
              </a:custGeom>
              <a:solidFill>
                <a:srgbClr val="AF7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5"/>
              <p:cNvSpPr/>
              <p:nvPr/>
            </p:nvSpPr>
            <p:spPr>
              <a:xfrm>
                <a:off x="7308825" y="2042325"/>
                <a:ext cx="77425" cy="89550"/>
              </a:xfrm>
              <a:custGeom>
                <a:avLst/>
                <a:gdLst/>
                <a:ahLst/>
                <a:cxnLst/>
                <a:rect l="l" t="t" r="r" b="b"/>
                <a:pathLst>
                  <a:path w="3097" h="3582" extrusionOk="0">
                    <a:moveTo>
                      <a:pt x="327" y="1"/>
                    </a:moveTo>
                    <a:cubicBezTo>
                      <a:pt x="327" y="4"/>
                      <a:pt x="326" y="6"/>
                      <a:pt x="326" y="10"/>
                    </a:cubicBezTo>
                    <a:lnTo>
                      <a:pt x="255" y="787"/>
                    </a:lnTo>
                    <a:lnTo>
                      <a:pt x="1" y="3581"/>
                    </a:lnTo>
                    <a:lnTo>
                      <a:pt x="2923" y="3581"/>
                    </a:lnTo>
                    <a:cubicBezTo>
                      <a:pt x="3054" y="2791"/>
                      <a:pt x="3097" y="1951"/>
                      <a:pt x="3002" y="1060"/>
                    </a:cubicBezTo>
                    <a:cubicBezTo>
                      <a:pt x="2963" y="691"/>
                      <a:pt x="2941" y="336"/>
                      <a:pt x="2910" y="1"/>
                    </a:cubicBezTo>
                    <a:close/>
                  </a:path>
                </a:pathLst>
              </a:custGeom>
              <a:solidFill>
                <a:srgbClr val="8E51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5"/>
              <p:cNvSpPr/>
              <p:nvPr/>
            </p:nvSpPr>
            <p:spPr>
              <a:xfrm>
                <a:off x="7258575" y="2252950"/>
                <a:ext cx="86575" cy="111575"/>
              </a:xfrm>
              <a:custGeom>
                <a:avLst/>
                <a:gdLst/>
                <a:ahLst/>
                <a:cxnLst/>
                <a:rect l="l" t="t" r="r" b="b"/>
                <a:pathLst>
                  <a:path w="3463" h="4463" extrusionOk="0">
                    <a:moveTo>
                      <a:pt x="1749" y="1"/>
                    </a:moveTo>
                    <a:lnTo>
                      <a:pt x="1028" y="4110"/>
                    </a:lnTo>
                    <a:lnTo>
                      <a:pt x="0" y="4463"/>
                    </a:lnTo>
                    <a:lnTo>
                      <a:pt x="1751" y="4463"/>
                    </a:lnTo>
                    <a:cubicBezTo>
                      <a:pt x="1751" y="4463"/>
                      <a:pt x="2101" y="2531"/>
                      <a:pt x="3199" y="1756"/>
                    </a:cubicBezTo>
                    <a:cubicBezTo>
                      <a:pt x="3199" y="1756"/>
                      <a:pt x="3463" y="632"/>
                      <a:pt x="1749" y="1"/>
                    </a:cubicBezTo>
                    <a:close/>
                  </a:path>
                </a:pathLst>
              </a:custGeom>
              <a:solidFill>
                <a:srgbClr val="AF7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5"/>
              <p:cNvSpPr/>
              <p:nvPr/>
            </p:nvSpPr>
            <p:spPr>
              <a:xfrm>
                <a:off x="7258575" y="2271850"/>
                <a:ext cx="94550" cy="92675"/>
              </a:xfrm>
              <a:custGeom>
                <a:avLst/>
                <a:gdLst/>
                <a:ahLst/>
                <a:cxnLst/>
                <a:rect l="l" t="t" r="r" b="b"/>
                <a:pathLst>
                  <a:path w="3782" h="3707" extrusionOk="0">
                    <a:moveTo>
                      <a:pt x="2903" y="1"/>
                    </a:moveTo>
                    <a:lnTo>
                      <a:pt x="1028" y="3354"/>
                    </a:lnTo>
                    <a:lnTo>
                      <a:pt x="0" y="3707"/>
                    </a:lnTo>
                    <a:lnTo>
                      <a:pt x="1751" y="3707"/>
                    </a:lnTo>
                    <a:cubicBezTo>
                      <a:pt x="1751" y="3707"/>
                      <a:pt x="2173" y="1854"/>
                      <a:pt x="3199" y="1000"/>
                    </a:cubicBezTo>
                    <a:cubicBezTo>
                      <a:pt x="3199" y="1000"/>
                      <a:pt x="3782" y="393"/>
                      <a:pt x="2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5"/>
              <p:cNvSpPr/>
              <p:nvPr/>
            </p:nvSpPr>
            <p:spPr>
              <a:xfrm>
                <a:off x="7328725" y="2296825"/>
                <a:ext cx="9825" cy="67700"/>
              </a:xfrm>
              <a:custGeom>
                <a:avLst/>
                <a:gdLst/>
                <a:ahLst/>
                <a:cxnLst/>
                <a:rect l="l" t="t" r="r" b="b"/>
                <a:pathLst>
                  <a:path w="393" h="2708" extrusionOk="0">
                    <a:moveTo>
                      <a:pt x="1" y="1"/>
                    </a:moveTo>
                    <a:lnTo>
                      <a:pt x="51" y="2708"/>
                    </a:lnTo>
                    <a:lnTo>
                      <a:pt x="194" y="2708"/>
                    </a:lnTo>
                    <a:lnTo>
                      <a:pt x="3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5"/>
              <p:cNvSpPr/>
              <p:nvPr/>
            </p:nvSpPr>
            <p:spPr>
              <a:xfrm>
                <a:off x="7301150" y="1769500"/>
                <a:ext cx="156325" cy="45200"/>
              </a:xfrm>
              <a:custGeom>
                <a:avLst/>
                <a:gdLst/>
                <a:ahLst/>
                <a:cxnLst/>
                <a:rect l="l" t="t" r="r" b="b"/>
                <a:pathLst>
                  <a:path w="6253" h="1808" extrusionOk="0">
                    <a:moveTo>
                      <a:pt x="4554" y="1"/>
                    </a:moveTo>
                    <a:lnTo>
                      <a:pt x="1703" y="191"/>
                    </a:lnTo>
                    <a:lnTo>
                      <a:pt x="1113" y="230"/>
                    </a:lnTo>
                    <a:cubicBezTo>
                      <a:pt x="1066" y="266"/>
                      <a:pt x="1020" y="304"/>
                      <a:pt x="977" y="343"/>
                    </a:cubicBezTo>
                    <a:cubicBezTo>
                      <a:pt x="961" y="357"/>
                      <a:pt x="946" y="370"/>
                      <a:pt x="931" y="384"/>
                    </a:cubicBezTo>
                    <a:cubicBezTo>
                      <a:pt x="291" y="974"/>
                      <a:pt x="1" y="1807"/>
                      <a:pt x="959" y="1807"/>
                    </a:cubicBezTo>
                    <a:cubicBezTo>
                      <a:pt x="1004" y="1807"/>
                      <a:pt x="1052" y="1805"/>
                      <a:pt x="1102" y="1801"/>
                    </a:cubicBezTo>
                    <a:lnTo>
                      <a:pt x="3731" y="1652"/>
                    </a:lnTo>
                    <a:lnTo>
                      <a:pt x="5398" y="1556"/>
                    </a:lnTo>
                    <a:cubicBezTo>
                      <a:pt x="5408" y="1552"/>
                      <a:pt x="5416" y="1549"/>
                      <a:pt x="5424" y="1545"/>
                    </a:cubicBezTo>
                    <a:cubicBezTo>
                      <a:pt x="6076" y="1271"/>
                      <a:pt x="6252" y="481"/>
                      <a:pt x="4899" y="86"/>
                    </a:cubicBezTo>
                    <a:cubicBezTo>
                      <a:pt x="4794" y="55"/>
                      <a:pt x="4678" y="26"/>
                      <a:pt x="45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5"/>
              <p:cNvSpPr/>
              <p:nvPr/>
            </p:nvSpPr>
            <p:spPr>
              <a:xfrm>
                <a:off x="7350425" y="1552825"/>
                <a:ext cx="63975" cy="104575"/>
              </a:xfrm>
              <a:custGeom>
                <a:avLst/>
                <a:gdLst/>
                <a:ahLst/>
                <a:cxnLst/>
                <a:rect l="l" t="t" r="r" b="b"/>
                <a:pathLst>
                  <a:path w="2559" h="4183" extrusionOk="0">
                    <a:moveTo>
                      <a:pt x="2203" y="0"/>
                    </a:moveTo>
                    <a:lnTo>
                      <a:pt x="0" y="757"/>
                    </a:lnTo>
                    <a:lnTo>
                      <a:pt x="687" y="4182"/>
                    </a:lnTo>
                    <a:lnTo>
                      <a:pt x="2559" y="3318"/>
                    </a:lnTo>
                    <a:lnTo>
                      <a:pt x="2211" y="156"/>
                    </a:lnTo>
                    <a:lnTo>
                      <a:pt x="2203" y="0"/>
                    </a:lnTo>
                    <a:close/>
                  </a:path>
                </a:pathLst>
              </a:custGeom>
              <a:solidFill>
                <a:srgbClr val="8E51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5"/>
              <p:cNvSpPr/>
              <p:nvPr/>
            </p:nvSpPr>
            <p:spPr>
              <a:xfrm>
                <a:off x="7302325" y="1624925"/>
                <a:ext cx="155375" cy="193700"/>
              </a:xfrm>
              <a:custGeom>
                <a:avLst/>
                <a:gdLst/>
                <a:ahLst/>
                <a:cxnLst/>
                <a:rect l="l" t="t" r="r" b="b"/>
                <a:pathLst>
                  <a:path w="6215" h="7748" extrusionOk="0">
                    <a:moveTo>
                      <a:pt x="6129" y="1"/>
                    </a:moveTo>
                    <a:lnTo>
                      <a:pt x="5861" y="3"/>
                    </a:lnTo>
                    <a:lnTo>
                      <a:pt x="2367" y="122"/>
                    </a:lnTo>
                    <a:lnTo>
                      <a:pt x="669" y="1360"/>
                    </a:lnTo>
                    <a:cubicBezTo>
                      <a:pt x="0" y="1920"/>
                      <a:pt x="124" y="2983"/>
                      <a:pt x="905" y="3374"/>
                    </a:cubicBezTo>
                    <a:lnTo>
                      <a:pt x="895" y="4660"/>
                    </a:lnTo>
                    <a:lnTo>
                      <a:pt x="884" y="6136"/>
                    </a:lnTo>
                    <a:lnTo>
                      <a:pt x="884" y="6167"/>
                    </a:lnTo>
                    <a:lnTo>
                      <a:pt x="878" y="6958"/>
                    </a:lnTo>
                    <a:lnTo>
                      <a:pt x="3684" y="7435"/>
                    </a:lnTo>
                    <a:lnTo>
                      <a:pt x="5529" y="7748"/>
                    </a:lnTo>
                    <a:lnTo>
                      <a:pt x="5377" y="7328"/>
                    </a:lnTo>
                    <a:lnTo>
                      <a:pt x="4852" y="5869"/>
                    </a:lnTo>
                    <a:lnTo>
                      <a:pt x="4444" y="4737"/>
                    </a:lnTo>
                    <a:cubicBezTo>
                      <a:pt x="4444" y="4737"/>
                      <a:pt x="4811" y="4291"/>
                      <a:pt x="5205" y="3602"/>
                    </a:cubicBezTo>
                    <a:cubicBezTo>
                      <a:pt x="5483" y="3116"/>
                      <a:pt x="5774" y="2508"/>
                      <a:pt x="5961" y="1849"/>
                    </a:cubicBezTo>
                    <a:cubicBezTo>
                      <a:pt x="6130" y="1257"/>
                      <a:pt x="6215" y="625"/>
                      <a:pt x="6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5"/>
              <p:cNvSpPr/>
              <p:nvPr/>
            </p:nvSpPr>
            <p:spPr>
              <a:xfrm>
                <a:off x="7324400" y="1671150"/>
                <a:ext cx="126950" cy="107950"/>
              </a:xfrm>
              <a:custGeom>
                <a:avLst/>
                <a:gdLst/>
                <a:ahLst/>
                <a:cxnLst/>
                <a:rect l="l" t="t" r="r" b="b"/>
                <a:pathLst>
                  <a:path w="5078" h="4318" extrusionOk="0">
                    <a:moveTo>
                      <a:pt x="5078" y="0"/>
                    </a:moveTo>
                    <a:lnTo>
                      <a:pt x="1827" y="622"/>
                    </a:lnTo>
                    <a:lnTo>
                      <a:pt x="12" y="2811"/>
                    </a:lnTo>
                    <a:lnTo>
                      <a:pt x="1" y="4287"/>
                    </a:lnTo>
                    <a:lnTo>
                      <a:pt x="1" y="4318"/>
                    </a:lnTo>
                    <a:cubicBezTo>
                      <a:pt x="1480" y="3619"/>
                      <a:pt x="2678" y="1916"/>
                      <a:pt x="2678" y="1916"/>
                    </a:cubicBezTo>
                    <a:lnTo>
                      <a:pt x="4322" y="1753"/>
                    </a:lnTo>
                    <a:cubicBezTo>
                      <a:pt x="4600" y="1267"/>
                      <a:pt x="4891" y="659"/>
                      <a:pt x="5078" y="0"/>
                    </a:cubicBezTo>
                    <a:close/>
                  </a:path>
                </a:pathLst>
              </a:custGeom>
              <a:solidFill>
                <a:srgbClr val="232321">
                  <a:alpha val="31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5"/>
              <p:cNvSpPr/>
              <p:nvPr/>
            </p:nvSpPr>
            <p:spPr>
              <a:xfrm>
                <a:off x="7260100" y="1636100"/>
                <a:ext cx="141750" cy="163050"/>
              </a:xfrm>
              <a:custGeom>
                <a:avLst/>
                <a:gdLst/>
                <a:ahLst/>
                <a:cxnLst/>
                <a:rect l="l" t="t" r="r" b="b"/>
                <a:pathLst>
                  <a:path w="5670" h="6522" extrusionOk="0">
                    <a:moveTo>
                      <a:pt x="4446" y="0"/>
                    </a:moveTo>
                    <a:cubicBezTo>
                      <a:pt x="4427" y="0"/>
                      <a:pt x="4408" y="1"/>
                      <a:pt x="4388" y="2"/>
                    </a:cubicBezTo>
                    <a:cubicBezTo>
                      <a:pt x="4060" y="20"/>
                      <a:pt x="3746" y="189"/>
                      <a:pt x="3550" y="481"/>
                    </a:cubicBezTo>
                    <a:lnTo>
                      <a:pt x="2704" y="1758"/>
                    </a:lnTo>
                    <a:lnTo>
                      <a:pt x="464" y="4743"/>
                    </a:lnTo>
                    <a:cubicBezTo>
                      <a:pt x="1" y="5360"/>
                      <a:pt x="292" y="6250"/>
                      <a:pt x="1031" y="6474"/>
                    </a:cubicBezTo>
                    <a:cubicBezTo>
                      <a:pt x="1137" y="6506"/>
                      <a:pt x="1245" y="6522"/>
                      <a:pt x="1352" y="6522"/>
                    </a:cubicBezTo>
                    <a:cubicBezTo>
                      <a:pt x="1686" y="6522"/>
                      <a:pt x="2009" y="6372"/>
                      <a:pt x="2223" y="6103"/>
                    </a:cubicBezTo>
                    <a:cubicBezTo>
                      <a:pt x="2877" y="5281"/>
                      <a:pt x="4021" y="3831"/>
                      <a:pt x="4403" y="3260"/>
                    </a:cubicBezTo>
                    <a:cubicBezTo>
                      <a:pt x="4812" y="2648"/>
                      <a:pt x="5153" y="2046"/>
                      <a:pt x="5399" y="1569"/>
                    </a:cubicBezTo>
                    <a:cubicBezTo>
                      <a:pt x="5670" y="1044"/>
                      <a:pt x="5470" y="402"/>
                      <a:pt x="4948" y="125"/>
                    </a:cubicBezTo>
                    <a:cubicBezTo>
                      <a:pt x="4788" y="41"/>
                      <a:pt x="461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5"/>
              <p:cNvSpPr/>
              <p:nvPr/>
            </p:nvSpPr>
            <p:spPr>
              <a:xfrm>
                <a:off x="7322500" y="1499375"/>
                <a:ext cx="98475" cy="112475"/>
              </a:xfrm>
              <a:custGeom>
                <a:avLst/>
                <a:gdLst/>
                <a:ahLst/>
                <a:cxnLst/>
                <a:rect l="l" t="t" r="r" b="b"/>
                <a:pathLst>
                  <a:path w="3939" h="4499" extrusionOk="0">
                    <a:moveTo>
                      <a:pt x="2488" y="0"/>
                    </a:moveTo>
                    <a:cubicBezTo>
                      <a:pt x="2345" y="0"/>
                      <a:pt x="2204" y="13"/>
                      <a:pt x="2067" y="38"/>
                    </a:cubicBezTo>
                    <a:cubicBezTo>
                      <a:pt x="2002" y="50"/>
                      <a:pt x="1938" y="64"/>
                      <a:pt x="1875" y="81"/>
                    </a:cubicBezTo>
                    <a:lnTo>
                      <a:pt x="1861" y="84"/>
                    </a:lnTo>
                    <a:lnTo>
                      <a:pt x="1736" y="123"/>
                    </a:lnTo>
                    <a:lnTo>
                      <a:pt x="1733" y="123"/>
                    </a:lnTo>
                    <a:cubicBezTo>
                      <a:pt x="1018" y="363"/>
                      <a:pt x="420" y="954"/>
                      <a:pt x="195" y="1707"/>
                    </a:cubicBezTo>
                    <a:cubicBezTo>
                      <a:pt x="0" y="2356"/>
                      <a:pt x="5" y="2964"/>
                      <a:pt x="55" y="3485"/>
                    </a:cubicBezTo>
                    <a:cubicBezTo>
                      <a:pt x="112" y="4076"/>
                      <a:pt x="607" y="4498"/>
                      <a:pt x="1162" y="4498"/>
                    </a:cubicBezTo>
                    <a:cubicBezTo>
                      <a:pt x="1275" y="4498"/>
                      <a:pt x="1391" y="4480"/>
                      <a:pt x="1506" y="4443"/>
                    </a:cubicBezTo>
                    <a:lnTo>
                      <a:pt x="2290" y="4190"/>
                    </a:lnTo>
                    <a:cubicBezTo>
                      <a:pt x="2794" y="4027"/>
                      <a:pt x="3177" y="3614"/>
                      <a:pt x="3304" y="3100"/>
                    </a:cubicBezTo>
                    <a:lnTo>
                      <a:pt x="3537" y="2148"/>
                    </a:lnTo>
                    <a:lnTo>
                      <a:pt x="3625" y="1792"/>
                    </a:lnTo>
                    <a:lnTo>
                      <a:pt x="3815" y="1014"/>
                    </a:lnTo>
                    <a:cubicBezTo>
                      <a:pt x="3939" y="511"/>
                      <a:pt x="3565" y="24"/>
                      <a:pt x="3047" y="12"/>
                    </a:cubicBezTo>
                    <a:lnTo>
                      <a:pt x="2539" y="1"/>
                    </a:lnTo>
                    <a:cubicBezTo>
                      <a:pt x="2522" y="0"/>
                      <a:pt x="2505" y="0"/>
                      <a:pt x="2488" y="0"/>
                    </a:cubicBezTo>
                    <a:close/>
                  </a:path>
                </a:pathLst>
              </a:custGeom>
              <a:solidFill>
                <a:srgbClr val="AF7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5"/>
              <p:cNvSpPr/>
              <p:nvPr/>
            </p:nvSpPr>
            <p:spPr>
              <a:xfrm>
                <a:off x="7309825" y="1542425"/>
                <a:ext cx="33275" cy="34875"/>
              </a:xfrm>
              <a:custGeom>
                <a:avLst/>
                <a:gdLst/>
                <a:ahLst/>
                <a:cxnLst/>
                <a:rect l="l" t="t" r="r" b="b"/>
                <a:pathLst>
                  <a:path w="1331" h="1395" extrusionOk="0">
                    <a:moveTo>
                      <a:pt x="1330" y="0"/>
                    </a:moveTo>
                    <a:lnTo>
                      <a:pt x="665" y="119"/>
                    </a:lnTo>
                    <a:cubicBezTo>
                      <a:pt x="591" y="515"/>
                      <a:pt x="358" y="643"/>
                      <a:pt x="185" y="683"/>
                    </a:cubicBezTo>
                    <a:cubicBezTo>
                      <a:pt x="74" y="708"/>
                      <a:pt x="1" y="813"/>
                      <a:pt x="16" y="926"/>
                    </a:cubicBezTo>
                    <a:cubicBezTo>
                      <a:pt x="35" y="1075"/>
                      <a:pt x="142" y="1198"/>
                      <a:pt x="284" y="1241"/>
                    </a:cubicBezTo>
                    <a:lnTo>
                      <a:pt x="794" y="1392"/>
                    </a:lnTo>
                    <a:cubicBezTo>
                      <a:pt x="812" y="1394"/>
                      <a:pt x="830" y="1395"/>
                      <a:pt x="847" y="1395"/>
                    </a:cubicBezTo>
                    <a:cubicBezTo>
                      <a:pt x="1098" y="1395"/>
                      <a:pt x="1309" y="1193"/>
                      <a:pt x="1313" y="935"/>
                    </a:cubicBezTo>
                    <a:lnTo>
                      <a:pt x="1330" y="0"/>
                    </a:lnTo>
                    <a:close/>
                  </a:path>
                </a:pathLst>
              </a:custGeom>
              <a:solidFill>
                <a:srgbClr val="AF7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5"/>
              <p:cNvSpPr/>
              <p:nvPr/>
            </p:nvSpPr>
            <p:spPr>
              <a:xfrm>
                <a:off x="7329300" y="1545900"/>
                <a:ext cx="8550" cy="18175"/>
              </a:xfrm>
              <a:custGeom>
                <a:avLst/>
                <a:gdLst/>
                <a:ahLst/>
                <a:cxnLst/>
                <a:rect l="l" t="t" r="r" b="b"/>
                <a:pathLst>
                  <a:path w="342" h="727" extrusionOk="0">
                    <a:moveTo>
                      <a:pt x="178" y="1"/>
                    </a:moveTo>
                    <a:cubicBezTo>
                      <a:pt x="88" y="1"/>
                      <a:pt x="10" y="160"/>
                      <a:pt x="5" y="360"/>
                    </a:cubicBezTo>
                    <a:cubicBezTo>
                      <a:pt x="0" y="560"/>
                      <a:pt x="70" y="724"/>
                      <a:pt x="162" y="727"/>
                    </a:cubicBezTo>
                    <a:cubicBezTo>
                      <a:pt x="162" y="727"/>
                      <a:pt x="163" y="727"/>
                      <a:pt x="164" y="727"/>
                    </a:cubicBezTo>
                    <a:cubicBezTo>
                      <a:pt x="254" y="727"/>
                      <a:pt x="331" y="566"/>
                      <a:pt x="335" y="368"/>
                    </a:cubicBezTo>
                    <a:cubicBezTo>
                      <a:pt x="341" y="168"/>
                      <a:pt x="270" y="3"/>
                      <a:pt x="179" y="1"/>
                    </a:cubicBezTo>
                    <a:cubicBezTo>
                      <a:pt x="178" y="1"/>
                      <a:pt x="178" y="1"/>
                      <a:pt x="1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5"/>
              <p:cNvSpPr/>
              <p:nvPr/>
            </p:nvSpPr>
            <p:spPr>
              <a:xfrm>
                <a:off x="7328975" y="1524225"/>
                <a:ext cx="17250" cy="9125"/>
              </a:xfrm>
              <a:custGeom>
                <a:avLst/>
                <a:gdLst/>
                <a:ahLst/>
                <a:cxnLst/>
                <a:rect l="l" t="t" r="r" b="b"/>
                <a:pathLst>
                  <a:path w="690" h="365" extrusionOk="0">
                    <a:moveTo>
                      <a:pt x="274" y="0"/>
                    </a:moveTo>
                    <a:cubicBezTo>
                      <a:pt x="99" y="0"/>
                      <a:pt x="1" y="138"/>
                      <a:pt x="303" y="296"/>
                    </a:cubicBezTo>
                    <a:cubicBezTo>
                      <a:pt x="394" y="345"/>
                      <a:pt x="469" y="365"/>
                      <a:pt x="525" y="365"/>
                    </a:cubicBezTo>
                    <a:cubicBezTo>
                      <a:pt x="679" y="365"/>
                      <a:pt x="690" y="213"/>
                      <a:pt x="512" y="81"/>
                    </a:cubicBezTo>
                    <a:cubicBezTo>
                      <a:pt x="435" y="25"/>
                      <a:pt x="348" y="0"/>
                      <a:pt x="274"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5"/>
              <p:cNvSpPr/>
              <p:nvPr/>
            </p:nvSpPr>
            <p:spPr>
              <a:xfrm>
                <a:off x="7329700" y="1580575"/>
                <a:ext cx="19775" cy="8975"/>
              </a:xfrm>
              <a:custGeom>
                <a:avLst/>
                <a:gdLst/>
                <a:ahLst/>
                <a:cxnLst/>
                <a:rect l="l" t="t" r="r" b="b"/>
                <a:pathLst>
                  <a:path w="791" h="359" extrusionOk="0">
                    <a:moveTo>
                      <a:pt x="489" y="1"/>
                    </a:moveTo>
                    <a:cubicBezTo>
                      <a:pt x="306" y="1"/>
                      <a:pt x="100" y="17"/>
                      <a:pt x="53" y="86"/>
                    </a:cubicBezTo>
                    <a:cubicBezTo>
                      <a:pt x="0" y="165"/>
                      <a:pt x="209" y="359"/>
                      <a:pt x="425" y="359"/>
                    </a:cubicBezTo>
                    <a:cubicBezTo>
                      <a:pt x="569" y="359"/>
                      <a:pt x="715" y="273"/>
                      <a:pt x="790" y="13"/>
                    </a:cubicBezTo>
                    <a:cubicBezTo>
                      <a:pt x="790" y="13"/>
                      <a:pt x="649" y="1"/>
                      <a:pt x="4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5"/>
              <p:cNvSpPr/>
              <p:nvPr/>
            </p:nvSpPr>
            <p:spPr>
              <a:xfrm>
                <a:off x="7338350" y="1490025"/>
                <a:ext cx="131925" cy="82675"/>
              </a:xfrm>
              <a:custGeom>
                <a:avLst/>
                <a:gdLst/>
                <a:ahLst/>
                <a:cxnLst/>
                <a:rect l="l" t="t" r="r" b="b"/>
                <a:pathLst>
                  <a:path w="5277" h="3307" extrusionOk="0">
                    <a:moveTo>
                      <a:pt x="2186" y="1"/>
                    </a:moveTo>
                    <a:cubicBezTo>
                      <a:pt x="1541" y="1"/>
                      <a:pt x="1033" y="147"/>
                      <a:pt x="986" y="274"/>
                    </a:cubicBezTo>
                    <a:cubicBezTo>
                      <a:pt x="473" y="1081"/>
                      <a:pt x="1" y="3101"/>
                      <a:pt x="1347" y="3118"/>
                    </a:cubicBezTo>
                    <a:lnTo>
                      <a:pt x="4068" y="3307"/>
                    </a:lnTo>
                    <a:cubicBezTo>
                      <a:pt x="4068" y="3307"/>
                      <a:pt x="5277" y="1709"/>
                      <a:pt x="4504" y="869"/>
                    </a:cubicBezTo>
                    <a:cubicBezTo>
                      <a:pt x="3890" y="202"/>
                      <a:pt x="2944" y="1"/>
                      <a:pt x="2186" y="1"/>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5"/>
              <p:cNvSpPr/>
              <p:nvPr/>
            </p:nvSpPr>
            <p:spPr>
              <a:xfrm>
                <a:off x="7348450" y="1524050"/>
                <a:ext cx="135475" cy="163150"/>
              </a:xfrm>
              <a:custGeom>
                <a:avLst/>
                <a:gdLst/>
                <a:ahLst/>
                <a:cxnLst/>
                <a:rect l="l" t="t" r="r" b="b"/>
                <a:pathLst>
                  <a:path w="5419" h="6526" extrusionOk="0">
                    <a:moveTo>
                      <a:pt x="4340" y="0"/>
                    </a:moveTo>
                    <a:lnTo>
                      <a:pt x="674" y="1704"/>
                    </a:lnTo>
                    <a:cubicBezTo>
                      <a:pt x="1393" y="2908"/>
                      <a:pt x="0" y="3626"/>
                      <a:pt x="894" y="5489"/>
                    </a:cubicBezTo>
                    <a:cubicBezTo>
                      <a:pt x="1246" y="6221"/>
                      <a:pt x="2001" y="6526"/>
                      <a:pt x="2789" y="6526"/>
                    </a:cubicBezTo>
                    <a:cubicBezTo>
                      <a:pt x="3211" y="6526"/>
                      <a:pt x="3643" y="6439"/>
                      <a:pt x="4028" y="6283"/>
                    </a:cubicBezTo>
                    <a:cubicBezTo>
                      <a:pt x="5002" y="5890"/>
                      <a:pt x="5419" y="5071"/>
                      <a:pt x="5107" y="4285"/>
                    </a:cubicBezTo>
                    <a:cubicBezTo>
                      <a:pt x="4663" y="3167"/>
                      <a:pt x="4436" y="1980"/>
                      <a:pt x="4403" y="778"/>
                    </a:cubicBezTo>
                    <a:cubicBezTo>
                      <a:pt x="4396" y="520"/>
                      <a:pt x="4376" y="259"/>
                      <a:pt x="4340"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5"/>
              <p:cNvSpPr/>
              <p:nvPr/>
            </p:nvSpPr>
            <p:spPr>
              <a:xfrm>
                <a:off x="7358300" y="1553850"/>
                <a:ext cx="28275" cy="37725"/>
              </a:xfrm>
              <a:custGeom>
                <a:avLst/>
                <a:gdLst/>
                <a:ahLst/>
                <a:cxnLst/>
                <a:rect l="l" t="t" r="r" b="b"/>
                <a:pathLst>
                  <a:path w="1131" h="1509" extrusionOk="0">
                    <a:moveTo>
                      <a:pt x="575" y="0"/>
                    </a:moveTo>
                    <a:cubicBezTo>
                      <a:pt x="401" y="0"/>
                      <a:pt x="198" y="126"/>
                      <a:pt x="1" y="432"/>
                    </a:cubicBezTo>
                    <a:lnTo>
                      <a:pt x="121" y="1427"/>
                    </a:lnTo>
                    <a:cubicBezTo>
                      <a:pt x="121" y="1427"/>
                      <a:pt x="276" y="1509"/>
                      <a:pt x="460" y="1509"/>
                    </a:cubicBezTo>
                    <a:cubicBezTo>
                      <a:pt x="664" y="1509"/>
                      <a:pt x="903" y="1408"/>
                      <a:pt x="1004" y="984"/>
                    </a:cubicBezTo>
                    <a:cubicBezTo>
                      <a:pt x="1130" y="455"/>
                      <a:pt x="906" y="0"/>
                      <a:pt x="575" y="0"/>
                    </a:cubicBezTo>
                    <a:close/>
                  </a:path>
                </a:pathLst>
              </a:custGeom>
              <a:solidFill>
                <a:srgbClr val="AF7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5"/>
              <p:cNvSpPr/>
              <p:nvPr/>
            </p:nvSpPr>
            <p:spPr>
              <a:xfrm>
                <a:off x="7362225" y="1589525"/>
                <a:ext cx="11050" cy="11050"/>
              </a:xfrm>
              <a:custGeom>
                <a:avLst/>
                <a:gdLst/>
                <a:ahLst/>
                <a:cxnLst/>
                <a:rect l="l" t="t" r="r" b="b"/>
                <a:pathLst>
                  <a:path w="442" h="442" extrusionOk="0">
                    <a:moveTo>
                      <a:pt x="221" y="0"/>
                    </a:moveTo>
                    <a:cubicBezTo>
                      <a:pt x="100" y="0"/>
                      <a:pt x="0" y="100"/>
                      <a:pt x="0" y="221"/>
                    </a:cubicBezTo>
                    <a:cubicBezTo>
                      <a:pt x="0" y="342"/>
                      <a:pt x="100" y="442"/>
                      <a:pt x="221" y="442"/>
                    </a:cubicBezTo>
                    <a:cubicBezTo>
                      <a:pt x="343" y="442"/>
                      <a:pt x="442" y="342"/>
                      <a:pt x="442" y="221"/>
                    </a:cubicBezTo>
                    <a:cubicBezTo>
                      <a:pt x="442" y="100"/>
                      <a:pt x="343" y="0"/>
                      <a:pt x="2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5"/>
              <p:cNvSpPr/>
              <p:nvPr/>
            </p:nvSpPr>
            <p:spPr>
              <a:xfrm>
                <a:off x="7361525" y="1569150"/>
                <a:ext cx="9950" cy="12275"/>
              </a:xfrm>
              <a:custGeom>
                <a:avLst/>
                <a:gdLst/>
                <a:ahLst/>
                <a:cxnLst/>
                <a:rect l="l" t="t" r="r" b="b"/>
                <a:pathLst>
                  <a:path w="398" h="491" fill="none" extrusionOk="0">
                    <a:moveTo>
                      <a:pt x="1" y="491"/>
                    </a:moveTo>
                    <a:lnTo>
                      <a:pt x="398" y="0"/>
                    </a:lnTo>
                  </a:path>
                </a:pathLst>
              </a:custGeom>
              <a:noFill/>
              <a:ln w="475" cap="flat" cmpd="sng">
                <a:solidFill>
                  <a:srgbClr val="4F333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5"/>
              <p:cNvSpPr/>
              <p:nvPr/>
            </p:nvSpPr>
            <p:spPr>
              <a:xfrm>
                <a:off x="7306000" y="1788000"/>
                <a:ext cx="186250" cy="328025"/>
              </a:xfrm>
              <a:custGeom>
                <a:avLst/>
                <a:gdLst/>
                <a:ahLst/>
                <a:cxnLst/>
                <a:rect l="l" t="t" r="r" b="b"/>
                <a:pathLst>
                  <a:path w="7450" h="13121" extrusionOk="0">
                    <a:moveTo>
                      <a:pt x="4616" y="1"/>
                    </a:moveTo>
                    <a:lnTo>
                      <a:pt x="4149" y="3"/>
                    </a:lnTo>
                    <a:lnTo>
                      <a:pt x="1081" y="18"/>
                    </a:lnTo>
                    <a:lnTo>
                      <a:pt x="1" y="13121"/>
                    </a:lnTo>
                    <a:lnTo>
                      <a:pt x="7450" y="13121"/>
                    </a:lnTo>
                    <a:lnTo>
                      <a:pt x="6875" y="11329"/>
                    </a:lnTo>
                    <a:cubicBezTo>
                      <a:pt x="6875" y="11329"/>
                      <a:pt x="6819" y="4563"/>
                      <a:pt x="6510" y="3400"/>
                    </a:cubicBezTo>
                    <a:cubicBezTo>
                      <a:pt x="6310" y="2644"/>
                      <a:pt x="5911" y="1885"/>
                      <a:pt x="5531" y="1278"/>
                    </a:cubicBezTo>
                    <a:cubicBezTo>
                      <a:pt x="5058" y="523"/>
                      <a:pt x="4616" y="1"/>
                      <a:pt x="46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5"/>
              <p:cNvSpPr/>
              <p:nvPr/>
            </p:nvSpPr>
            <p:spPr>
              <a:xfrm>
                <a:off x="7330100" y="1788000"/>
                <a:ext cx="114200" cy="35675"/>
              </a:xfrm>
              <a:custGeom>
                <a:avLst/>
                <a:gdLst/>
                <a:ahLst/>
                <a:cxnLst/>
                <a:rect l="l" t="t" r="r" b="b"/>
                <a:pathLst>
                  <a:path w="4568" h="1427" extrusionOk="0">
                    <a:moveTo>
                      <a:pt x="3652" y="1"/>
                    </a:moveTo>
                    <a:lnTo>
                      <a:pt x="3185" y="3"/>
                    </a:lnTo>
                    <a:lnTo>
                      <a:pt x="117" y="18"/>
                    </a:lnTo>
                    <a:lnTo>
                      <a:pt x="0" y="1426"/>
                    </a:lnTo>
                    <a:lnTo>
                      <a:pt x="4567" y="1278"/>
                    </a:lnTo>
                    <a:cubicBezTo>
                      <a:pt x="4094" y="523"/>
                      <a:pt x="3652" y="1"/>
                      <a:pt x="36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5"/>
              <p:cNvSpPr/>
              <p:nvPr/>
            </p:nvSpPr>
            <p:spPr>
              <a:xfrm>
                <a:off x="7409425" y="1788000"/>
                <a:ext cx="82825" cy="328025"/>
              </a:xfrm>
              <a:custGeom>
                <a:avLst/>
                <a:gdLst/>
                <a:ahLst/>
                <a:cxnLst/>
                <a:rect l="l" t="t" r="r" b="b"/>
                <a:pathLst>
                  <a:path w="3313" h="13121" extrusionOk="0">
                    <a:moveTo>
                      <a:pt x="479" y="1"/>
                    </a:moveTo>
                    <a:lnTo>
                      <a:pt x="12" y="3"/>
                    </a:lnTo>
                    <a:lnTo>
                      <a:pt x="1" y="71"/>
                    </a:lnTo>
                    <a:cubicBezTo>
                      <a:pt x="2804" y="3314"/>
                      <a:pt x="1394" y="11251"/>
                      <a:pt x="1394" y="11251"/>
                    </a:cubicBezTo>
                    <a:lnTo>
                      <a:pt x="1879" y="13121"/>
                    </a:lnTo>
                    <a:lnTo>
                      <a:pt x="3313" y="13121"/>
                    </a:lnTo>
                    <a:lnTo>
                      <a:pt x="2738" y="11329"/>
                    </a:lnTo>
                    <a:cubicBezTo>
                      <a:pt x="2738" y="11329"/>
                      <a:pt x="2682" y="4563"/>
                      <a:pt x="2373" y="3400"/>
                    </a:cubicBezTo>
                    <a:cubicBezTo>
                      <a:pt x="1923" y="1702"/>
                      <a:pt x="479" y="1"/>
                      <a:pt x="4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5"/>
              <p:cNvSpPr/>
              <p:nvPr/>
            </p:nvSpPr>
            <p:spPr>
              <a:xfrm>
                <a:off x="7380675" y="1908975"/>
                <a:ext cx="82400" cy="10550"/>
              </a:xfrm>
              <a:custGeom>
                <a:avLst/>
                <a:gdLst/>
                <a:ahLst/>
                <a:cxnLst/>
                <a:rect l="l" t="t" r="r" b="b"/>
                <a:pathLst>
                  <a:path w="3296" h="422" fill="none" extrusionOk="0">
                    <a:moveTo>
                      <a:pt x="3296" y="1"/>
                    </a:moveTo>
                    <a:lnTo>
                      <a:pt x="1" y="421"/>
                    </a:lnTo>
                  </a:path>
                </a:pathLst>
              </a:custGeom>
              <a:noFill/>
              <a:ln w="950"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5"/>
              <p:cNvSpPr/>
              <p:nvPr/>
            </p:nvSpPr>
            <p:spPr>
              <a:xfrm>
                <a:off x="7180825" y="1713375"/>
                <a:ext cx="144450" cy="78350"/>
              </a:xfrm>
              <a:custGeom>
                <a:avLst/>
                <a:gdLst/>
                <a:ahLst/>
                <a:cxnLst/>
                <a:rect l="l" t="t" r="r" b="b"/>
                <a:pathLst>
                  <a:path w="5778" h="3134" extrusionOk="0">
                    <a:moveTo>
                      <a:pt x="755" y="1"/>
                    </a:moveTo>
                    <a:lnTo>
                      <a:pt x="1" y="499"/>
                    </a:lnTo>
                    <a:cubicBezTo>
                      <a:pt x="1" y="499"/>
                      <a:pt x="1678" y="2399"/>
                      <a:pt x="3701" y="3061"/>
                    </a:cubicBezTo>
                    <a:cubicBezTo>
                      <a:pt x="3854" y="3111"/>
                      <a:pt x="4000" y="3134"/>
                      <a:pt x="4137" y="3134"/>
                    </a:cubicBezTo>
                    <a:cubicBezTo>
                      <a:pt x="5251" y="3134"/>
                      <a:pt x="5778" y="1637"/>
                      <a:pt x="4430" y="1083"/>
                    </a:cubicBezTo>
                    <a:lnTo>
                      <a:pt x="755" y="1"/>
                    </a:lnTo>
                    <a:close/>
                  </a:path>
                </a:pathLst>
              </a:custGeom>
              <a:solidFill>
                <a:srgbClr val="AF7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5"/>
              <p:cNvSpPr/>
              <p:nvPr/>
            </p:nvSpPr>
            <p:spPr>
              <a:xfrm>
                <a:off x="7134425" y="1675925"/>
                <a:ext cx="69950" cy="56825"/>
              </a:xfrm>
              <a:custGeom>
                <a:avLst/>
                <a:gdLst/>
                <a:ahLst/>
                <a:cxnLst/>
                <a:rect l="l" t="t" r="r" b="b"/>
                <a:pathLst>
                  <a:path w="2798" h="2273" extrusionOk="0">
                    <a:moveTo>
                      <a:pt x="0" y="0"/>
                    </a:moveTo>
                    <a:lnTo>
                      <a:pt x="1874" y="2014"/>
                    </a:lnTo>
                    <a:lnTo>
                      <a:pt x="2541" y="2273"/>
                    </a:lnTo>
                    <a:lnTo>
                      <a:pt x="2797" y="853"/>
                    </a:lnTo>
                    <a:lnTo>
                      <a:pt x="0" y="0"/>
                    </a:lnTo>
                    <a:close/>
                  </a:path>
                </a:pathLst>
              </a:custGeom>
              <a:solidFill>
                <a:srgbClr val="AF7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5"/>
              <p:cNvSpPr/>
              <p:nvPr/>
            </p:nvSpPr>
            <p:spPr>
              <a:xfrm>
                <a:off x="7189775" y="1686200"/>
                <a:ext cx="20550" cy="14625"/>
              </a:xfrm>
              <a:custGeom>
                <a:avLst/>
                <a:gdLst/>
                <a:ahLst/>
                <a:cxnLst/>
                <a:rect l="l" t="t" r="r" b="b"/>
                <a:pathLst>
                  <a:path w="822" h="585" extrusionOk="0">
                    <a:moveTo>
                      <a:pt x="408" y="1"/>
                    </a:moveTo>
                    <a:cubicBezTo>
                      <a:pt x="374" y="1"/>
                      <a:pt x="339" y="5"/>
                      <a:pt x="305" y="14"/>
                    </a:cubicBezTo>
                    <a:cubicBezTo>
                      <a:pt x="154" y="55"/>
                      <a:pt x="42" y="180"/>
                      <a:pt x="18" y="334"/>
                    </a:cubicBezTo>
                    <a:cubicBezTo>
                      <a:pt x="0" y="442"/>
                      <a:pt x="79" y="541"/>
                      <a:pt x="188" y="549"/>
                    </a:cubicBezTo>
                    <a:lnTo>
                      <a:pt x="601" y="584"/>
                    </a:lnTo>
                    <a:cubicBezTo>
                      <a:pt x="606" y="584"/>
                      <a:pt x="611" y="584"/>
                      <a:pt x="617" y="584"/>
                    </a:cubicBezTo>
                    <a:cubicBezTo>
                      <a:pt x="732" y="584"/>
                      <a:pt x="821" y="481"/>
                      <a:pt x="802" y="365"/>
                    </a:cubicBezTo>
                    <a:lnTo>
                      <a:pt x="795" y="328"/>
                    </a:lnTo>
                    <a:cubicBezTo>
                      <a:pt x="762" y="134"/>
                      <a:pt x="594" y="1"/>
                      <a:pt x="408" y="1"/>
                    </a:cubicBezTo>
                    <a:close/>
                  </a:path>
                </a:pathLst>
              </a:custGeom>
              <a:solidFill>
                <a:srgbClr val="AF7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5"/>
              <p:cNvSpPr/>
              <p:nvPr/>
            </p:nvSpPr>
            <p:spPr>
              <a:xfrm>
                <a:off x="7124150" y="1654475"/>
                <a:ext cx="52150" cy="38725"/>
              </a:xfrm>
              <a:custGeom>
                <a:avLst/>
                <a:gdLst/>
                <a:ahLst/>
                <a:cxnLst/>
                <a:rect l="l" t="t" r="r" b="b"/>
                <a:pathLst>
                  <a:path w="2086" h="1549" extrusionOk="0">
                    <a:moveTo>
                      <a:pt x="287" y="0"/>
                    </a:moveTo>
                    <a:cubicBezTo>
                      <a:pt x="175" y="0"/>
                      <a:pt x="66" y="64"/>
                      <a:pt x="14" y="172"/>
                    </a:cubicBezTo>
                    <a:cubicBezTo>
                      <a:pt x="12" y="177"/>
                      <a:pt x="10" y="182"/>
                      <a:pt x="9" y="187"/>
                    </a:cubicBezTo>
                    <a:cubicBezTo>
                      <a:pt x="1" y="220"/>
                      <a:pt x="14" y="257"/>
                      <a:pt x="45" y="275"/>
                    </a:cubicBezTo>
                    <a:cubicBezTo>
                      <a:pt x="236" y="389"/>
                      <a:pt x="367" y="583"/>
                      <a:pt x="402" y="803"/>
                    </a:cubicBezTo>
                    <a:lnTo>
                      <a:pt x="411" y="859"/>
                    </a:lnTo>
                    <a:lnTo>
                      <a:pt x="2086" y="1549"/>
                    </a:lnTo>
                    <a:lnTo>
                      <a:pt x="2046" y="1518"/>
                    </a:lnTo>
                    <a:lnTo>
                      <a:pt x="807" y="571"/>
                    </a:lnTo>
                    <a:cubicBezTo>
                      <a:pt x="798" y="378"/>
                      <a:pt x="695" y="203"/>
                      <a:pt x="530" y="100"/>
                    </a:cubicBezTo>
                    <a:lnTo>
                      <a:pt x="520" y="94"/>
                    </a:lnTo>
                    <a:lnTo>
                      <a:pt x="425" y="35"/>
                    </a:lnTo>
                    <a:cubicBezTo>
                      <a:pt x="403" y="24"/>
                      <a:pt x="380" y="14"/>
                      <a:pt x="359" y="9"/>
                    </a:cubicBezTo>
                    <a:cubicBezTo>
                      <a:pt x="335" y="3"/>
                      <a:pt x="311" y="0"/>
                      <a:pt x="287" y="0"/>
                    </a:cubicBezTo>
                    <a:close/>
                  </a:path>
                </a:pathLst>
              </a:custGeom>
              <a:solidFill>
                <a:srgbClr val="AF7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5"/>
              <p:cNvSpPr/>
              <p:nvPr/>
            </p:nvSpPr>
            <p:spPr>
              <a:xfrm>
                <a:off x="7130625" y="1656825"/>
                <a:ext cx="29100" cy="34550"/>
              </a:xfrm>
              <a:custGeom>
                <a:avLst/>
                <a:gdLst/>
                <a:ahLst/>
                <a:cxnLst/>
                <a:rect l="l" t="t" r="r" b="b"/>
                <a:pathLst>
                  <a:path w="1164" h="1382" extrusionOk="0">
                    <a:moveTo>
                      <a:pt x="261" y="0"/>
                    </a:moveTo>
                    <a:cubicBezTo>
                      <a:pt x="158" y="7"/>
                      <a:pt x="62" y="69"/>
                      <a:pt x="14" y="171"/>
                    </a:cubicBezTo>
                    <a:cubicBezTo>
                      <a:pt x="12" y="175"/>
                      <a:pt x="9" y="181"/>
                      <a:pt x="8" y="186"/>
                    </a:cubicBezTo>
                    <a:cubicBezTo>
                      <a:pt x="0" y="219"/>
                      <a:pt x="14" y="255"/>
                      <a:pt x="45" y="274"/>
                    </a:cubicBezTo>
                    <a:cubicBezTo>
                      <a:pt x="236" y="388"/>
                      <a:pt x="397" y="562"/>
                      <a:pt x="431" y="928"/>
                    </a:cubicBezTo>
                    <a:lnTo>
                      <a:pt x="1164" y="1381"/>
                    </a:lnTo>
                    <a:lnTo>
                      <a:pt x="614" y="880"/>
                    </a:lnTo>
                    <a:lnTo>
                      <a:pt x="548" y="477"/>
                    </a:lnTo>
                    <a:cubicBezTo>
                      <a:pt x="539" y="284"/>
                      <a:pt x="436" y="109"/>
                      <a:pt x="271" y="6"/>
                    </a:cubicBezTo>
                    <a:lnTo>
                      <a:pt x="261" y="0"/>
                    </a:lnTo>
                    <a:close/>
                  </a:path>
                </a:pathLst>
              </a:custGeom>
              <a:solidFill>
                <a:srgbClr val="8E51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5"/>
              <p:cNvSpPr/>
              <p:nvPr/>
            </p:nvSpPr>
            <p:spPr>
              <a:xfrm>
                <a:off x="7135625" y="1657375"/>
                <a:ext cx="52250" cy="38725"/>
              </a:xfrm>
              <a:custGeom>
                <a:avLst/>
                <a:gdLst/>
                <a:ahLst/>
                <a:cxnLst/>
                <a:rect l="l" t="t" r="r" b="b"/>
                <a:pathLst>
                  <a:path w="2090" h="1549" extrusionOk="0">
                    <a:moveTo>
                      <a:pt x="289" y="0"/>
                    </a:moveTo>
                    <a:cubicBezTo>
                      <a:pt x="177" y="0"/>
                      <a:pt x="69" y="63"/>
                      <a:pt x="17" y="172"/>
                    </a:cubicBezTo>
                    <a:cubicBezTo>
                      <a:pt x="0" y="209"/>
                      <a:pt x="13" y="254"/>
                      <a:pt x="48" y="275"/>
                    </a:cubicBezTo>
                    <a:cubicBezTo>
                      <a:pt x="239" y="390"/>
                      <a:pt x="369" y="583"/>
                      <a:pt x="405" y="803"/>
                    </a:cubicBezTo>
                    <a:lnTo>
                      <a:pt x="414" y="858"/>
                    </a:lnTo>
                    <a:lnTo>
                      <a:pt x="2090" y="1548"/>
                    </a:lnTo>
                    <a:lnTo>
                      <a:pt x="810" y="572"/>
                    </a:lnTo>
                    <a:cubicBezTo>
                      <a:pt x="800" y="379"/>
                      <a:pt x="696" y="202"/>
                      <a:pt x="533" y="100"/>
                    </a:cubicBezTo>
                    <a:lnTo>
                      <a:pt x="428" y="34"/>
                    </a:lnTo>
                    <a:cubicBezTo>
                      <a:pt x="383" y="11"/>
                      <a:pt x="336" y="0"/>
                      <a:pt x="289" y="0"/>
                    </a:cubicBezTo>
                    <a:close/>
                  </a:path>
                </a:pathLst>
              </a:custGeom>
              <a:solidFill>
                <a:srgbClr val="AF7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5"/>
              <p:cNvSpPr/>
              <p:nvPr/>
            </p:nvSpPr>
            <p:spPr>
              <a:xfrm>
                <a:off x="7330775" y="1492425"/>
                <a:ext cx="62200" cy="51625"/>
              </a:xfrm>
              <a:custGeom>
                <a:avLst/>
                <a:gdLst/>
                <a:ahLst/>
                <a:cxnLst/>
                <a:rect l="l" t="t" r="r" b="b"/>
                <a:pathLst>
                  <a:path w="2488" h="2065" extrusionOk="0">
                    <a:moveTo>
                      <a:pt x="1721" y="0"/>
                    </a:moveTo>
                    <a:cubicBezTo>
                      <a:pt x="1634" y="0"/>
                      <a:pt x="1521" y="27"/>
                      <a:pt x="1380" y="88"/>
                    </a:cubicBezTo>
                    <a:cubicBezTo>
                      <a:pt x="1" y="677"/>
                      <a:pt x="476" y="1542"/>
                      <a:pt x="1374" y="2064"/>
                    </a:cubicBezTo>
                    <a:cubicBezTo>
                      <a:pt x="1374" y="2064"/>
                      <a:pt x="2487" y="0"/>
                      <a:pt x="1721"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97" name="Google Shape;197;p15"/>
            <p:cNvCxnSpPr/>
            <p:nvPr/>
          </p:nvCxnSpPr>
          <p:spPr>
            <a:xfrm>
              <a:off x="5638950" y="3861513"/>
              <a:ext cx="2579400" cy="0"/>
            </a:xfrm>
            <a:prstGeom prst="straightConnector1">
              <a:avLst/>
            </a:prstGeom>
            <a:noFill/>
            <a:ln w="19050" cap="flat" cmpd="sng">
              <a:solidFill>
                <a:schemeClr val="accent6"/>
              </a:solidFill>
              <a:prstDash val="solid"/>
              <a:round/>
              <a:headEnd type="none" w="med" len="med"/>
              <a:tailEnd type="none" w="med" len="med"/>
            </a:ln>
          </p:spPr>
        </p:cxnSp>
      </p:grpSp>
      <p:cxnSp>
        <p:nvCxnSpPr>
          <p:cNvPr id="3" name="Straight Connector 2">
            <a:extLst>
              <a:ext uri="{FF2B5EF4-FFF2-40B4-BE49-F238E27FC236}">
                <a16:creationId xmlns:a16="http://schemas.microsoft.com/office/drawing/2014/main" id="{8F0DB6F4-FB22-B5F6-D49E-C821736D2BE8}"/>
              </a:ext>
            </a:extLst>
          </p:cNvPr>
          <p:cNvCxnSpPr/>
          <p:nvPr/>
        </p:nvCxnSpPr>
        <p:spPr>
          <a:xfrm>
            <a:off x="379141" y="2571750"/>
            <a:ext cx="4497659"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8"/>
        <p:cNvGrpSpPr/>
        <p:nvPr/>
      </p:nvGrpSpPr>
      <p:grpSpPr>
        <a:xfrm>
          <a:off x="0" y="0"/>
          <a:ext cx="0" cy="0"/>
          <a:chOff x="0" y="0"/>
          <a:chExt cx="0" cy="0"/>
        </a:xfrm>
      </p:grpSpPr>
      <p:sp>
        <p:nvSpPr>
          <p:cNvPr id="1331" name="Google Shape;1331;p31"/>
          <p:cNvSpPr/>
          <p:nvPr/>
        </p:nvSpPr>
        <p:spPr>
          <a:xfrm>
            <a:off x="353975" y="276175"/>
            <a:ext cx="5057700"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1333" name="Google Shape;1333;p31"/>
          <p:cNvGrpSpPr/>
          <p:nvPr/>
        </p:nvGrpSpPr>
        <p:grpSpPr>
          <a:xfrm>
            <a:off x="476711" y="500666"/>
            <a:ext cx="441436" cy="441224"/>
            <a:chOff x="5020347" y="2784874"/>
            <a:chExt cx="441436" cy="441224"/>
          </a:xfrm>
        </p:grpSpPr>
        <p:sp>
          <p:nvSpPr>
            <p:cNvPr id="1334" name="Google Shape;1334;p31"/>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1"/>
            <p:cNvSpPr/>
            <p:nvPr/>
          </p:nvSpPr>
          <p:spPr>
            <a:xfrm>
              <a:off x="5139915" y="2924267"/>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2" name="Google Shape;1342;p31"/>
          <p:cNvGrpSpPr/>
          <p:nvPr/>
        </p:nvGrpSpPr>
        <p:grpSpPr>
          <a:xfrm>
            <a:off x="6353330" y="1695700"/>
            <a:ext cx="2134783" cy="3055056"/>
            <a:chOff x="6353330" y="1695700"/>
            <a:chExt cx="2134783" cy="3055056"/>
          </a:xfrm>
        </p:grpSpPr>
        <p:sp>
          <p:nvSpPr>
            <p:cNvPr id="1343" name="Google Shape;1343;p31"/>
            <p:cNvSpPr/>
            <p:nvPr/>
          </p:nvSpPr>
          <p:spPr>
            <a:xfrm flipH="1">
              <a:off x="7452292" y="4704672"/>
              <a:ext cx="492085" cy="24653"/>
            </a:xfrm>
            <a:custGeom>
              <a:avLst/>
              <a:gdLst/>
              <a:ahLst/>
              <a:cxnLst/>
              <a:rect l="l" t="t" r="r" b="b"/>
              <a:pathLst>
                <a:path w="5549" h="278" extrusionOk="0">
                  <a:moveTo>
                    <a:pt x="1" y="278"/>
                  </a:moveTo>
                  <a:lnTo>
                    <a:pt x="5545" y="278"/>
                  </a:lnTo>
                  <a:lnTo>
                    <a:pt x="5548" y="1"/>
                  </a:lnTo>
                  <a:lnTo>
                    <a:pt x="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1"/>
            <p:cNvSpPr/>
            <p:nvPr/>
          </p:nvSpPr>
          <p:spPr>
            <a:xfrm flipH="1">
              <a:off x="6744018" y="4704672"/>
              <a:ext cx="478074" cy="24653"/>
            </a:xfrm>
            <a:custGeom>
              <a:avLst/>
              <a:gdLst/>
              <a:ahLst/>
              <a:cxnLst/>
              <a:rect l="l" t="t" r="r" b="b"/>
              <a:pathLst>
                <a:path w="5391" h="278" extrusionOk="0">
                  <a:moveTo>
                    <a:pt x="1" y="278"/>
                  </a:moveTo>
                  <a:lnTo>
                    <a:pt x="5391" y="278"/>
                  </a:lnTo>
                  <a:lnTo>
                    <a:pt x="5391" y="1"/>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5" name="Google Shape;1345;p31"/>
            <p:cNvGrpSpPr/>
            <p:nvPr/>
          </p:nvGrpSpPr>
          <p:grpSpPr>
            <a:xfrm>
              <a:off x="6353330" y="1695700"/>
              <a:ext cx="2134783" cy="3055056"/>
              <a:chOff x="6552140" y="1695700"/>
              <a:chExt cx="2134783" cy="3055056"/>
            </a:xfrm>
          </p:grpSpPr>
          <p:grpSp>
            <p:nvGrpSpPr>
              <p:cNvPr id="1346" name="Google Shape;1346;p31"/>
              <p:cNvGrpSpPr/>
              <p:nvPr/>
            </p:nvGrpSpPr>
            <p:grpSpPr>
              <a:xfrm>
                <a:off x="7529906" y="3054911"/>
                <a:ext cx="1157017" cy="1695846"/>
                <a:chOff x="6690102" y="2206739"/>
                <a:chExt cx="787194" cy="1153793"/>
              </a:xfrm>
            </p:grpSpPr>
            <p:sp>
              <p:nvSpPr>
                <p:cNvPr id="1347" name="Google Shape;1347;p31"/>
                <p:cNvSpPr/>
                <p:nvPr/>
              </p:nvSpPr>
              <p:spPr>
                <a:xfrm rot="-900050">
                  <a:off x="7040061" y="2822022"/>
                  <a:ext cx="140524" cy="529344"/>
                </a:xfrm>
                <a:custGeom>
                  <a:avLst/>
                  <a:gdLst/>
                  <a:ahLst/>
                  <a:cxnLst/>
                  <a:rect l="l" t="t" r="r" b="b"/>
                  <a:pathLst>
                    <a:path w="2819" h="10619" extrusionOk="0">
                      <a:moveTo>
                        <a:pt x="1633"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1"/>
                <p:cNvSpPr/>
                <p:nvPr/>
              </p:nvSpPr>
              <p:spPr>
                <a:xfrm>
                  <a:off x="6690102" y="2831200"/>
                  <a:ext cx="140520" cy="529331"/>
                </a:xfrm>
                <a:custGeom>
                  <a:avLst/>
                  <a:gdLst/>
                  <a:ahLst/>
                  <a:cxnLst/>
                  <a:rect l="l" t="t" r="r" b="b"/>
                  <a:pathLst>
                    <a:path w="2819" h="10619" extrusionOk="0">
                      <a:moveTo>
                        <a:pt x="1633"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1"/>
                <p:cNvSpPr/>
                <p:nvPr/>
              </p:nvSpPr>
              <p:spPr>
                <a:xfrm flipH="1">
                  <a:off x="7313906" y="2831200"/>
                  <a:ext cx="140520" cy="529331"/>
                </a:xfrm>
                <a:custGeom>
                  <a:avLst/>
                  <a:gdLst/>
                  <a:ahLst/>
                  <a:cxnLst/>
                  <a:rect l="l" t="t" r="r" b="b"/>
                  <a:pathLst>
                    <a:path w="2819" h="10619" extrusionOk="0">
                      <a:moveTo>
                        <a:pt x="1633"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0" name="Google Shape;1350;p31"/>
                <p:cNvGrpSpPr/>
                <p:nvPr/>
              </p:nvGrpSpPr>
              <p:grpSpPr>
                <a:xfrm>
                  <a:off x="6784074" y="2206739"/>
                  <a:ext cx="693222" cy="636392"/>
                  <a:chOff x="6784074" y="2206739"/>
                  <a:chExt cx="693222" cy="636392"/>
                </a:xfrm>
              </p:grpSpPr>
              <p:sp>
                <p:nvSpPr>
                  <p:cNvPr id="1351" name="Google Shape;1351;p31"/>
                  <p:cNvSpPr/>
                  <p:nvPr/>
                </p:nvSpPr>
                <p:spPr>
                  <a:xfrm>
                    <a:off x="6784421" y="2206739"/>
                    <a:ext cx="406990" cy="599480"/>
                  </a:xfrm>
                  <a:custGeom>
                    <a:avLst/>
                    <a:gdLst/>
                    <a:ahLst/>
                    <a:cxnLst/>
                    <a:rect l="l" t="t" r="r" b="b"/>
                    <a:pathLst>
                      <a:path w="8210" h="12093" extrusionOk="0">
                        <a:moveTo>
                          <a:pt x="3828" y="1"/>
                        </a:moveTo>
                        <a:cubicBezTo>
                          <a:pt x="1850" y="1"/>
                          <a:pt x="222" y="1582"/>
                          <a:pt x="176" y="3571"/>
                        </a:cubicBezTo>
                        <a:lnTo>
                          <a:pt x="27" y="9905"/>
                        </a:lnTo>
                        <a:cubicBezTo>
                          <a:pt x="1" y="11010"/>
                          <a:pt x="875" y="11926"/>
                          <a:pt x="1980" y="11953"/>
                        </a:cubicBezTo>
                        <a:lnTo>
                          <a:pt x="7968" y="12092"/>
                        </a:lnTo>
                        <a:lnTo>
                          <a:pt x="8163" y="3758"/>
                        </a:lnTo>
                        <a:cubicBezTo>
                          <a:pt x="8210" y="1739"/>
                          <a:pt x="6613" y="66"/>
                          <a:pt x="4594" y="18"/>
                        </a:cubicBezTo>
                        <a:lnTo>
                          <a:pt x="3915" y="2"/>
                        </a:lnTo>
                        <a:cubicBezTo>
                          <a:pt x="3886" y="1"/>
                          <a:pt x="3857" y="1"/>
                          <a:pt x="382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1"/>
                  <p:cNvSpPr/>
                  <p:nvPr/>
                </p:nvSpPr>
                <p:spPr>
                  <a:xfrm>
                    <a:off x="6786305" y="2531717"/>
                    <a:ext cx="690991" cy="311414"/>
                  </a:xfrm>
                  <a:custGeom>
                    <a:avLst/>
                    <a:gdLst/>
                    <a:ahLst/>
                    <a:cxnLst/>
                    <a:rect l="l" t="t" r="r" b="b"/>
                    <a:pathLst>
                      <a:path w="13939" h="6282" extrusionOk="0">
                        <a:moveTo>
                          <a:pt x="120" y="0"/>
                        </a:moveTo>
                        <a:lnTo>
                          <a:pt x="24" y="4077"/>
                        </a:lnTo>
                        <a:cubicBezTo>
                          <a:pt x="0" y="5140"/>
                          <a:pt x="842" y="6021"/>
                          <a:pt x="1905" y="6047"/>
                        </a:cubicBezTo>
                        <a:lnTo>
                          <a:pt x="11892" y="6281"/>
                        </a:lnTo>
                        <a:cubicBezTo>
                          <a:pt x="11907" y="6281"/>
                          <a:pt x="11923" y="6281"/>
                          <a:pt x="11938" y="6281"/>
                        </a:cubicBezTo>
                        <a:cubicBezTo>
                          <a:pt x="12980" y="6281"/>
                          <a:pt x="13838" y="5448"/>
                          <a:pt x="13863" y="4400"/>
                        </a:cubicBezTo>
                        <a:lnTo>
                          <a:pt x="13913" y="2250"/>
                        </a:lnTo>
                        <a:cubicBezTo>
                          <a:pt x="13938" y="1187"/>
                          <a:pt x="13096" y="304"/>
                          <a:pt x="12032" y="279"/>
                        </a:cubicBezTo>
                        <a:lnTo>
                          <a:pt x="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1"/>
                  <p:cNvSpPr/>
                  <p:nvPr/>
                </p:nvSpPr>
                <p:spPr>
                  <a:xfrm>
                    <a:off x="6844996" y="2208573"/>
                    <a:ext cx="352659" cy="598439"/>
                  </a:xfrm>
                  <a:custGeom>
                    <a:avLst/>
                    <a:gdLst/>
                    <a:ahLst/>
                    <a:cxnLst/>
                    <a:rect l="l" t="t" r="r" b="b"/>
                    <a:pathLst>
                      <a:path w="7114" h="12072" extrusionOk="0">
                        <a:moveTo>
                          <a:pt x="3624" y="0"/>
                        </a:moveTo>
                        <a:cubicBezTo>
                          <a:pt x="1758" y="0"/>
                          <a:pt x="225" y="1490"/>
                          <a:pt x="181" y="3365"/>
                        </a:cubicBezTo>
                        <a:lnTo>
                          <a:pt x="25" y="10025"/>
                        </a:lnTo>
                        <a:cubicBezTo>
                          <a:pt x="1" y="11065"/>
                          <a:pt x="825" y="11929"/>
                          <a:pt x="1865" y="11953"/>
                        </a:cubicBezTo>
                        <a:lnTo>
                          <a:pt x="6868" y="12071"/>
                        </a:lnTo>
                        <a:lnTo>
                          <a:pt x="7069" y="3526"/>
                        </a:lnTo>
                        <a:cubicBezTo>
                          <a:pt x="7114" y="1624"/>
                          <a:pt x="5608" y="46"/>
                          <a:pt x="3706" y="1"/>
                        </a:cubicBezTo>
                        <a:cubicBezTo>
                          <a:pt x="3678" y="1"/>
                          <a:pt x="3651" y="0"/>
                          <a:pt x="36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1"/>
                  <p:cNvSpPr/>
                  <p:nvPr/>
                </p:nvSpPr>
                <p:spPr>
                  <a:xfrm>
                    <a:off x="7083580" y="2378898"/>
                    <a:ext cx="40947" cy="41988"/>
                  </a:xfrm>
                  <a:custGeom>
                    <a:avLst/>
                    <a:gdLst/>
                    <a:ahLst/>
                    <a:cxnLst/>
                    <a:rect l="l" t="t" r="r" b="b"/>
                    <a:pathLst>
                      <a:path w="826" h="847" extrusionOk="0">
                        <a:moveTo>
                          <a:pt x="413" y="0"/>
                        </a:moveTo>
                        <a:cubicBezTo>
                          <a:pt x="197" y="0"/>
                          <a:pt x="19" y="180"/>
                          <a:pt x="10" y="408"/>
                        </a:cubicBezTo>
                        <a:cubicBezTo>
                          <a:pt x="1" y="642"/>
                          <a:pt x="173" y="839"/>
                          <a:pt x="396" y="847"/>
                        </a:cubicBezTo>
                        <a:cubicBezTo>
                          <a:pt x="401" y="847"/>
                          <a:pt x="407" y="847"/>
                          <a:pt x="412" y="847"/>
                        </a:cubicBezTo>
                        <a:cubicBezTo>
                          <a:pt x="628" y="847"/>
                          <a:pt x="808" y="668"/>
                          <a:pt x="817" y="440"/>
                        </a:cubicBezTo>
                        <a:cubicBezTo>
                          <a:pt x="826" y="206"/>
                          <a:pt x="653" y="10"/>
                          <a:pt x="429" y="1"/>
                        </a:cubicBezTo>
                        <a:cubicBezTo>
                          <a:pt x="424" y="0"/>
                          <a:pt x="419" y="0"/>
                          <a:pt x="4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1"/>
                  <p:cNvSpPr/>
                  <p:nvPr/>
                </p:nvSpPr>
                <p:spPr>
                  <a:xfrm>
                    <a:off x="6957720" y="2373892"/>
                    <a:ext cx="41046" cy="42037"/>
                  </a:xfrm>
                  <a:custGeom>
                    <a:avLst/>
                    <a:gdLst/>
                    <a:ahLst/>
                    <a:cxnLst/>
                    <a:rect l="l" t="t" r="r" b="b"/>
                    <a:pathLst>
                      <a:path w="828" h="848" extrusionOk="0">
                        <a:moveTo>
                          <a:pt x="414" y="1"/>
                        </a:moveTo>
                        <a:cubicBezTo>
                          <a:pt x="199" y="1"/>
                          <a:pt x="19" y="180"/>
                          <a:pt x="10" y="408"/>
                        </a:cubicBezTo>
                        <a:cubicBezTo>
                          <a:pt x="1" y="642"/>
                          <a:pt x="174" y="839"/>
                          <a:pt x="397" y="847"/>
                        </a:cubicBezTo>
                        <a:cubicBezTo>
                          <a:pt x="403" y="847"/>
                          <a:pt x="408" y="847"/>
                          <a:pt x="413" y="847"/>
                        </a:cubicBezTo>
                        <a:cubicBezTo>
                          <a:pt x="629" y="847"/>
                          <a:pt x="808" y="669"/>
                          <a:pt x="818" y="440"/>
                        </a:cubicBezTo>
                        <a:cubicBezTo>
                          <a:pt x="827" y="207"/>
                          <a:pt x="653" y="10"/>
                          <a:pt x="430" y="1"/>
                        </a:cubicBezTo>
                        <a:cubicBezTo>
                          <a:pt x="425" y="1"/>
                          <a:pt x="420" y="1"/>
                          <a:pt x="4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1"/>
                  <p:cNvSpPr/>
                  <p:nvPr/>
                </p:nvSpPr>
                <p:spPr>
                  <a:xfrm>
                    <a:off x="6791163" y="2525925"/>
                    <a:ext cx="333970" cy="300459"/>
                  </a:xfrm>
                  <a:custGeom>
                    <a:avLst/>
                    <a:gdLst/>
                    <a:ahLst/>
                    <a:cxnLst/>
                    <a:rect l="l" t="t" r="r" b="b"/>
                    <a:pathLst>
                      <a:path w="6737" h="6061" extrusionOk="0">
                        <a:moveTo>
                          <a:pt x="113" y="0"/>
                        </a:moveTo>
                        <a:lnTo>
                          <a:pt x="59" y="2490"/>
                        </a:lnTo>
                        <a:lnTo>
                          <a:pt x="21" y="4214"/>
                        </a:lnTo>
                        <a:cubicBezTo>
                          <a:pt x="1" y="5157"/>
                          <a:pt x="688" y="5940"/>
                          <a:pt x="1553" y="5962"/>
                        </a:cubicBezTo>
                        <a:lnTo>
                          <a:pt x="2112" y="5977"/>
                        </a:lnTo>
                        <a:lnTo>
                          <a:pt x="5397" y="6060"/>
                        </a:lnTo>
                        <a:lnTo>
                          <a:pt x="6636" y="5531"/>
                        </a:lnTo>
                        <a:lnTo>
                          <a:pt x="6718" y="1718"/>
                        </a:lnTo>
                        <a:cubicBezTo>
                          <a:pt x="6736" y="863"/>
                          <a:pt x="6114" y="153"/>
                          <a:pt x="5328" y="133"/>
                        </a:cubicBezTo>
                        <a:lnTo>
                          <a:pt x="11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1"/>
                  <p:cNvSpPr/>
                  <p:nvPr/>
                </p:nvSpPr>
                <p:spPr>
                  <a:xfrm>
                    <a:off x="7114313" y="2796481"/>
                    <a:ext cx="299814" cy="13038"/>
                  </a:xfrm>
                  <a:custGeom>
                    <a:avLst/>
                    <a:gdLst/>
                    <a:ahLst/>
                    <a:cxnLst/>
                    <a:rect l="l" t="t" r="r" b="b"/>
                    <a:pathLst>
                      <a:path w="6048" h="263" extrusionOk="0">
                        <a:moveTo>
                          <a:pt x="2" y="1"/>
                        </a:moveTo>
                        <a:lnTo>
                          <a:pt x="0" y="122"/>
                        </a:lnTo>
                        <a:lnTo>
                          <a:pt x="6044" y="263"/>
                        </a:lnTo>
                        <a:lnTo>
                          <a:pt x="6048" y="141"/>
                        </a:lnTo>
                        <a:lnTo>
                          <a:pt x="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1"/>
                  <p:cNvSpPr/>
                  <p:nvPr/>
                </p:nvSpPr>
                <p:spPr>
                  <a:xfrm>
                    <a:off x="6785363" y="2530584"/>
                    <a:ext cx="333920" cy="300459"/>
                  </a:xfrm>
                  <a:custGeom>
                    <a:avLst/>
                    <a:gdLst/>
                    <a:ahLst/>
                    <a:cxnLst/>
                    <a:rect l="l" t="t" r="r" b="b"/>
                    <a:pathLst>
                      <a:path w="6736" h="6061" extrusionOk="0">
                        <a:moveTo>
                          <a:pt x="112" y="1"/>
                        </a:moveTo>
                        <a:lnTo>
                          <a:pt x="58" y="2490"/>
                        </a:lnTo>
                        <a:lnTo>
                          <a:pt x="21" y="4215"/>
                        </a:lnTo>
                        <a:cubicBezTo>
                          <a:pt x="0" y="5158"/>
                          <a:pt x="686" y="5941"/>
                          <a:pt x="1552" y="5963"/>
                        </a:cubicBezTo>
                        <a:lnTo>
                          <a:pt x="2111" y="5976"/>
                        </a:lnTo>
                        <a:lnTo>
                          <a:pt x="5396" y="6061"/>
                        </a:lnTo>
                        <a:lnTo>
                          <a:pt x="6635" y="5531"/>
                        </a:lnTo>
                        <a:lnTo>
                          <a:pt x="6716" y="1719"/>
                        </a:lnTo>
                        <a:cubicBezTo>
                          <a:pt x="6736" y="864"/>
                          <a:pt x="6113" y="154"/>
                          <a:pt x="5326" y="134"/>
                        </a:cubicBez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1"/>
                  <p:cNvSpPr/>
                  <p:nvPr/>
                </p:nvSpPr>
                <p:spPr>
                  <a:xfrm>
                    <a:off x="6784074" y="2530584"/>
                    <a:ext cx="281076" cy="300459"/>
                  </a:xfrm>
                  <a:custGeom>
                    <a:avLst/>
                    <a:gdLst/>
                    <a:ahLst/>
                    <a:cxnLst/>
                    <a:rect l="l" t="t" r="r" b="b"/>
                    <a:pathLst>
                      <a:path w="5670" h="6061" extrusionOk="0">
                        <a:moveTo>
                          <a:pt x="111" y="1"/>
                        </a:moveTo>
                        <a:lnTo>
                          <a:pt x="58" y="2490"/>
                        </a:lnTo>
                        <a:lnTo>
                          <a:pt x="21" y="4215"/>
                        </a:lnTo>
                        <a:cubicBezTo>
                          <a:pt x="1" y="5158"/>
                          <a:pt x="676" y="5941"/>
                          <a:pt x="1529" y="5963"/>
                        </a:cubicBezTo>
                        <a:lnTo>
                          <a:pt x="2080" y="5976"/>
                        </a:lnTo>
                        <a:lnTo>
                          <a:pt x="5313" y="6061"/>
                        </a:lnTo>
                        <a:lnTo>
                          <a:pt x="5382" y="3299"/>
                        </a:lnTo>
                        <a:cubicBezTo>
                          <a:pt x="5382" y="1093"/>
                          <a:pt x="5670" y="90"/>
                          <a:pt x="3548" y="90"/>
                        </a:cubicBezTo>
                        <a:lnTo>
                          <a:pt x="111" y="1"/>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60" name="Google Shape;1360;p31"/>
              <p:cNvGrpSpPr/>
              <p:nvPr/>
            </p:nvGrpSpPr>
            <p:grpSpPr>
              <a:xfrm flipH="1">
                <a:off x="7576903" y="1763111"/>
                <a:ext cx="1062032" cy="635116"/>
                <a:chOff x="6617547" y="1329436"/>
                <a:chExt cx="722569" cy="432110"/>
              </a:xfrm>
            </p:grpSpPr>
            <p:grpSp>
              <p:nvGrpSpPr>
                <p:cNvPr id="1361" name="Google Shape;1361;p31"/>
                <p:cNvGrpSpPr/>
                <p:nvPr/>
              </p:nvGrpSpPr>
              <p:grpSpPr>
                <a:xfrm>
                  <a:off x="6854197" y="1437303"/>
                  <a:ext cx="463438" cy="295104"/>
                  <a:chOff x="6854197" y="1437303"/>
                  <a:chExt cx="463438" cy="295104"/>
                </a:xfrm>
              </p:grpSpPr>
              <p:sp>
                <p:nvSpPr>
                  <p:cNvPr id="1362" name="Google Shape;1362;p31"/>
                  <p:cNvSpPr/>
                  <p:nvPr/>
                </p:nvSpPr>
                <p:spPr>
                  <a:xfrm>
                    <a:off x="7263055" y="1545764"/>
                    <a:ext cx="54579" cy="184410"/>
                  </a:xfrm>
                  <a:custGeom>
                    <a:avLst/>
                    <a:gdLst/>
                    <a:ahLst/>
                    <a:cxnLst/>
                    <a:rect l="l" t="t" r="r" b="b"/>
                    <a:pathLst>
                      <a:path w="1101" h="3720" extrusionOk="0">
                        <a:moveTo>
                          <a:pt x="307" y="1"/>
                        </a:moveTo>
                        <a:lnTo>
                          <a:pt x="0" y="3653"/>
                        </a:lnTo>
                        <a:lnTo>
                          <a:pt x="794" y="3719"/>
                        </a:lnTo>
                        <a:lnTo>
                          <a:pt x="1100" y="67"/>
                        </a:lnTo>
                        <a:lnTo>
                          <a:pt x="3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1"/>
                  <p:cNvSpPr/>
                  <p:nvPr/>
                </p:nvSpPr>
                <p:spPr>
                  <a:xfrm>
                    <a:off x="7194053" y="1456289"/>
                    <a:ext cx="74260" cy="273888"/>
                  </a:xfrm>
                  <a:custGeom>
                    <a:avLst/>
                    <a:gdLst/>
                    <a:ahLst/>
                    <a:cxnLst/>
                    <a:rect l="l" t="t" r="r" b="b"/>
                    <a:pathLst>
                      <a:path w="1498" h="5525" extrusionOk="0">
                        <a:moveTo>
                          <a:pt x="306" y="1"/>
                        </a:moveTo>
                        <a:lnTo>
                          <a:pt x="0" y="5458"/>
                        </a:lnTo>
                        <a:lnTo>
                          <a:pt x="1191" y="5524"/>
                        </a:lnTo>
                        <a:lnTo>
                          <a:pt x="1498" y="67"/>
                        </a:lnTo>
                        <a:lnTo>
                          <a:pt x="3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1"/>
                  <p:cNvSpPr/>
                  <p:nvPr/>
                </p:nvSpPr>
                <p:spPr>
                  <a:xfrm>
                    <a:off x="7144730" y="1507595"/>
                    <a:ext cx="54579" cy="222283"/>
                  </a:xfrm>
                  <a:custGeom>
                    <a:avLst/>
                    <a:gdLst/>
                    <a:ahLst/>
                    <a:cxnLst/>
                    <a:rect l="l" t="t" r="r" b="b"/>
                    <a:pathLst>
                      <a:path w="1101" h="4484" extrusionOk="0">
                        <a:moveTo>
                          <a:pt x="307" y="0"/>
                        </a:moveTo>
                        <a:lnTo>
                          <a:pt x="0" y="4429"/>
                        </a:lnTo>
                        <a:lnTo>
                          <a:pt x="794" y="4484"/>
                        </a:lnTo>
                        <a:lnTo>
                          <a:pt x="1100" y="55"/>
                        </a:lnTo>
                        <a:lnTo>
                          <a:pt x="3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1"/>
                  <p:cNvSpPr/>
                  <p:nvPr/>
                </p:nvSpPr>
                <p:spPr>
                  <a:xfrm>
                    <a:off x="7050298" y="1528414"/>
                    <a:ext cx="84273" cy="203892"/>
                  </a:xfrm>
                  <a:custGeom>
                    <a:avLst/>
                    <a:gdLst/>
                    <a:ahLst/>
                    <a:cxnLst/>
                    <a:rect l="l" t="t" r="r" b="b"/>
                    <a:pathLst>
                      <a:path w="1700" h="4113" extrusionOk="0">
                        <a:moveTo>
                          <a:pt x="1184" y="1"/>
                        </a:moveTo>
                        <a:lnTo>
                          <a:pt x="1" y="154"/>
                        </a:lnTo>
                        <a:lnTo>
                          <a:pt x="517" y="4113"/>
                        </a:lnTo>
                        <a:lnTo>
                          <a:pt x="1700" y="3960"/>
                        </a:lnTo>
                        <a:lnTo>
                          <a:pt x="11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1"/>
                  <p:cNvSpPr/>
                  <p:nvPr/>
                </p:nvSpPr>
                <p:spPr>
                  <a:xfrm>
                    <a:off x="6972472" y="1437303"/>
                    <a:ext cx="93543" cy="294808"/>
                  </a:xfrm>
                  <a:custGeom>
                    <a:avLst/>
                    <a:gdLst/>
                    <a:ahLst/>
                    <a:cxnLst/>
                    <a:rect l="l" t="t" r="r" b="b"/>
                    <a:pathLst>
                      <a:path w="1887" h="5947" extrusionOk="0">
                        <a:moveTo>
                          <a:pt x="1186" y="1"/>
                        </a:moveTo>
                        <a:lnTo>
                          <a:pt x="0" y="144"/>
                        </a:lnTo>
                        <a:lnTo>
                          <a:pt x="701" y="5946"/>
                        </a:lnTo>
                        <a:lnTo>
                          <a:pt x="1886" y="5802"/>
                        </a:lnTo>
                        <a:lnTo>
                          <a:pt x="11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1"/>
                  <p:cNvSpPr/>
                  <p:nvPr/>
                </p:nvSpPr>
                <p:spPr>
                  <a:xfrm>
                    <a:off x="6923150" y="1479736"/>
                    <a:ext cx="73863" cy="251580"/>
                  </a:xfrm>
                  <a:custGeom>
                    <a:avLst/>
                    <a:gdLst/>
                    <a:ahLst/>
                    <a:cxnLst/>
                    <a:rect l="l" t="t" r="r" b="b"/>
                    <a:pathLst>
                      <a:path w="1490" h="5075" extrusionOk="0">
                        <a:moveTo>
                          <a:pt x="788" y="1"/>
                        </a:moveTo>
                        <a:lnTo>
                          <a:pt x="1" y="112"/>
                        </a:lnTo>
                        <a:lnTo>
                          <a:pt x="701" y="5074"/>
                        </a:lnTo>
                        <a:lnTo>
                          <a:pt x="1489" y="4962"/>
                        </a:lnTo>
                        <a:lnTo>
                          <a:pt x="7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1"/>
                  <p:cNvSpPr/>
                  <p:nvPr/>
                </p:nvSpPr>
                <p:spPr>
                  <a:xfrm>
                    <a:off x="6854197" y="1459263"/>
                    <a:ext cx="93444" cy="273144"/>
                  </a:xfrm>
                  <a:custGeom>
                    <a:avLst/>
                    <a:gdLst/>
                    <a:ahLst/>
                    <a:cxnLst/>
                    <a:rect l="l" t="t" r="r" b="b"/>
                    <a:pathLst>
                      <a:path w="1885" h="5510" extrusionOk="0">
                        <a:moveTo>
                          <a:pt x="1184" y="0"/>
                        </a:moveTo>
                        <a:lnTo>
                          <a:pt x="0" y="154"/>
                        </a:lnTo>
                        <a:lnTo>
                          <a:pt x="701" y="5509"/>
                        </a:lnTo>
                        <a:lnTo>
                          <a:pt x="1884" y="5354"/>
                        </a:lnTo>
                        <a:lnTo>
                          <a:pt x="118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31"/>
                <p:cNvGrpSpPr/>
                <p:nvPr/>
              </p:nvGrpSpPr>
              <p:grpSpPr>
                <a:xfrm>
                  <a:off x="6652013" y="1329436"/>
                  <a:ext cx="229521" cy="403074"/>
                  <a:chOff x="6522150" y="1329350"/>
                  <a:chExt cx="115750" cy="203275"/>
                </a:xfrm>
              </p:grpSpPr>
              <p:sp>
                <p:nvSpPr>
                  <p:cNvPr id="1370" name="Google Shape;1370;p31"/>
                  <p:cNvSpPr/>
                  <p:nvPr/>
                </p:nvSpPr>
                <p:spPr>
                  <a:xfrm>
                    <a:off x="6560975" y="1329350"/>
                    <a:ext cx="40150" cy="167575"/>
                  </a:xfrm>
                  <a:custGeom>
                    <a:avLst/>
                    <a:gdLst/>
                    <a:ahLst/>
                    <a:cxnLst/>
                    <a:rect l="l" t="t" r="r" b="b"/>
                    <a:pathLst>
                      <a:path w="1606" h="6703" extrusionOk="0">
                        <a:moveTo>
                          <a:pt x="962" y="1"/>
                        </a:moveTo>
                        <a:cubicBezTo>
                          <a:pt x="747" y="2248"/>
                          <a:pt x="426" y="4486"/>
                          <a:pt x="0" y="6702"/>
                        </a:cubicBezTo>
                        <a:lnTo>
                          <a:pt x="721" y="6503"/>
                        </a:lnTo>
                        <a:cubicBezTo>
                          <a:pt x="1518" y="4443"/>
                          <a:pt x="1605" y="2115"/>
                          <a:pt x="9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1"/>
                  <p:cNvSpPr/>
                  <p:nvPr/>
                </p:nvSpPr>
                <p:spPr>
                  <a:xfrm>
                    <a:off x="6535825" y="1347425"/>
                    <a:ext cx="43400" cy="138450"/>
                  </a:xfrm>
                  <a:custGeom>
                    <a:avLst/>
                    <a:gdLst/>
                    <a:ahLst/>
                    <a:cxnLst/>
                    <a:rect l="l" t="t" r="r" b="b"/>
                    <a:pathLst>
                      <a:path w="1736" h="5538" extrusionOk="0">
                        <a:moveTo>
                          <a:pt x="964" y="0"/>
                        </a:moveTo>
                        <a:lnTo>
                          <a:pt x="964" y="0"/>
                        </a:lnTo>
                        <a:cubicBezTo>
                          <a:pt x="159" y="1618"/>
                          <a:pt x="0" y="3547"/>
                          <a:pt x="530" y="5275"/>
                        </a:cubicBezTo>
                        <a:lnTo>
                          <a:pt x="1212" y="5538"/>
                        </a:lnTo>
                        <a:cubicBezTo>
                          <a:pt x="1736" y="3742"/>
                          <a:pt x="706" y="1715"/>
                          <a:pt x="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1"/>
                  <p:cNvSpPr/>
                  <p:nvPr/>
                </p:nvSpPr>
                <p:spPr>
                  <a:xfrm>
                    <a:off x="6575000" y="1374225"/>
                    <a:ext cx="62900" cy="113775"/>
                  </a:xfrm>
                  <a:custGeom>
                    <a:avLst/>
                    <a:gdLst/>
                    <a:ahLst/>
                    <a:cxnLst/>
                    <a:rect l="l" t="t" r="r" b="b"/>
                    <a:pathLst>
                      <a:path w="2516" h="4551" extrusionOk="0">
                        <a:moveTo>
                          <a:pt x="2516" y="1"/>
                        </a:moveTo>
                        <a:cubicBezTo>
                          <a:pt x="1463" y="1178"/>
                          <a:pt x="841" y="780"/>
                          <a:pt x="458" y="2739"/>
                        </a:cubicBezTo>
                        <a:cubicBezTo>
                          <a:pt x="381" y="3127"/>
                          <a:pt x="1" y="4551"/>
                          <a:pt x="471" y="4551"/>
                        </a:cubicBezTo>
                        <a:cubicBezTo>
                          <a:pt x="478" y="4551"/>
                          <a:pt x="486" y="4550"/>
                          <a:pt x="494" y="4549"/>
                        </a:cubicBezTo>
                        <a:cubicBezTo>
                          <a:pt x="1004" y="4503"/>
                          <a:pt x="1192" y="2984"/>
                          <a:pt x="1450" y="2231"/>
                        </a:cubicBezTo>
                        <a:cubicBezTo>
                          <a:pt x="1800" y="1216"/>
                          <a:pt x="2220" y="737"/>
                          <a:pt x="25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1"/>
                  <p:cNvSpPr/>
                  <p:nvPr/>
                </p:nvSpPr>
                <p:spPr>
                  <a:xfrm>
                    <a:off x="6560775" y="1365525"/>
                    <a:ext cx="40400" cy="115000"/>
                  </a:xfrm>
                  <a:custGeom>
                    <a:avLst/>
                    <a:gdLst/>
                    <a:ahLst/>
                    <a:cxnLst/>
                    <a:rect l="l" t="t" r="r" b="b"/>
                    <a:pathLst>
                      <a:path w="1616" h="4600" extrusionOk="0">
                        <a:moveTo>
                          <a:pt x="525" y="0"/>
                        </a:moveTo>
                        <a:lnTo>
                          <a:pt x="525" y="0"/>
                        </a:lnTo>
                        <a:cubicBezTo>
                          <a:pt x="434" y="502"/>
                          <a:pt x="498" y="1019"/>
                          <a:pt x="571" y="1524"/>
                        </a:cubicBezTo>
                        <a:cubicBezTo>
                          <a:pt x="644" y="2029"/>
                          <a:pt x="727" y="2540"/>
                          <a:pt x="674" y="3048"/>
                        </a:cubicBezTo>
                        <a:cubicBezTo>
                          <a:pt x="620" y="3555"/>
                          <a:pt x="410" y="4070"/>
                          <a:pt x="0" y="4375"/>
                        </a:cubicBezTo>
                        <a:lnTo>
                          <a:pt x="991" y="4599"/>
                        </a:lnTo>
                        <a:cubicBezTo>
                          <a:pt x="1465" y="3927"/>
                          <a:pt x="1616" y="3037"/>
                          <a:pt x="1390" y="2245"/>
                        </a:cubicBezTo>
                        <a:cubicBezTo>
                          <a:pt x="1163" y="1447"/>
                          <a:pt x="629" y="824"/>
                          <a:pt x="5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1"/>
                  <p:cNvSpPr/>
                  <p:nvPr/>
                </p:nvSpPr>
                <p:spPr>
                  <a:xfrm>
                    <a:off x="6522150" y="1365525"/>
                    <a:ext cx="41900" cy="122475"/>
                  </a:xfrm>
                  <a:custGeom>
                    <a:avLst/>
                    <a:gdLst/>
                    <a:ahLst/>
                    <a:cxnLst/>
                    <a:rect l="l" t="t" r="r" b="b"/>
                    <a:pathLst>
                      <a:path w="1676" h="4899" extrusionOk="0">
                        <a:moveTo>
                          <a:pt x="486" y="0"/>
                        </a:moveTo>
                        <a:lnTo>
                          <a:pt x="486" y="0"/>
                        </a:lnTo>
                        <a:cubicBezTo>
                          <a:pt x="1" y="2037"/>
                          <a:pt x="372" y="3631"/>
                          <a:pt x="1055" y="4899"/>
                        </a:cubicBezTo>
                        <a:lnTo>
                          <a:pt x="1676" y="4803"/>
                        </a:lnTo>
                        <a:cubicBezTo>
                          <a:pt x="1676" y="4803"/>
                          <a:pt x="970" y="1378"/>
                          <a:pt x="4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1"/>
                  <p:cNvSpPr/>
                  <p:nvPr/>
                </p:nvSpPr>
                <p:spPr>
                  <a:xfrm>
                    <a:off x="6531250" y="1464600"/>
                    <a:ext cx="73675" cy="68025"/>
                  </a:xfrm>
                  <a:custGeom>
                    <a:avLst/>
                    <a:gdLst/>
                    <a:ahLst/>
                    <a:cxnLst/>
                    <a:rect l="l" t="t" r="r" b="b"/>
                    <a:pathLst>
                      <a:path w="2947" h="2721" extrusionOk="0">
                        <a:moveTo>
                          <a:pt x="194" y="0"/>
                        </a:moveTo>
                        <a:cubicBezTo>
                          <a:pt x="85" y="0"/>
                          <a:pt x="0" y="94"/>
                          <a:pt x="14" y="203"/>
                        </a:cubicBezTo>
                        <a:lnTo>
                          <a:pt x="320" y="2562"/>
                        </a:lnTo>
                        <a:cubicBezTo>
                          <a:pt x="332" y="2653"/>
                          <a:pt x="409" y="2720"/>
                          <a:pt x="499" y="2720"/>
                        </a:cubicBezTo>
                        <a:lnTo>
                          <a:pt x="2385" y="2720"/>
                        </a:lnTo>
                        <a:cubicBezTo>
                          <a:pt x="2474" y="2720"/>
                          <a:pt x="2550" y="2655"/>
                          <a:pt x="2563" y="2568"/>
                        </a:cubicBezTo>
                        <a:lnTo>
                          <a:pt x="2728" y="1503"/>
                        </a:lnTo>
                        <a:lnTo>
                          <a:pt x="2930" y="207"/>
                        </a:lnTo>
                        <a:cubicBezTo>
                          <a:pt x="2946" y="98"/>
                          <a:pt x="2863" y="0"/>
                          <a:pt x="2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1"/>
                  <p:cNvSpPr/>
                  <p:nvPr/>
                </p:nvSpPr>
                <p:spPr>
                  <a:xfrm>
                    <a:off x="6559600" y="1464600"/>
                    <a:ext cx="45475" cy="52200"/>
                  </a:xfrm>
                  <a:custGeom>
                    <a:avLst/>
                    <a:gdLst/>
                    <a:ahLst/>
                    <a:cxnLst/>
                    <a:rect l="l" t="t" r="r" b="b"/>
                    <a:pathLst>
                      <a:path w="1819" h="2088" extrusionOk="0">
                        <a:moveTo>
                          <a:pt x="0" y="0"/>
                        </a:moveTo>
                        <a:cubicBezTo>
                          <a:pt x="434" y="1130"/>
                          <a:pt x="1006" y="1749"/>
                          <a:pt x="1515" y="2088"/>
                        </a:cubicBezTo>
                        <a:lnTo>
                          <a:pt x="1795" y="287"/>
                        </a:lnTo>
                        <a:cubicBezTo>
                          <a:pt x="1818" y="135"/>
                          <a:pt x="1701" y="0"/>
                          <a:pt x="15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7" name="Google Shape;1377;p31"/>
                <p:cNvSpPr/>
                <p:nvPr/>
              </p:nvSpPr>
              <p:spPr>
                <a:xfrm>
                  <a:off x="6617547" y="1718320"/>
                  <a:ext cx="722569" cy="43227"/>
                </a:xfrm>
                <a:custGeom>
                  <a:avLst/>
                  <a:gdLst/>
                  <a:ahLst/>
                  <a:cxnLst/>
                  <a:rect l="l" t="t" r="r" b="b"/>
                  <a:pathLst>
                    <a:path w="14576" h="872" extrusionOk="0">
                      <a:moveTo>
                        <a:pt x="0" y="1"/>
                      </a:moveTo>
                      <a:lnTo>
                        <a:pt x="0" y="872"/>
                      </a:lnTo>
                      <a:lnTo>
                        <a:pt x="14576" y="872"/>
                      </a:lnTo>
                      <a:lnTo>
                        <a:pt x="145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8" name="Google Shape;1378;p31"/>
              <p:cNvSpPr/>
              <p:nvPr/>
            </p:nvSpPr>
            <p:spPr>
              <a:xfrm flipH="1">
                <a:off x="7659463" y="4308542"/>
                <a:ext cx="474083" cy="400035"/>
              </a:xfrm>
              <a:custGeom>
                <a:avLst/>
                <a:gdLst/>
                <a:ahLst/>
                <a:cxnLst/>
                <a:rect l="l" t="t" r="r" b="b"/>
                <a:pathLst>
                  <a:path w="5346" h="4511" extrusionOk="0">
                    <a:moveTo>
                      <a:pt x="1644" y="888"/>
                    </a:moveTo>
                    <a:cubicBezTo>
                      <a:pt x="1644" y="888"/>
                      <a:pt x="218" y="2593"/>
                      <a:pt x="83" y="3787"/>
                    </a:cubicBezTo>
                    <a:cubicBezTo>
                      <a:pt x="1" y="4510"/>
                      <a:pt x="1038" y="4474"/>
                      <a:pt x="2242" y="4466"/>
                    </a:cubicBezTo>
                    <a:lnTo>
                      <a:pt x="4924" y="4445"/>
                    </a:lnTo>
                    <a:cubicBezTo>
                      <a:pt x="5226" y="4443"/>
                      <a:pt x="5345" y="4050"/>
                      <a:pt x="5094" y="3881"/>
                    </a:cubicBezTo>
                    <a:cubicBezTo>
                      <a:pt x="4984" y="3808"/>
                      <a:pt x="4826" y="3758"/>
                      <a:pt x="4598" y="3753"/>
                    </a:cubicBezTo>
                    <a:cubicBezTo>
                      <a:pt x="4598" y="3753"/>
                      <a:pt x="4009" y="3207"/>
                      <a:pt x="2613" y="2649"/>
                    </a:cubicBezTo>
                    <a:cubicBezTo>
                      <a:pt x="2613" y="2649"/>
                      <a:pt x="2483" y="1018"/>
                      <a:pt x="3067" y="0"/>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1"/>
              <p:cNvSpPr/>
              <p:nvPr/>
            </p:nvSpPr>
            <p:spPr>
              <a:xfrm flipH="1">
                <a:off x="7564221" y="3768486"/>
                <a:ext cx="535539" cy="791558"/>
              </a:xfrm>
              <a:custGeom>
                <a:avLst/>
                <a:gdLst/>
                <a:ahLst/>
                <a:cxnLst/>
                <a:rect l="l" t="t" r="r" b="b"/>
                <a:pathLst>
                  <a:path w="6039" h="8926" extrusionOk="0">
                    <a:moveTo>
                      <a:pt x="1" y="8925"/>
                    </a:moveTo>
                    <a:lnTo>
                      <a:pt x="3368" y="1"/>
                    </a:lnTo>
                    <a:lnTo>
                      <a:pt x="6039" y="1"/>
                    </a:lnTo>
                    <a:lnTo>
                      <a:pt x="2232" y="8739"/>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1"/>
              <p:cNvSpPr/>
              <p:nvPr/>
            </p:nvSpPr>
            <p:spPr>
              <a:xfrm flipH="1">
                <a:off x="7457278" y="2930734"/>
                <a:ext cx="343812" cy="837849"/>
              </a:xfrm>
              <a:custGeom>
                <a:avLst/>
                <a:gdLst/>
                <a:ahLst/>
                <a:cxnLst/>
                <a:rect l="l" t="t" r="r" b="b"/>
                <a:pathLst>
                  <a:path w="3877" h="9448" extrusionOk="0">
                    <a:moveTo>
                      <a:pt x="2671" y="9448"/>
                    </a:moveTo>
                    <a:lnTo>
                      <a:pt x="3877" y="0"/>
                    </a:lnTo>
                    <a:lnTo>
                      <a:pt x="3877" y="0"/>
                    </a:lnTo>
                    <a:cubicBezTo>
                      <a:pt x="2272" y="0"/>
                      <a:pt x="923" y="1208"/>
                      <a:pt x="745" y="2802"/>
                    </a:cubicBezTo>
                    <a:lnTo>
                      <a:pt x="0" y="9448"/>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1"/>
              <p:cNvSpPr/>
              <p:nvPr/>
            </p:nvSpPr>
            <p:spPr>
              <a:xfrm flipH="1">
                <a:off x="7959023" y="4549572"/>
                <a:ext cx="183124" cy="155190"/>
              </a:xfrm>
              <a:custGeom>
                <a:avLst/>
                <a:gdLst/>
                <a:ahLst/>
                <a:cxnLst/>
                <a:rect l="l" t="t" r="r" b="b"/>
                <a:pathLst>
                  <a:path w="2065" h="1750" extrusionOk="0">
                    <a:moveTo>
                      <a:pt x="522" y="1"/>
                    </a:moveTo>
                    <a:cubicBezTo>
                      <a:pt x="1808" y="1"/>
                      <a:pt x="2064" y="1750"/>
                      <a:pt x="2064" y="1750"/>
                    </a:cubicBezTo>
                    <a:lnTo>
                      <a:pt x="1" y="1750"/>
                    </a:lnTo>
                    <a:cubicBezTo>
                      <a:pt x="1" y="693"/>
                      <a:pt x="522" y="1"/>
                      <a:pt x="5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1"/>
              <p:cNvSpPr/>
              <p:nvPr/>
            </p:nvSpPr>
            <p:spPr>
              <a:xfrm flipH="1">
                <a:off x="7650244" y="4559948"/>
                <a:ext cx="252206" cy="144814"/>
              </a:xfrm>
              <a:custGeom>
                <a:avLst/>
                <a:gdLst/>
                <a:ahLst/>
                <a:cxnLst/>
                <a:rect l="l" t="t" r="r" b="b"/>
                <a:pathLst>
                  <a:path w="2844" h="1633" extrusionOk="0">
                    <a:moveTo>
                      <a:pt x="454" y="0"/>
                    </a:moveTo>
                    <a:cubicBezTo>
                      <a:pt x="726" y="398"/>
                      <a:pt x="0" y="1633"/>
                      <a:pt x="0" y="1633"/>
                    </a:cubicBezTo>
                    <a:lnTo>
                      <a:pt x="2843" y="1633"/>
                    </a:lnTo>
                    <a:cubicBezTo>
                      <a:pt x="2780" y="665"/>
                      <a:pt x="454" y="0"/>
                      <a:pt x="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1"/>
              <p:cNvSpPr/>
              <p:nvPr/>
            </p:nvSpPr>
            <p:spPr>
              <a:xfrm flipH="1">
                <a:off x="7808977" y="4621846"/>
                <a:ext cx="333171" cy="82916"/>
              </a:xfrm>
              <a:custGeom>
                <a:avLst/>
                <a:gdLst/>
                <a:ahLst/>
                <a:cxnLst/>
                <a:rect l="l" t="t" r="r" b="b"/>
                <a:pathLst>
                  <a:path w="3757" h="935" extrusionOk="0">
                    <a:moveTo>
                      <a:pt x="1" y="935"/>
                    </a:moveTo>
                    <a:lnTo>
                      <a:pt x="3590" y="935"/>
                    </a:lnTo>
                    <a:lnTo>
                      <a:pt x="3756" y="1"/>
                    </a:lnTo>
                    <a:lnTo>
                      <a:pt x="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flipH="1">
                <a:off x="7258372" y="3264168"/>
                <a:ext cx="353390" cy="672549"/>
              </a:xfrm>
              <a:custGeom>
                <a:avLst/>
                <a:gdLst/>
                <a:ahLst/>
                <a:cxnLst/>
                <a:rect l="l" t="t" r="r" b="b"/>
                <a:pathLst>
                  <a:path w="3985" h="7584" extrusionOk="0">
                    <a:moveTo>
                      <a:pt x="3074" y="0"/>
                    </a:moveTo>
                    <a:lnTo>
                      <a:pt x="3985" y="7583"/>
                    </a:lnTo>
                    <a:lnTo>
                      <a:pt x="1742" y="7583"/>
                    </a:lnTo>
                    <a:lnTo>
                      <a:pt x="1" y="0"/>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1"/>
              <p:cNvSpPr/>
              <p:nvPr/>
            </p:nvSpPr>
            <p:spPr>
              <a:xfrm flipH="1">
                <a:off x="6953848" y="4132248"/>
                <a:ext cx="483306" cy="572784"/>
              </a:xfrm>
              <a:custGeom>
                <a:avLst/>
                <a:gdLst/>
                <a:ahLst/>
                <a:cxnLst/>
                <a:rect l="l" t="t" r="r" b="b"/>
                <a:pathLst>
                  <a:path w="5450" h="6459" extrusionOk="0">
                    <a:moveTo>
                      <a:pt x="5260" y="5964"/>
                    </a:moveTo>
                    <a:cubicBezTo>
                      <a:pt x="5450" y="6139"/>
                      <a:pt x="5311" y="6458"/>
                      <a:pt x="5053" y="6456"/>
                    </a:cubicBezTo>
                    <a:cubicBezTo>
                      <a:pt x="4469" y="6453"/>
                      <a:pt x="3297" y="6443"/>
                      <a:pt x="2462" y="6437"/>
                    </a:cubicBezTo>
                    <a:cubicBezTo>
                      <a:pt x="2113" y="6434"/>
                      <a:pt x="1780" y="6433"/>
                      <a:pt x="1487" y="6416"/>
                    </a:cubicBezTo>
                    <a:cubicBezTo>
                      <a:pt x="1405" y="6410"/>
                      <a:pt x="1327" y="6405"/>
                      <a:pt x="1253" y="6395"/>
                    </a:cubicBezTo>
                    <a:cubicBezTo>
                      <a:pt x="702" y="6337"/>
                      <a:pt x="349" y="6180"/>
                      <a:pt x="403" y="5754"/>
                    </a:cubicBezTo>
                    <a:cubicBezTo>
                      <a:pt x="454" y="5357"/>
                      <a:pt x="446" y="5002"/>
                      <a:pt x="413" y="4707"/>
                    </a:cubicBezTo>
                    <a:cubicBezTo>
                      <a:pt x="407" y="4647"/>
                      <a:pt x="399" y="4589"/>
                      <a:pt x="390" y="4534"/>
                    </a:cubicBezTo>
                    <a:cubicBezTo>
                      <a:pt x="323" y="4087"/>
                      <a:pt x="0" y="0"/>
                      <a:pt x="0" y="0"/>
                    </a:cubicBezTo>
                    <a:lnTo>
                      <a:pt x="2175" y="2223"/>
                    </a:lnTo>
                    <a:lnTo>
                      <a:pt x="2333" y="4405"/>
                    </a:lnTo>
                    <a:cubicBezTo>
                      <a:pt x="3662" y="4961"/>
                      <a:pt x="4730" y="5788"/>
                      <a:pt x="4730" y="5788"/>
                    </a:cubicBezTo>
                    <a:cubicBezTo>
                      <a:pt x="4994" y="5797"/>
                      <a:pt x="5158" y="5869"/>
                      <a:pt x="5260" y="5964"/>
                    </a:cubicBez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1"/>
              <p:cNvSpPr/>
              <p:nvPr/>
            </p:nvSpPr>
            <p:spPr>
              <a:xfrm flipH="1">
                <a:off x="7230263" y="3936622"/>
                <a:ext cx="227109" cy="613045"/>
              </a:xfrm>
              <a:custGeom>
                <a:avLst/>
                <a:gdLst/>
                <a:ahLst/>
                <a:cxnLst/>
                <a:rect l="l" t="t" r="r" b="b"/>
                <a:pathLst>
                  <a:path w="2561" h="6913" extrusionOk="0">
                    <a:moveTo>
                      <a:pt x="2561" y="6611"/>
                    </a:moveTo>
                    <a:lnTo>
                      <a:pt x="2244" y="0"/>
                    </a:lnTo>
                    <a:lnTo>
                      <a:pt x="1" y="0"/>
                    </a:lnTo>
                    <a:lnTo>
                      <a:pt x="641" y="6913"/>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1"/>
              <p:cNvSpPr/>
              <p:nvPr/>
            </p:nvSpPr>
            <p:spPr>
              <a:xfrm flipH="1">
                <a:off x="7236028" y="4549572"/>
                <a:ext cx="188888" cy="155190"/>
              </a:xfrm>
              <a:custGeom>
                <a:avLst/>
                <a:gdLst/>
                <a:ahLst/>
                <a:cxnLst/>
                <a:rect l="l" t="t" r="r" b="b"/>
                <a:pathLst>
                  <a:path w="2130" h="1750" extrusionOk="0">
                    <a:moveTo>
                      <a:pt x="275" y="1"/>
                    </a:moveTo>
                    <a:cubicBezTo>
                      <a:pt x="1562" y="1"/>
                      <a:pt x="2129" y="1750"/>
                      <a:pt x="2129" y="1750"/>
                    </a:cubicBezTo>
                    <a:lnTo>
                      <a:pt x="66" y="1750"/>
                    </a:lnTo>
                    <a:cubicBezTo>
                      <a:pt x="1" y="591"/>
                      <a:pt x="275"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1"/>
              <p:cNvSpPr/>
              <p:nvPr/>
            </p:nvSpPr>
            <p:spPr>
              <a:xfrm flipH="1">
                <a:off x="6941970" y="4559948"/>
                <a:ext cx="225247" cy="144814"/>
              </a:xfrm>
              <a:custGeom>
                <a:avLst/>
                <a:gdLst/>
                <a:ahLst/>
                <a:cxnLst/>
                <a:rect l="l" t="t" r="r" b="b"/>
                <a:pathLst>
                  <a:path w="2540" h="1633" extrusionOk="0">
                    <a:moveTo>
                      <a:pt x="164" y="0"/>
                    </a:moveTo>
                    <a:cubicBezTo>
                      <a:pt x="507" y="398"/>
                      <a:pt x="1" y="1633"/>
                      <a:pt x="1" y="1633"/>
                    </a:cubicBezTo>
                    <a:lnTo>
                      <a:pt x="2540" y="1633"/>
                    </a:lnTo>
                    <a:cubicBezTo>
                      <a:pt x="2304" y="665"/>
                      <a:pt x="164" y="0"/>
                      <a:pt x="1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1"/>
              <p:cNvSpPr/>
              <p:nvPr/>
            </p:nvSpPr>
            <p:spPr>
              <a:xfrm flipH="1">
                <a:off x="7088465" y="4621846"/>
                <a:ext cx="330688" cy="82916"/>
              </a:xfrm>
              <a:custGeom>
                <a:avLst/>
                <a:gdLst/>
                <a:ahLst/>
                <a:cxnLst/>
                <a:rect l="l" t="t" r="r" b="b"/>
                <a:pathLst>
                  <a:path w="3729" h="935" extrusionOk="0">
                    <a:moveTo>
                      <a:pt x="1" y="935"/>
                    </a:moveTo>
                    <a:lnTo>
                      <a:pt x="3729" y="935"/>
                    </a:lnTo>
                    <a:lnTo>
                      <a:pt x="3729" y="1"/>
                    </a:lnTo>
                    <a:lnTo>
                      <a:pt x="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1"/>
              <p:cNvSpPr/>
              <p:nvPr/>
            </p:nvSpPr>
            <p:spPr>
              <a:xfrm flipH="1">
                <a:off x="7122961" y="2156566"/>
                <a:ext cx="315080" cy="476655"/>
              </a:xfrm>
              <a:custGeom>
                <a:avLst/>
                <a:gdLst/>
                <a:ahLst/>
                <a:cxnLst/>
                <a:rect l="l" t="t" r="r" b="b"/>
                <a:pathLst>
                  <a:path w="3553" h="5375" extrusionOk="0">
                    <a:moveTo>
                      <a:pt x="2070" y="4806"/>
                    </a:moveTo>
                    <a:cubicBezTo>
                      <a:pt x="1888" y="5165"/>
                      <a:pt x="1526" y="5366"/>
                      <a:pt x="1152" y="5372"/>
                    </a:cubicBezTo>
                    <a:cubicBezTo>
                      <a:pt x="955" y="5374"/>
                      <a:pt x="754" y="5322"/>
                      <a:pt x="574" y="5207"/>
                    </a:cubicBezTo>
                    <a:cubicBezTo>
                      <a:pt x="168" y="4952"/>
                      <a:pt x="0" y="4466"/>
                      <a:pt x="122" y="4032"/>
                    </a:cubicBezTo>
                    <a:cubicBezTo>
                      <a:pt x="154" y="3918"/>
                      <a:pt x="206" y="3807"/>
                      <a:pt x="279" y="3705"/>
                    </a:cubicBezTo>
                    <a:lnTo>
                      <a:pt x="2919" y="6"/>
                    </a:lnTo>
                    <a:lnTo>
                      <a:pt x="2922" y="0"/>
                    </a:lnTo>
                    <a:lnTo>
                      <a:pt x="3552" y="341"/>
                    </a:lnTo>
                    <a:cubicBezTo>
                      <a:pt x="3552" y="341"/>
                      <a:pt x="3283" y="2437"/>
                      <a:pt x="2070" y="4806"/>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1"/>
              <p:cNvSpPr/>
              <p:nvPr/>
            </p:nvSpPr>
            <p:spPr>
              <a:xfrm flipH="1">
                <a:off x="6893021" y="2128011"/>
                <a:ext cx="119186" cy="50370"/>
              </a:xfrm>
              <a:custGeom>
                <a:avLst/>
                <a:gdLst/>
                <a:ahLst/>
                <a:cxnLst/>
                <a:rect l="l" t="t" r="r" b="b"/>
                <a:pathLst>
                  <a:path w="1344" h="568" extrusionOk="0">
                    <a:moveTo>
                      <a:pt x="1288" y="239"/>
                    </a:moveTo>
                    <a:lnTo>
                      <a:pt x="800" y="532"/>
                    </a:lnTo>
                    <a:lnTo>
                      <a:pt x="1" y="568"/>
                    </a:lnTo>
                    <a:lnTo>
                      <a:pt x="227" y="149"/>
                    </a:lnTo>
                    <a:lnTo>
                      <a:pt x="632" y="207"/>
                    </a:lnTo>
                    <a:lnTo>
                      <a:pt x="1182" y="18"/>
                    </a:lnTo>
                    <a:cubicBezTo>
                      <a:pt x="1231" y="1"/>
                      <a:pt x="1286" y="20"/>
                      <a:pt x="1315" y="64"/>
                    </a:cubicBezTo>
                    <a:lnTo>
                      <a:pt x="1326" y="80"/>
                    </a:lnTo>
                    <a:cubicBezTo>
                      <a:pt x="1337" y="99"/>
                      <a:pt x="1344" y="121"/>
                      <a:pt x="1343" y="141"/>
                    </a:cubicBezTo>
                    <a:cubicBezTo>
                      <a:pt x="1343" y="180"/>
                      <a:pt x="1323" y="218"/>
                      <a:pt x="1288" y="239"/>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1"/>
              <p:cNvSpPr/>
              <p:nvPr/>
            </p:nvSpPr>
            <p:spPr>
              <a:xfrm flipH="1">
                <a:off x="6876970" y="2139184"/>
                <a:ext cx="171862" cy="70323"/>
              </a:xfrm>
              <a:custGeom>
                <a:avLst/>
                <a:gdLst/>
                <a:ahLst/>
                <a:cxnLst/>
                <a:rect l="l" t="t" r="r" b="b"/>
                <a:pathLst>
                  <a:path w="1938" h="793" extrusionOk="0">
                    <a:moveTo>
                      <a:pt x="1857" y="290"/>
                    </a:moveTo>
                    <a:lnTo>
                      <a:pt x="1069" y="717"/>
                    </a:lnTo>
                    <a:lnTo>
                      <a:pt x="954" y="779"/>
                    </a:lnTo>
                    <a:lnTo>
                      <a:pt x="106" y="793"/>
                    </a:lnTo>
                    <a:lnTo>
                      <a:pt x="1" y="254"/>
                    </a:lnTo>
                    <a:lnTo>
                      <a:pt x="1015" y="309"/>
                    </a:lnTo>
                    <a:lnTo>
                      <a:pt x="1729" y="18"/>
                    </a:lnTo>
                    <a:cubicBezTo>
                      <a:pt x="1771" y="1"/>
                      <a:pt x="1817" y="3"/>
                      <a:pt x="1857" y="23"/>
                    </a:cubicBezTo>
                    <a:cubicBezTo>
                      <a:pt x="1872" y="33"/>
                      <a:pt x="1887" y="43"/>
                      <a:pt x="1899" y="57"/>
                    </a:cubicBezTo>
                    <a:cubicBezTo>
                      <a:pt x="1923" y="84"/>
                      <a:pt x="1935" y="117"/>
                      <a:pt x="1936" y="151"/>
                    </a:cubicBezTo>
                    <a:cubicBezTo>
                      <a:pt x="1938" y="206"/>
                      <a:pt x="1911" y="261"/>
                      <a:pt x="1857" y="290"/>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1"/>
              <p:cNvSpPr/>
              <p:nvPr/>
            </p:nvSpPr>
            <p:spPr>
              <a:xfrm flipH="1">
                <a:off x="6876970" y="2152575"/>
                <a:ext cx="127788" cy="50282"/>
              </a:xfrm>
              <a:custGeom>
                <a:avLst/>
                <a:gdLst/>
                <a:ahLst/>
                <a:cxnLst/>
                <a:rect l="l" t="t" r="r" b="b"/>
                <a:pathLst>
                  <a:path w="1441" h="567" extrusionOk="0">
                    <a:moveTo>
                      <a:pt x="1360" y="139"/>
                    </a:moveTo>
                    <a:lnTo>
                      <a:pt x="572" y="566"/>
                    </a:lnTo>
                    <a:lnTo>
                      <a:pt x="0" y="487"/>
                    </a:lnTo>
                    <a:lnTo>
                      <a:pt x="606" y="426"/>
                    </a:lnTo>
                    <a:lnTo>
                      <a:pt x="1439" y="0"/>
                    </a:lnTo>
                    <a:cubicBezTo>
                      <a:pt x="1441" y="55"/>
                      <a:pt x="1414" y="110"/>
                      <a:pt x="1360" y="139"/>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flipH="1">
                <a:off x="6860031" y="2168626"/>
                <a:ext cx="217887" cy="100297"/>
              </a:xfrm>
              <a:custGeom>
                <a:avLst/>
                <a:gdLst/>
                <a:ahLst/>
                <a:cxnLst/>
                <a:rect l="l" t="t" r="r" b="b"/>
                <a:pathLst>
                  <a:path w="2457" h="1131" extrusionOk="0">
                    <a:moveTo>
                      <a:pt x="2427" y="249"/>
                    </a:moveTo>
                    <a:cubicBezTo>
                      <a:pt x="2415" y="271"/>
                      <a:pt x="2399" y="289"/>
                      <a:pt x="2376" y="304"/>
                    </a:cubicBezTo>
                    <a:lnTo>
                      <a:pt x="2293" y="362"/>
                    </a:lnTo>
                    <a:lnTo>
                      <a:pt x="1844" y="669"/>
                    </a:lnTo>
                    <a:lnTo>
                      <a:pt x="1423" y="828"/>
                    </a:lnTo>
                    <a:lnTo>
                      <a:pt x="626" y="1131"/>
                    </a:lnTo>
                    <a:lnTo>
                      <a:pt x="1" y="191"/>
                    </a:lnTo>
                    <a:lnTo>
                      <a:pt x="1426" y="390"/>
                    </a:lnTo>
                    <a:lnTo>
                      <a:pt x="2227" y="26"/>
                    </a:lnTo>
                    <a:cubicBezTo>
                      <a:pt x="2292" y="0"/>
                      <a:pt x="2366" y="18"/>
                      <a:pt x="2411" y="72"/>
                    </a:cubicBezTo>
                    <a:cubicBezTo>
                      <a:pt x="2453" y="125"/>
                      <a:pt x="2456" y="194"/>
                      <a:pt x="2427" y="249"/>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flipH="1">
                <a:off x="6879986" y="2204364"/>
                <a:ext cx="118743" cy="37689"/>
              </a:xfrm>
              <a:custGeom>
                <a:avLst/>
                <a:gdLst/>
                <a:ahLst/>
                <a:cxnLst/>
                <a:rect l="l" t="t" r="r" b="b"/>
                <a:pathLst>
                  <a:path w="1339" h="425" extrusionOk="0">
                    <a:moveTo>
                      <a:pt x="1338" y="1"/>
                    </a:moveTo>
                    <a:lnTo>
                      <a:pt x="951" y="266"/>
                    </a:lnTo>
                    <a:lnTo>
                      <a:pt x="530" y="425"/>
                    </a:lnTo>
                    <a:lnTo>
                      <a:pt x="1" y="209"/>
                    </a:lnTo>
                    <a:lnTo>
                      <a:pt x="696" y="20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flipH="1">
                <a:off x="6874753" y="2208354"/>
                <a:ext cx="147741" cy="60568"/>
              </a:xfrm>
              <a:custGeom>
                <a:avLst/>
                <a:gdLst/>
                <a:ahLst/>
                <a:cxnLst/>
                <a:rect l="l" t="t" r="r" b="b"/>
                <a:pathLst>
                  <a:path w="1666" h="683" extrusionOk="0">
                    <a:moveTo>
                      <a:pt x="0" y="683"/>
                    </a:moveTo>
                    <a:lnTo>
                      <a:pt x="1008" y="596"/>
                    </a:lnTo>
                    <a:lnTo>
                      <a:pt x="1596" y="223"/>
                    </a:lnTo>
                    <a:cubicBezTo>
                      <a:pt x="1651" y="189"/>
                      <a:pt x="1666" y="117"/>
                      <a:pt x="1629" y="64"/>
                    </a:cubicBezTo>
                    <a:cubicBezTo>
                      <a:pt x="1598" y="17"/>
                      <a:pt x="1536" y="0"/>
                      <a:pt x="1485" y="25"/>
                    </a:cubicBezTo>
                    <a:lnTo>
                      <a:pt x="1015" y="256"/>
                    </a:lnTo>
                    <a:lnTo>
                      <a:pt x="269" y="164"/>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flipH="1">
                <a:off x="6953587" y="2073384"/>
                <a:ext cx="225602" cy="88325"/>
              </a:xfrm>
              <a:custGeom>
                <a:avLst/>
                <a:gdLst/>
                <a:ahLst/>
                <a:cxnLst/>
                <a:rect l="l" t="t" r="r" b="b"/>
                <a:pathLst>
                  <a:path w="2544" h="996" extrusionOk="0">
                    <a:moveTo>
                      <a:pt x="2495" y="267"/>
                    </a:moveTo>
                    <a:cubicBezTo>
                      <a:pt x="2471" y="312"/>
                      <a:pt x="2430" y="345"/>
                      <a:pt x="2380" y="355"/>
                    </a:cubicBezTo>
                    <a:lnTo>
                      <a:pt x="1741" y="493"/>
                    </a:lnTo>
                    <a:lnTo>
                      <a:pt x="1471" y="995"/>
                    </a:lnTo>
                    <a:lnTo>
                      <a:pt x="1" y="940"/>
                    </a:lnTo>
                    <a:cubicBezTo>
                      <a:pt x="233" y="445"/>
                      <a:pt x="716" y="115"/>
                      <a:pt x="1262" y="80"/>
                    </a:cubicBezTo>
                    <a:lnTo>
                      <a:pt x="2328" y="10"/>
                    </a:lnTo>
                    <a:cubicBezTo>
                      <a:pt x="2450" y="1"/>
                      <a:pt x="2543" y="116"/>
                      <a:pt x="2509" y="233"/>
                    </a:cubicBezTo>
                    <a:cubicBezTo>
                      <a:pt x="2506" y="245"/>
                      <a:pt x="2501" y="257"/>
                      <a:pt x="2495" y="267"/>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flipH="1">
                <a:off x="6990921" y="2110896"/>
                <a:ext cx="190041" cy="157762"/>
              </a:xfrm>
              <a:custGeom>
                <a:avLst/>
                <a:gdLst/>
                <a:ahLst/>
                <a:cxnLst/>
                <a:rect l="l" t="t" r="r" b="b"/>
                <a:pathLst>
                  <a:path w="2143" h="1779" extrusionOk="0">
                    <a:moveTo>
                      <a:pt x="22" y="517"/>
                    </a:moveTo>
                    <a:cubicBezTo>
                      <a:pt x="959" y="1"/>
                      <a:pt x="2143" y="349"/>
                      <a:pt x="2143" y="349"/>
                    </a:cubicBezTo>
                    <a:lnTo>
                      <a:pt x="1778" y="1778"/>
                    </a:lnTo>
                    <a:lnTo>
                      <a:pt x="0" y="1414"/>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flipH="1">
                <a:off x="6893021" y="2135016"/>
                <a:ext cx="115018" cy="31659"/>
              </a:xfrm>
              <a:custGeom>
                <a:avLst/>
                <a:gdLst/>
                <a:ahLst/>
                <a:cxnLst/>
                <a:rect l="l" t="t" r="r" b="b"/>
                <a:pathLst>
                  <a:path w="1297" h="357" extrusionOk="0">
                    <a:moveTo>
                      <a:pt x="1296" y="62"/>
                    </a:moveTo>
                    <a:lnTo>
                      <a:pt x="555" y="356"/>
                    </a:lnTo>
                    <a:lnTo>
                      <a:pt x="1" y="278"/>
                    </a:lnTo>
                    <a:lnTo>
                      <a:pt x="573" y="250"/>
                    </a:lnTo>
                    <a:lnTo>
                      <a:pt x="1279" y="1"/>
                    </a:lnTo>
                    <a:cubicBezTo>
                      <a:pt x="1290" y="20"/>
                      <a:pt x="1297" y="42"/>
                      <a:pt x="1296" y="62"/>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1"/>
              <p:cNvSpPr/>
              <p:nvPr/>
            </p:nvSpPr>
            <p:spPr>
              <a:xfrm flipH="1">
                <a:off x="7029497" y="2152309"/>
                <a:ext cx="122024" cy="58706"/>
              </a:xfrm>
              <a:custGeom>
                <a:avLst/>
                <a:gdLst/>
                <a:ahLst/>
                <a:cxnLst/>
                <a:rect l="l" t="t" r="r" b="b"/>
                <a:pathLst>
                  <a:path w="1376" h="662" extrusionOk="0">
                    <a:moveTo>
                      <a:pt x="1375" y="662"/>
                    </a:moveTo>
                    <a:cubicBezTo>
                      <a:pt x="998" y="154"/>
                      <a:pt x="585" y="0"/>
                      <a:pt x="1" y="241"/>
                    </a:cubicBezTo>
                    <a:cubicBezTo>
                      <a:pt x="1" y="241"/>
                      <a:pt x="742" y="56"/>
                      <a:pt x="1375" y="662"/>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1"/>
              <p:cNvSpPr/>
              <p:nvPr/>
            </p:nvSpPr>
            <p:spPr>
              <a:xfrm flipH="1">
                <a:off x="7207468" y="2709835"/>
                <a:ext cx="536248" cy="161043"/>
              </a:xfrm>
              <a:custGeom>
                <a:avLst/>
                <a:gdLst/>
                <a:ahLst/>
                <a:cxnLst/>
                <a:rect l="l" t="t" r="r" b="b"/>
                <a:pathLst>
                  <a:path w="6047" h="1816" extrusionOk="0">
                    <a:moveTo>
                      <a:pt x="798" y="1488"/>
                    </a:moveTo>
                    <a:cubicBezTo>
                      <a:pt x="806" y="1491"/>
                      <a:pt x="814" y="1495"/>
                      <a:pt x="822" y="1498"/>
                    </a:cubicBezTo>
                    <a:lnTo>
                      <a:pt x="2429" y="1590"/>
                    </a:lnTo>
                    <a:lnTo>
                      <a:pt x="4960" y="1735"/>
                    </a:lnTo>
                    <a:cubicBezTo>
                      <a:pt x="6047" y="1816"/>
                      <a:pt x="5770" y="963"/>
                      <a:pt x="5125" y="370"/>
                    </a:cubicBezTo>
                    <a:cubicBezTo>
                      <a:pt x="5110" y="356"/>
                      <a:pt x="5097" y="342"/>
                      <a:pt x="5081" y="330"/>
                    </a:cubicBezTo>
                    <a:cubicBezTo>
                      <a:pt x="5040" y="292"/>
                      <a:pt x="4995" y="255"/>
                      <a:pt x="4949" y="221"/>
                    </a:cubicBezTo>
                    <a:lnTo>
                      <a:pt x="4382" y="182"/>
                    </a:lnTo>
                    <a:lnTo>
                      <a:pt x="1636" y="1"/>
                    </a:lnTo>
                    <a:cubicBezTo>
                      <a:pt x="1516" y="25"/>
                      <a:pt x="1405" y="52"/>
                      <a:pt x="1304" y="82"/>
                    </a:cubicBezTo>
                    <a:cubicBezTo>
                      <a:pt x="0" y="462"/>
                      <a:pt x="170" y="1224"/>
                      <a:pt x="798" y="14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flipH="1">
                <a:off x="7213764" y="2215803"/>
                <a:ext cx="530750" cy="661819"/>
              </a:xfrm>
              <a:custGeom>
                <a:avLst/>
                <a:gdLst/>
                <a:ahLst/>
                <a:cxnLst/>
                <a:rect l="l" t="t" r="r" b="b"/>
                <a:pathLst>
                  <a:path w="5985" h="7463" extrusionOk="0">
                    <a:moveTo>
                      <a:pt x="661" y="7462"/>
                    </a:moveTo>
                    <a:lnTo>
                      <a:pt x="2438" y="7161"/>
                    </a:lnTo>
                    <a:lnTo>
                      <a:pt x="5140" y="6701"/>
                    </a:lnTo>
                    <a:lnTo>
                      <a:pt x="5134" y="5941"/>
                    </a:lnTo>
                    <a:lnTo>
                      <a:pt x="5134" y="5910"/>
                    </a:lnTo>
                    <a:lnTo>
                      <a:pt x="5123" y="4489"/>
                    </a:lnTo>
                    <a:lnTo>
                      <a:pt x="5115" y="3251"/>
                    </a:lnTo>
                    <a:cubicBezTo>
                      <a:pt x="5866" y="2874"/>
                      <a:pt x="5985" y="1850"/>
                      <a:pt x="5341" y="1311"/>
                    </a:cubicBezTo>
                    <a:lnTo>
                      <a:pt x="3812" y="28"/>
                    </a:lnTo>
                    <a:lnTo>
                      <a:pt x="340" y="3"/>
                    </a:lnTo>
                    <a:lnTo>
                      <a:pt x="83" y="1"/>
                    </a:lnTo>
                    <a:cubicBezTo>
                      <a:pt x="0" y="602"/>
                      <a:pt x="82" y="1211"/>
                      <a:pt x="245" y="1781"/>
                    </a:cubicBezTo>
                    <a:cubicBezTo>
                      <a:pt x="424" y="2415"/>
                      <a:pt x="706" y="3001"/>
                      <a:pt x="973" y="3469"/>
                    </a:cubicBezTo>
                    <a:cubicBezTo>
                      <a:pt x="1353" y="4133"/>
                      <a:pt x="1706" y="4562"/>
                      <a:pt x="1706" y="4562"/>
                    </a:cubicBezTo>
                    <a:lnTo>
                      <a:pt x="1313" y="5653"/>
                    </a:lnTo>
                    <a:lnTo>
                      <a:pt x="807" y="705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flipH="1">
                <a:off x="7368427" y="2498424"/>
                <a:ext cx="97105" cy="274642"/>
              </a:xfrm>
              <a:custGeom>
                <a:avLst/>
                <a:gdLst/>
                <a:ahLst/>
                <a:cxnLst/>
                <a:rect l="l" t="t" r="r" b="b"/>
                <a:pathLst>
                  <a:path w="1095" h="3097" fill="none" extrusionOk="0">
                    <a:moveTo>
                      <a:pt x="961" y="3097"/>
                    </a:moveTo>
                    <a:cubicBezTo>
                      <a:pt x="1094" y="2436"/>
                      <a:pt x="655" y="2385"/>
                      <a:pt x="655" y="2385"/>
                    </a:cubicBezTo>
                    <a:lnTo>
                      <a:pt x="0" y="1"/>
                    </a:lnTo>
                  </a:path>
                </a:pathLst>
              </a:custGeom>
              <a:noFill/>
              <a:ln w="475" cap="flat" cmpd="sng">
                <a:solidFill>
                  <a:srgbClr val="BD4B39"/>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flipH="1">
                <a:off x="7289142" y="2373652"/>
                <a:ext cx="433734" cy="368997"/>
              </a:xfrm>
              <a:custGeom>
                <a:avLst/>
                <a:gdLst/>
                <a:ahLst/>
                <a:cxnLst/>
                <a:rect l="l" t="t" r="r" b="b"/>
                <a:pathLst>
                  <a:path w="4891" h="4161" extrusionOk="0">
                    <a:moveTo>
                      <a:pt x="1" y="1"/>
                    </a:moveTo>
                    <a:cubicBezTo>
                      <a:pt x="180" y="635"/>
                      <a:pt x="462" y="1221"/>
                      <a:pt x="729" y="1689"/>
                    </a:cubicBezTo>
                    <a:lnTo>
                      <a:pt x="2311" y="1847"/>
                    </a:lnTo>
                    <a:cubicBezTo>
                      <a:pt x="2311" y="1847"/>
                      <a:pt x="3465" y="3487"/>
                      <a:pt x="4890" y="4161"/>
                    </a:cubicBezTo>
                    <a:lnTo>
                      <a:pt x="4890" y="4130"/>
                    </a:lnTo>
                    <a:lnTo>
                      <a:pt x="4879" y="2709"/>
                    </a:lnTo>
                    <a:lnTo>
                      <a:pt x="3132" y="60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flipH="1">
                <a:off x="7035698" y="2261562"/>
                <a:ext cx="528001" cy="558684"/>
              </a:xfrm>
              <a:custGeom>
                <a:avLst/>
                <a:gdLst/>
                <a:ahLst/>
                <a:cxnLst/>
                <a:rect l="l" t="t" r="r" b="b"/>
                <a:pathLst>
                  <a:path w="5954" h="6300" extrusionOk="0">
                    <a:moveTo>
                      <a:pt x="289" y="1560"/>
                    </a:moveTo>
                    <a:cubicBezTo>
                      <a:pt x="551" y="2006"/>
                      <a:pt x="908" y="2567"/>
                      <a:pt x="1335" y="3134"/>
                    </a:cubicBezTo>
                    <a:cubicBezTo>
                      <a:pt x="1903" y="3891"/>
                      <a:pt x="2758" y="4939"/>
                      <a:pt x="3704" y="5666"/>
                    </a:cubicBezTo>
                    <a:cubicBezTo>
                      <a:pt x="4530" y="6299"/>
                      <a:pt x="5735" y="5855"/>
                      <a:pt x="5953" y="4837"/>
                    </a:cubicBezTo>
                    <a:lnTo>
                      <a:pt x="2891" y="1600"/>
                    </a:lnTo>
                    <a:lnTo>
                      <a:pt x="2009" y="417"/>
                    </a:lnTo>
                    <a:cubicBezTo>
                      <a:pt x="1807" y="147"/>
                      <a:pt x="1496" y="0"/>
                      <a:pt x="1178" y="0"/>
                    </a:cubicBezTo>
                    <a:cubicBezTo>
                      <a:pt x="996" y="0"/>
                      <a:pt x="814" y="48"/>
                      <a:pt x="647" y="148"/>
                    </a:cubicBezTo>
                    <a:cubicBezTo>
                      <a:pt x="160" y="441"/>
                      <a:pt x="1" y="1069"/>
                      <a:pt x="289" y="15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flipH="1">
                <a:off x="7352906" y="2261562"/>
                <a:ext cx="210792" cy="277923"/>
              </a:xfrm>
              <a:custGeom>
                <a:avLst/>
                <a:gdLst/>
                <a:ahLst/>
                <a:cxnLst/>
                <a:rect l="l" t="t" r="r" b="b"/>
                <a:pathLst>
                  <a:path w="2377" h="3134" extrusionOk="0">
                    <a:moveTo>
                      <a:pt x="289" y="1560"/>
                    </a:moveTo>
                    <a:cubicBezTo>
                      <a:pt x="551" y="2006"/>
                      <a:pt x="908" y="2567"/>
                      <a:pt x="1335" y="3134"/>
                    </a:cubicBezTo>
                    <a:cubicBezTo>
                      <a:pt x="1608" y="3127"/>
                      <a:pt x="1866" y="3103"/>
                      <a:pt x="2097" y="3061"/>
                    </a:cubicBezTo>
                    <a:cubicBezTo>
                      <a:pt x="1828" y="2174"/>
                      <a:pt x="2085" y="1525"/>
                      <a:pt x="2376" y="910"/>
                    </a:cubicBezTo>
                    <a:lnTo>
                      <a:pt x="2009" y="417"/>
                    </a:lnTo>
                    <a:cubicBezTo>
                      <a:pt x="1807" y="147"/>
                      <a:pt x="1496" y="0"/>
                      <a:pt x="1178" y="0"/>
                    </a:cubicBezTo>
                    <a:cubicBezTo>
                      <a:pt x="996" y="0"/>
                      <a:pt x="814" y="48"/>
                      <a:pt x="647" y="148"/>
                    </a:cubicBezTo>
                    <a:cubicBezTo>
                      <a:pt x="160" y="441"/>
                      <a:pt x="1" y="1069"/>
                      <a:pt x="289" y="156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flipH="1">
                <a:off x="7378090" y="1969453"/>
                <a:ext cx="218508" cy="357292"/>
              </a:xfrm>
              <a:custGeom>
                <a:avLst/>
                <a:gdLst/>
                <a:ahLst/>
                <a:cxnLst/>
                <a:rect l="l" t="t" r="r" b="b"/>
                <a:pathLst>
                  <a:path w="2464" h="4029" extrusionOk="0">
                    <a:moveTo>
                      <a:pt x="2464" y="730"/>
                    </a:moveTo>
                    <a:lnTo>
                      <a:pt x="1802" y="4028"/>
                    </a:lnTo>
                    <a:lnTo>
                      <a:pt x="0" y="3196"/>
                    </a:lnTo>
                    <a:lnTo>
                      <a:pt x="335" y="152"/>
                    </a:lnTo>
                    <a:lnTo>
                      <a:pt x="342" y="1"/>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1"/>
              <p:cNvSpPr/>
              <p:nvPr/>
            </p:nvSpPr>
            <p:spPr>
              <a:xfrm flipH="1">
                <a:off x="7282670" y="1786685"/>
                <a:ext cx="336452" cy="398528"/>
              </a:xfrm>
              <a:custGeom>
                <a:avLst/>
                <a:gdLst/>
                <a:ahLst/>
                <a:cxnLst/>
                <a:rect l="l" t="t" r="r" b="b"/>
                <a:pathLst>
                  <a:path w="3794" h="4494" extrusionOk="0">
                    <a:moveTo>
                      <a:pt x="119" y="979"/>
                    </a:moveTo>
                    <a:lnTo>
                      <a:pt x="303" y="1729"/>
                    </a:lnTo>
                    <a:lnTo>
                      <a:pt x="387" y="2071"/>
                    </a:lnTo>
                    <a:lnTo>
                      <a:pt x="612" y="2989"/>
                    </a:lnTo>
                    <a:cubicBezTo>
                      <a:pt x="734" y="3484"/>
                      <a:pt x="1104" y="3882"/>
                      <a:pt x="1589" y="4038"/>
                    </a:cubicBezTo>
                    <a:lnTo>
                      <a:pt x="2344" y="4282"/>
                    </a:lnTo>
                    <a:cubicBezTo>
                      <a:pt x="2998" y="4493"/>
                      <a:pt x="3676" y="4044"/>
                      <a:pt x="3741" y="3359"/>
                    </a:cubicBezTo>
                    <a:cubicBezTo>
                      <a:pt x="3790" y="2858"/>
                      <a:pt x="3794" y="2271"/>
                      <a:pt x="3607" y="1647"/>
                    </a:cubicBezTo>
                    <a:cubicBezTo>
                      <a:pt x="3390" y="922"/>
                      <a:pt x="2814" y="353"/>
                      <a:pt x="2124" y="122"/>
                    </a:cubicBezTo>
                    <a:lnTo>
                      <a:pt x="2122" y="121"/>
                    </a:lnTo>
                    <a:lnTo>
                      <a:pt x="2001" y="84"/>
                    </a:lnTo>
                    <a:lnTo>
                      <a:pt x="1988" y="81"/>
                    </a:lnTo>
                    <a:cubicBezTo>
                      <a:pt x="1928" y="64"/>
                      <a:pt x="1866" y="51"/>
                      <a:pt x="1803" y="40"/>
                    </a:cubicBezTo>
                    <a:cubicBezTo>
                      <a:pt x="1656" y="12"/>
                      <a:pt x="1504" y="1"/>
                      <a:pt x="1349" y="4"/>
                    </a:cubicBezTo>
                    <a:lnTo>
                      <a:pt x="860" y="14"/>
                    </a:lnTo>
                    <a:cubicBezTo>
                      <a:pt x="362" y="26"/>
                      <a:pt x="0" y="495"/>
                      <a:pt x="119" y="979"/>
                    </a:cubicBez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1"/>
              <p:cNvSpPr/>
              <p:nvPr/>
            </p:nvSpPr>
            <p:spPr>
              <a:xfrm flipH="1">
                <a:off x="7239399" y="1933981"/>
                <a:ext cx="113599" cy="121580"/>
              </a:xfrm>
              <a:custGeom>
                <a:avLst/>
                <a:gdLst/>
                <a:ahLst/>
                <a:cxnLst/>
                <a:rect l="l" t="t" r="r" b="b"/>
                <a:pathLst>
                  <a:path w="1281" h="1371" extrusionOk="0">
                    <a:moveTo>
                      <a:pt x="642" y="115"/>
                    </a:moveTo>
                    <a:cubicBezTo>
                      <a:pt x="712" y="496"/>
                      <a:pt x="937" y="619"/>
                      <a:pt x="1103" y="658"/>
                    </a:cubicBezTo>
                    <a:cubicBezTo>
                      <a:pt x="1210" y="682"/>
                      <a:pt x="1281" y="784"/>
                      <a:pt x="1266" y="892"/>
                    </a:cubicBezTo>
                    <a:cubicBezTo>
                      <a:pt x="1248" y="1035"/>
                      <a:pt x="1146" y="1154"/>
                      <a:pt x="1007" y="1195"/>
                    </a:cubicBezTo>
                    <a:lnTo>
                      <a:pt x="517" y="1341"/>
                    </a:lnTo>
                    <a:cubicBezTo>
                      <a:pt x="253" y="1370"/>
                      <a:pt x="21" y="1166"/>
                      <a:pt x="16" y="900"/>
                    </a:cubicBezTo>
                    <a:lnTo>
                      <a:pt x="0" y="1"/>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flipH="1">
                <a:off x="7305910" y="1945775"/>
                <a:ext cx="29087" cy="62431"/>
              </a:xfrm>
              <a:custGeom>
                <a:avLst/>
                <a:gdLst/>
                <a:ahLst/>
                <a:cxnLst/>
                <a:rect l="l" t="t" r="r" b="b"/>
                <a:pathLst>
                  <a:path w="328" h="704" extrusionOk="0">
                    <a:moveTo>
                      <a:pt x="323" y="348"/>
                    </a:moveTo>
                    <a:cubicBezTo>
                      <a:pt x="328" y="541"/>
                      <a:pt x="260" y="699"/>
                      <a:pt x="172" y="701"/>
                    </a:cubicBezTo>
                    <a:cubicBezTo>
                      <a:pt x="84" y="703"/>
                      <a:pt x="10" y="548"/>
                      <a:pt x="5" y="356"/>
                    </a:cubicBezTo>
                    <a:cubicBezTo>
                      <a:pt x="1" y="163"/>
                      <a:pt x="68" y="5"/>
                      <a:pt x="156" y="3"/>
                    </a:cubicBezTo>
                    <a:cubicBezTo>
                      <a:pt x="244" y="0"/>
                      <a:pt x="319" y="155"/>
                      <a:pt x="323" y="3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flipH="1">
                <a:off x="7294026" y="1862328"/>
                <a:ext cx="75201" cy="50370"/>
              </a:xfrm>
              <a:custGeom>
                <a:avLst/>
                <a:gdLst/>
                <a:ahLst/>
                <a:cxnLst/>
                <a:rect l="l" t="t" r="r" b="b"/>
                <a:pathLst>
                  <a:path w="848" h="568" extrusionOk="0">
                    <a:moveTo>
                      <a:pt x="436" y="393"/>
                    </a:moveTo>
                    <a:cubicBezTo>
                      <a:pt x="104" y="568"/>
                      <a:pt x="0" y="357"/>
                      <a:pt x="234" y="186"/>
                    </a:cubicBezTo>
                    <a:cubicBezTo>
                      <a:pt x="485" y="1"/>
                      <a:pt x="847" y="175"/>
                      <a:pt x="436" y="3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flipH="1">
                <a:off x="7304135" y="2060526"/>
                <a:ext cx="70678" cy="60746"/>
              </a:xfrm>
              <a:custGeom>
                <a:avLst/>
                <a:gdLst/>
                <a:ahLst/>
                <a:cxnLst/>
                <a:rect l="l" t="t" r="r" b="b"/>
                <a:pathLst>
                  <a:path w="797" h="685" extrusionOk="0">
                    <a:moveTo>
                      <a:pt x="1" y="55"/>
                    </a:moveTo>
                    <a:cubicBezTo>
                      <a:pt x="1" y="55"/>
                      <a:pt x="626" y="0"/>
                      <a:pt x="712" y="126"/>
                    </a:cubicBezTo>
                    <a:cubicBezTo>
                      <a:pt x="796" y="253"/>
                      <a:pt x="182" y="684"/>
                      <a:pt x="1" y="5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flipH="1">
                <a:off x="7362568" y="1709800"/>
                <a:ext cx="406775" cy="327673"/>
              </a:xfrm>
              <a:custGeom>
                <a:avLst/>
                <a:gdLst/>
                <a:ahLst/>
                <a:cxnLst/>
                <a:rect l="l" t="t" r="r" b="b"/>
                <a:pathLst>
                  <a:path w="4587" h="3695" extrusionOk="0">
                    <a:moveTo>
                      <a:pt x="3865" y="3593"/>
                    </a:moveTo>
                    <a:cubicBezTo>
                      <a:pt x="4587" y="3106"/>
                      <a:pt x="4422" y="1551"/>
                      <a:pt x="3928" y="774"/>
                    </a:cubicBezTo>
                    <a:cubicBezTo>
                      <a:pt x="3831" y="507"/>
                      <a:pt x="1803" y="0"/>
                      <a:pt x="800" y="943"/>
                    </a:cubicBezTo>
                    <a:cubicBezTo>
                      <a:pt x="0" y="1697"/>
                      <a:pt x="959" y="3695"/>
                      <a:pt x="959" y="369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flipH="1">
                <a:off x="7370016" y="1801406"/>
                <a:ext cx="485700" cy="713253"/>
              </a:xfrm>
              <a:custGeom>
                <a:avLst/>
                <a:gdLst/>
                <a:ahLst/>
                <a:cxnLst/>
                <a:rect l="l" t="t" r="r" b="b"/>
                <a:pathLst>
                  <a:path w="5477" h="8043" extrusionOk="0">
                    <a:moveTo>
                      <a:pt x="160" y="7105"/>
                    </a:moveTo>
                    <a:cubicBezTo>
                      <a:pt x="1263" y="8043"/>
                      <a:pt x="3545" y="7939"/>
                      <a:pt x="4907" y="7688"/>
                    </a:cubicBezTo>
                    <a:cubicBezTo>
                      <a:pt x="4565" y="6565"/>
                      <a:pt x="5476" y="6737"/>
                      <a:pt x="5386" y="5372"/>
                    </a:cubicBezTo>
                    <a:cubicBezTo>
                      <a:pt x="5326" y="4471"/>
                      <a:pt x="4373" y="4790"/>
                      <a:pt x="4715" y="2759"/>
                    </a:cubicBezTo>
                    <a:lnTo>
                      <a:pt x="1691" y="1"/>
                    </a:lnTo>
                    <a:cubicBezTo>
                      <a:pt x="694" y="1212"/>
                      <a:pt x="2137" y="3507"/>
                      <a:pt x="1094" y="4632"/>
                    </a:cubicBezTo>
                    <a:cubicBezTo>
                      <a:pt x="383" y="5397"/>
                      <a:pt x="0" y="6552"/>
                      <a:pt x="160" y="71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flipH="1">
                <a:off x="7707797" y="2031794"/>
                <a:ext cx="180996" cy="386822"/>
              </a:xfrm>
              <a:custGeom>
                <a:avLst/>
                <a:gdLst/>
                <a:ahLst/>
                <a:cxnLst/>
                <a:rect l="l" t="t" r="r" b="b"/>
                <a:pathLst>
                  <a:path w="2041" h="4362" fill="none" extrusionOk="0">
                    <a:moveTo>
                      <a:pt x="1" y="4361"/>
                    </a:moveTo>
                    <a:cubicBezTo>
                      <a:pt x="17" y="2171"/>
                      <a:pt x="2040" y="2125"/>
                      <a:pt x="1960" y="1"/>
                    </a:cubicBezTo>
                  </a:path>
                </a:pathLst>
              </a:custGeom>
              <a:solidFill>
                <a:schemeClr val="dk1"/>
              </a:solidFill>
              <a:ln w="950" cap="flat" cmpd="sng">
                <a:solidFill>
                  <a:srgbClr val="000000"/>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1"/>
              <p:cNvSpPr/>
              <p:nvPr/>
            </p:nvSpPr>
            <p:spPr>
              <a:xfrm flipH="1">
                <a:off x="7405051" y="1933981"/>
                <a:ext cx="102159" cy="191992"/>
              </a:xfrm>
              <a:custGeom>
                <a:avLst/>
                <a:gdLst/>
                <a:ahLst/>
                <a:cxnLst/>
                <a:rect l="l" t="t" r="r" b="b"/>
                <a:pathLst>
                  <a:path w="1152" h="2165" extrusionOk="0">
                    <a:moveTo>
                      <a:pt x="1152" y="856"/>
                    </a:moveTo>
                    <a:cubicBezTo>
                      <a:pt x="601" y="1"/>
                      <a:pt x="1" y="610"/>
                      <a:pt x="186" y="1387"/>
                    </a:cubicBezTo>
                    <a:cubicBezTo>
                      <a:pt x="371" y="2165"/>
                      <a:pt x="1037" y="1815"/>
                      <a:pt x="1037" y="1815"/>
                    </a:cubicBez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1"/>
              <p:cNvSpPr/>
              <p:nvPr/>
            </p:nvSpPr>
            <p:spPr>
              <a:xfrm flipH="1">
                <a:off x="7425892" y="2031794"/>
                <a:ext cx="22436" cy="37600"/>
              </a:xfrm>
              <a:custGeom>
                <a:avLst/>
                <a:gdLst/>
                <a:ahLst/>
                <a:cxnLst/>
                <a:rect l="l" t="t" r="r" b="b"/>
                <a:pathLst>
                  <a:path w="253" h="424" fill="none" extrusionOk="0">
                    <a:moveTo>
                      <a:pt x="252" y="424"/>
                    </a:moveTo>
                    <a:lnTo>
                      <a:pt x="1" y="1"/>
                    </a:lnTo>
                  </a:path>
                </a:pathLst>
              </a:custGeom>
              <a:noFill/>
              <a:ln w="475" cap="flat" cmpd="sng">
                <a:solidFill>
                  <a:srgbClr val="E2A8A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1"/>
              <p:cNvSpPr/>
              <p:nvPr/>
            </p:nvSpPr>
            <p:spPr>
              <a:xfrm flipH="1">
                <a:off x="6777555" y="2537708"/>
                <a:ext cx="499357" cy="241121"/>
              </a:xfrm>
              <a:custGeom>
                <a:avLst/>
                <a:gdLst/>
                <a:ahLst/>
                <a:cxnLst/>
                <a:rect l="l" t="t" r="r" b="b"/>
                <a:pathLst>
                  <a:path w="5631" h="2719" extrusionOk="0">
                    <a:moveTo>
                      <a:pt x="1804" y="418"/>
                    </a:moveTo>
                    <a:lnTo>
                      <a:pt x="4985" y="0"/>
                    </a:lnTo>
                    <a:lnTo>
                      <a:pt x="5631" y="585"/>
                    </a:lnTo>
                    <a:cubicBezTo>
                      <a:pt x="5631" y="585"/>
                      <a:pt x="3758" y="2151"/>
                      <a:pt x="1736" y="2487"/>
                    </a:cubicBezTo>
                    <a:cubicBezTo>
                      <a:pt x="345" y="2719"/>
                      <a:pt x="1" y="665"/>
                      <a:pt x="1804" y="418"/>
                    </a:cubicBez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1"/>
              <p:cNvSpPr/>
              <p:nvPr/>
            </p:nvSpPr>
            <p:spPr>
              <a:xfrm flipH="1">
                <a:off x="6595059" y="2444861"/>
                <a:ext cx="247329" cy="159269"/>
              </a:xfrm>
              <a:custGeom>
                <a:avLst/>
                <a:gdLst/>
                <a:ahLst/>
                <a:cxnLst/>
                <a:rect l="l" t="t" r="r" b="b"/>
                <a:pathLst>
                  <a:path w="2789" h="1796" extrusionOk="0">
                    <a:moveTo>
                      <a:pt x="712" y="1646"/>
                    </a:moveTo>
                    <a:lnTo>
                      <a:pt x="2789" y="0"/>
                    </a:lnTo>
                    <a:lnTo>
                      <a:pt x="0" y="406"/>
                    </a:lnTo>
                    <a:lnTo>
                      <a:pt x="39" y="1795"/>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1"/>
              <p:cNvSpPr/>
              <p:nvPr/>
            </p:nvSpPr>
            <p:spPr>
              <a:xfrm flipH="1">
                <a:off x="6792993" y="2440250"/>
                <a:ext cx="70057" cy="55425"/>
              </a:xfrm>
              <a:custGeom>
                <a:avLst/>
                <a:gdLst/>
                <a:ahLst/>
                <a:cxnLst/>
                <a:rect l="l" t="t" r="r" b="b"/>
                <a:pathLst>
                  <a:path w="790" h="625" extrusionOk="0">
                    <a:moveTo>
                      <a:pt x="596" y="618"/>
                    </a:moveTo>
                    <a:lnTo>
                      <a:pt x="197" y="591"/>
                    </a:lnTo>
                    <a:cubicBezTo>
                      <a:pt x="79" y="583"/>
                      <a:pt x="0" y="465"/>
                      <a:pt x="38" y="353"/>
                    </a:cubicBezTo>
                    <a:lnTo>
                      <a:pt x="49" y="319"/>
                    </a:lnTo>
                    <a:cubicBezTo>
                      <a:pt x="120" y="107"/>
                      <a:pt x="358" y="1"/>
                      <a:pt x="563" y="91"/>
                    </a:cubicBezTo>
                    <a:cubicBezTo>
                      <a:pt x="699" y="152"/>
                      <a:pt x="788" y="288"/>
                      <a:pt x="789" y="438"/>
                    </a:cubicBezTo>
                    <a:cubicBezTo>
                      <a:pt x="789" y="542"/>
                      <a:pt x="700" y="625"/>
                      <a:pt x="596" y="618"/>
                    </a:cubicBez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1"/>
              <p:cNvSpPr/>
              <p:nvPr/>
            </p:nvSpPr>
            <p:spPr>
              <a:xfrm flipH="1">
                <a:off x="6552140" y="2372677"/>
                <a:ext cx="193322" cy="108988"/>
              </a:xfrm>
              <a:custGeom>
                <a:avLst/>
                <a:gdLst/>
                <a:ahLst/>
                <a:cxnLst/>
                <a:rect l="l" t="t" r="r" b="b"/>
                <a:pathLst>
                  <a:path w="2180" h="1229" extrusionOk="0">
                    <a:moveTo>
                      <a:pt x="0" y="1228"/>
                    </a:moveTo>
                    <a:lnTo>
                      <a:pt x="1695" y="814"/>
                    </a:lnTo>
                    <a:lnTo>
                      <a:pt x="1712" y="763"/>
                    </a:lnTo>
                    <a:cubicBezTo>
                      <a:pt x="1778" y="558"/>
                      <a:pt x="1930" y="394"/>
                      <a:pt x="2129" y="312"/>
                    </a:cubicBezTo>
                    <a:cubicBezTo>
                      <a:pt x="2160" y="299"/>
                      <a:pt x="2179" y="267"/>
                      <a:pt x="2176" y="234"/>
                    </a:cubicBezTo>
                    <a:cubicBezTo>
                      <a:pt x="2176" y="229"/>
                      <a:pt x="2174" y="223"/>
                      <a:pt x="2172" y="219"/>
                    </a:cubicBezTo>
                    <a:cubicBezTo>
                      <a:pt x="2132" y="84"/>
                      <a:pt x="2003" y="0"/>
                      <a:pt x="1869" y="13"/>
                    </a:cubicBezTo>
                    <a:cubicBezTo>
                      <a:pt x="1847" y="15"/>
                      <a:pt x="1825" y="21"/>
                      <a:pt x="1802" y="29"/>
                    </a:cubicBezTo>
                    <a:lnTo>
                      <a:pt x="1703" y="71"/>
                    </a:lnTo>
                    <a:lnTo>
                      <a:pt x="1692" y="76"/>
                    </a:lnTo>
                    <a:cubicBezTo>
                      <a:pt x="1521" y="149"/>
                      <a:pt x="1397" y="301"/>
                      <a:pt x="1361" y="484"/>
                    </a:cubicBezTo>
                    <a:lnTo>
                      <a:pt x="43" y="1205"/>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1"/>
              <p:cNvSpPr/>
              <p:nvPr/>
            </p:nvSpPr>
            <p:spPr>
              <a:xfrm flipH="1">
                <a:off x="6575198" y="2378973"/>
                <a:ext cx="113333" cy="104997"/>
              </a:xfrm>
              <a:custGeom>
                <a:avLst/>
                <a:gdLst/>
                <a:ahLst/>
                <a:cxnLst/>
                <a:rect l="l" t="t" r="r" b="b"/>
                <a:pathLst>
                  <a:path w="1278" h="1184" extrusionOk="0">
                    <a:moveTo>
                      <a:pt x="1" y="1183"/>
                    </a:moveTo>
                    <a:lnTo>
                      <a:pt x="763" y="858"/>
                    </a:lnTo>
                    <a:cubicBezTo>
                      <a:pt x="850" y="516"/>
                      <a:pt x="1029" y="373"/>
                      <a:pt x="1227" y="292"/>
                    </a:cubicBezTo>
                    <a:cubicBezTo>
                      <a:pt x="1258" y="278"/>
                      <a:pt x="1278" y="246"/>
                      <a:pt x="1274" y="214"/>
                    </a:cubicBezTo>
                    <a:cubicBezTo>
                      <a:pt x="1274" y="208"/>
                      <a:pt x="1272" y="204"/>
                      <a:pt x="1271" y="198"/>
                    </a:cubicBezTo>
                    <a:cubicBezTo>
                      <a:pt x="1240" y="95"/>
                      <a:pt x="1158" y="22"/>
                      <a:pt x="1061" y="0"/>
                    </a:cubicBezTo>
                    <a:lnTo>
                      <a:pt x="1050" y="5"/>
                    </a:lnTo>
                    <a:cubicBezTo>
                      <a:pt x="879" y="78"/>
                      <a:pt x="755" y="230"/>
                      <a:pt x="719" y="413"/>
                    </a:cubicBezTo>
                    <a:lnTo>
                      <a:pt x="596" y="787"/>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1"/>
              <p:cNvSpPr/>
              <p:nvPr/>
            </p:nvSpPr>
            <p:spPr>
              <a:xfrm flipH="1">
                <a:off x="6592223" y="2374273"/>
                <a:ext cx="193766" cy="111205"/>
              </a:xfrm>
              <a:custGeom>
                <a:avLst/>
                <a:gdLst/>
                <a:ahLst/>
                <a:cxnLst/>
                <a:rect l="l" t="t" r="r" b="b"/>
                <a:pathLst>
                  <a:path w="2185" h="1254" extrusionOk="0">
                    <a:moveTo>
                      <a:pt x="1695" y="840"/>
                    </a:moveTo>
                    <a:lnTo>
                      <a:pt x="1713" y="787"/>
                    </a:lnTo>
                    <a:cubicBezTo>
                      <a:pt x="1778" y="584"/>
                      <a:pt x="1930" y="419"/>
                      <a:pt x="2129" y="338"/>
                    </a:cubicBezTo>
                    <a:cubicBezTo>
                      <a:pt x="2165" y="322"/>
                      <a:pt x="2185" y="282"/>
                      <a:pt x="2173" y="244"/>
                    </a:cubicBezTo>
                    <a:cubicBezTo>
                      <a:pt x="2125" y="86"/>
                      <a:pt x="1957" y="1"/>
                      <a:pt x="1802" y="53"/>
                    </a:cubicBezTo>
                    <a:lnTo>
                      <a:pt x="1693" y="100"/>
                    </a:lnTo>
                    <a:cubicBezTo>
                      <a:pt x="1522" y="174"/>
                      <a:pt x="1397" y="326"/>
                      <a:pt x="1360" y="509"/>
                    </a:cubicBezTo>
                    <a:lnTo>
                      <a:pt x="0" y="1254"/>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1"/>
              <p:cNvSpPr/>
              <p:nvPr/>
            </p:nvSpPr>
            <p:spPr>
              <a:xfrm flipH="1">
                <a:off x="7226266" y="2772974"/>
                <a:ext cx="636368" cy="1120738"/>
              </a:xfrm>
              <a:custGeom>
                <a:avLst/>
                <a:gdLst/>
                <a:ahLst/>
                <a:cxnLst/>
                <a:rect l="l" t="t" r="r" b="b"/>
                <a:pathLst>
                  <a:path w="7176" h="12638" extrusionOk="0">
                    <a:moveTo>
                      <a:pt x="1" y="12637"/>
                    </a:moveTo>
                    <a:lnTo>
                      <a:pt x="7175" y="12637"/>
                    </a:lnTo>
                    <a:lnTo>
                      <a:pt x="6403" y="1055"/>
                    </a:lnTo>
                    <a:lnTo>
                      <a:pt x="6390" y="850"/>
                    </a:lnTo>
                    <a:lnTo>
                      <a:pt x="6357" y="18"/>
                    </a:lnTo>
                    <a:lnTo>
                      <a:pt x="3180" y="3"/>
                    </a:lnTo>
                    <a:lnTo>
                      <a:pt x="2732" y="1"/>
                    </a:lnTo>
                    <a:cubicBezTo>
                      <a:pt x="2732" y="1"/>
                      <a:pt x="2304" y="504"/>
                      <a:pt x="1849" y="1231"/>
                    </a:cubicBezTo>
                    <a:cubicBezTo>
                      <a:pt x="1483" y="1815"/>
                      <a:pt x="1099" y="2547"/>
                      <a:pt x="906" y="3275"/>
                    </a:cubicBezTo>
                    <a:cubicBezTo>
                      <a:pt x="609" y="4394"/>
                      <a:pt x="555" y="10911"/>
                      <a:pt x="555" y="1091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1"/>
              <p:cNvSpPr/>
              <p:nvPr/>
            </p:nvSpPr>
            <p:spPr>
              <a:xfrm flipH="1">
                <a:off x="7294729" y="2772974"/>
                <a:ext cx="403937" cy="109165"/>
              </a:xfrm>
              <a:custGeom>
                <a:avLst/>
                <a:gdLst/>
                <a:ahLst/>
                <a:cxnLst/>
                <a:rect l="l" t="t" r="r" b="b"/>
                <a:pathLst>
                  <a:path w="4555" h="1231" extrusionOk="0">
                    <a:moveTo>
                      <a:pt x="0" y="1231"/>
                    </a:moveTo>
                    <a:lnTo>
                      <a:pt x="4554" y="1055"/>
                    </a:lnTo>
                    <a:lnTo>
                      <a:pt x="4541" y="850"/>
                    </a:lnTo>
                    <a:lnTo>
                      <a:pt x="4508" y="18"/>
                    </a:lnTo>
                    <a:lnTo>
                      <a:pt x="1331" y="3"/>
                    </a:lnTo>
                    <a:lnTo>
                      <a:pt x="883" y="1"/>
                    </a:lnTo>
                    <a:cubicBezTo>
                      <a:pt x="883" y="1"/>
                      <a:pt x="455" y="504"/>
                      <a:pt x="0" y="123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1"/>
              <p:cNvSpPr/>
              <p:nvPr/>
            </p:nvSpPr>
            <p:spPr>
              <a:xfrm flipH="1">
                <a:off x="7579744" y="2772974"/>
                <a:ext cx="282889" cy="1120738"/>
              </a:xfrm>
              <a:custGeom>
                <a:avLst/>
                <a:gdLst/>
                <a:ahLst/>
                <a:cxnLst/>
                <a:rect l="l" t="t" r="r" b="b"/>
                <a:pathLst>
                  <a:path w="3190" h="12638" extrusionOk="0">
                    <a:moveTo>
                      <a:pt x="1" y="12637"/>
                    </a:moveTo>
                    <a:lnTo>
                      <a:pt x="789" y="12637"/>
                    </a:lnTo>
                    <a:lnTo>
                      <a:pt x="1849" y="10836"/>
                    </a:lnTo>
                    <a:cubicBezTo>
                      <a:pt x="1849" y="10836"/>
                      <a:pt x="491" y="3191"/>
                      <a:pt x="3190" y="69"/>
                    </a:cubicBezTo>
                    <a:lnTo>
                      <a:pt x="3180" y="3"/>
                    </a:lnTo>
                    <a:lnTo>
                      <a:pt x="2732" y="1"/>
                    </a:lnTo>
                    <a:cubicBezTo>
                      <a:pt x="2732" y="1"/>
                      <a:pt x="1340" y="1639"/>
                      <a:pt x="906" y="3275"/>
                    </a:cubicBezTo>
                    <a:cubicBezTo>
                      <a:pt x="609" y="4394"/>
                      <a:pt x="555" y="10911"/>
                      <a:pt x="555" y="109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1"/>
              <p:cNvSpPr/>
              <p:nvPr/>
            </p:nvSpPr>
            <p:spPr>
              <a:xfrm flipH="1">
                <a:off x="7228660" y="3829320"/>
                <a:ext cx="613400" cy="4434"/>
              </a:xfrm>
              <a:custGeom>
                <a:avLst/>
                <a:gdLst/>
                <a:ahLst/>
                <a:cxnLst/>
                <a:rect l="l" t="t" r="r" b="b"/>
                <a:pathLst>
                  <a:path w="6917" h="50" fill="none" extrusionOk="0">
                    <a:moveTo>
                      <a:pt x="6917" y="50"/>
                    </a:moveTo>
                    <a:lnTo>
                      <a:pt x="1" y="1"/>
                    </a:lnTo>
                  </a:path>
                </a:pathLst>
              </a:custGeom>
              <a:noFill/>
              <a:ln w="475" cap="flat" cmpd="sng">
                <a:solidFill>
                  <a:srgbClr val="5B414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1"/>
              <p:cNvSpPr/>
              <p:nvPr/>
            </p:nvSpPr>
            <p:spPr>
              <a:xfrm flipH="1">
                <a:off x="7304668" y="2777053"/>
                <a:ext cx="52499" cy="1117989"/>
              </a:xfrm>
              <a:custGeom>
                <a:avLst/>
                <a:gdLst/>
                <a:ahLst/>
                <a:cxnLst/>
                <a:rect l="l" t="t" r="r" b="b"/>
                <a:pathLst>
                  <a:path w="592" h="12607" fill="none" extrusionOk="0">
                    <a:moveTo>
                      <a:pt x="0" y="0"/>
                    </a:moveTo>
                    <a:cubicBezTo>
                      <a:pt x="116" y="5094"/>
                      <a:pt x="591" y="12606"/>
                      <a:pt x="591" y="12606"/>
                    </a:cubicBezTo>
                  </a:path>
                </a:pathLst>
              </a:custGeom>
              <a:noFill/>
              <a:ln w="9525"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1"/>
              <p:cNvSpPr/>
              <p:nvPr/>
            </p:nvSpPr>
            <p:spPr>
              <a:xfrm flipH="1">
                <a:off x="7579745" y="2779093"/>
                <a:ext cx="239436" cy="1114619"/>
              </a:xfrm>
              <a:custGeom>
                <a:avLst/>
                <a:gdLst/>
                <a:ahLst/>
                <a:cxnLst/>
                <a:rect l="l" t="t" r="r" b="b"/>
                <a:pathLst>
                  <a:path w="2700" h="12569" fill="none" extrusionOk="0">
                    <a:moveTo>
                      <a:pt x="2700" y="0"/>
                    </a:moveTo>
                    <a:cubicBezTo>
                      <a:pt x="1" y="3122"/>
                      <a:pt x="1359" y="10767"/>
                      <a:pt x="1359" y="10767"/>
                    </a:cubicBezTo>
                    <a:lnTo>
                      <a:pt x="299" y="12568"/>
                    </a:lnTo>
                  </a:path>
                </a:pathLst>
              </a:custGeom>
              <a:noFill/>
              <a:ln w="9525"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1"/>
              <p:cNvSpPr/>
              <p:nvPr/>
            </p:nvSpPr>
            <p:spPr>
              <a:xfrm flipH="1">
                <a:off x="7449832" y="2903865"/>
                <a:ext cx="201836" cy="206979"/>
              </a:xfrm>
              <a:custGeom>
                <a:avLst/>
                <a:gdLst/>
                <a:ahLst/>
                <a:cxnLst/>
                <a:rect l="l" t="t" r="r" b="b"/>
                <a:pathLst>
                  <a:path w="2276" h="2334" fill="none" extrusionOk="0">
                    <a:moveTo>
                      <a:pt x="2275" y="138"/>
                    </a:moveTo>
                    <a:lnTo>
                      <a:pt x="442" y="1"/>
                    </a:lnTo>
                    <a:lnTo>
                      <a:pt x="1" y="1675"/>
                    </a:lnTo>
                    <a:lnTo>
                      <a:pt x="765" y="2334"/>
                    </a:lnTo>
                    <a:lnTo>
                      <a:pt x="2049" y="1849"/>
                    </a:lnTo>
                    <a:close/>
                  </a:path>
                </a:pathLst>
              </a:custGeom>
              <a:noFill/>
              <a:ln w="9525"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1"/>
              <p:cNvSpPr/>
              <p:nvPr/>
            </p:nvSpPr>
            <p:spPr>
              <a:xfrm flipH="1">
                <a:off x="7481400" y="3186308"/>
                <a:ext cx="281470" cy="36004"/>
              </a:xfrm>
              <a:custGeom>
                <a:avLst/>
                <a:gdLst/>
                <a:ahLst/>
                <a:cxnLst/>
                <a:rect l="l" t="t" r="r" b="b"/>
                <a:pathLst>
                  <a:path w="3174" h="406" fill="none" extrusionOk="0">
                    <a:moveTo>
                      <a:pt x="0" y="0"/>
                    </a:moveTo>
                    <a:lnTo>
                      <a:pt x="3174" y="405"/>
                    </a:lnTo>
                  </a:path>
                </a:pathLst>
              </a:custGeom>
              <a:noFill/>
              <a:ln w="9525"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1"/>
              <p:cNvSpPr/>
              <p:nvPr/>
            </p:nvSpPr>
            <p:spPr>
              <a:xfrm flipH="1">
                <a:off x="7504279" y="3717584"/>
                <a:ext cx="282712" cy="23766"/>
              </a:xfrm>
              <a:custGeom>
                <a:avLst/>
                <a:gdLst/>
                <a:ahLst/>
                <a:cxnLst/>
                <a:rect l="l" t="t" r="r" b="b"/>
                <a:pathLst>
                  <a:path w="3188" h="268" fill="none" extrusionOk="0">
                    <a:moveTo>
                      <a:pt x="0" y="267"/>
                    </a:moveTo>
                    <a:lnTo>
                      <a:pt x="3188" y="1"/>
                    </a:lnTo>
                  </a:path>
                </a:pathLst>
              </a:custGeom>
              <a:noFill/>
              <a:ln w="475" cap="flat" cmpd="sng">
                <a:solidFill>
                  <a:srgbClr val="5B414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1"/>
              <p:cNvSpPr/>
              <p:nvPr/>
            </p:nvSpPr>
            <p:spPr>
              <a:xfrm flipH="1">
                <a:off x="7319031" y="1695700"/>
                <a:ext cx="216113" cy="238372"/>
              </a:xfrm>
              <a:custGeom>
                <a:avLst/>
                <a:gdLst/>
                <a:ahLst/>
                <a:cxnLst/>
                <a:rect l="l" t="t" r="r" b="b"/>
                <a:pathLst>
                  <a:path w="2437" h="2688" extrusionOk="0">
                    <a:moveTo>
                      <a:pt x="785" y="2688"/>
                    </a:moveTo>
                    <a:cubicBezTo>
                      <a:pt x="1655" y="2442"/>
                      <a:pt x="2436" y="1599"/>
                      <a:pt x="2436" y="1599"/>
                    </a:cubicBezTo>
                    <a:cubicBezTo>
                      <a:pt x="1634" y="0"/>
                      <a:pt x="0" y="631"/>
                      <a:pt x="0" y="63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TextBox 1">
            <a:extLst>
              <a:ext uri="{FF2B5EF4-FFF2-40B4-BE49-F238E27FC236}">
                <a16:creationId xmlns:a16="http://schemas.microsoft.com/office/drawing/2014/main" id="{AED42AE6-BDD0-AE6C-FEC7-5CB33BFB35CE}"/>
              </a:ext>
            </a:extLst>
          </p:cNvPr>
          <p:cNvSpPr txBox="1"/>
          <p:nvPr/>
        </p:nvSpPr>
        <p:spPr>
          <a:xfrm>
            <a:off x="1134181" y="480225"/>
            <a:ext cx="4061460" cy="461665"/>
          </a:xfrm>
          <a:prstGeom prst="rect">
            <a:avLst/>
          </a:prstGeom>
          <a:noFill/>
        </p:spPr>
        <p:txBody>
          <a:bodyPr wrap="square" rtlCol="0">
            <a:spAutoFit/>
          </a:bodyPr>
          <a:lstStyle/>
          <a:p>
            <a:r>
              <a:rPr lang="en-IN" sz="2400" dirty="0">
                <a:latin typeface="Fira Sans Extra Condensed SemiBold" panose="020B0604020202020204" charset="0"/>
              </a:rPr>
              <a:t>Task 1 Overview</a:t>
            </a:r>
          </a:p>
        </p:txBody>
      </p:sp>
      <p:sp>
        <p:nvSpPr>
          <p:cNvPr id="7" name="TextBox 6">
            <a:extLst>
              <a:ext uri="{FF2B5EF4-FFF2-40B4-BE49-F238E27FC236}">
                <a16:creationId xmlns:a16="http://schemas.microsoft.com/office/drawing/2014/main" id="{FC097574-20FE-91A0-BCF1-DC094FDFFE04}"/>
              </a:ext>
            </a:extLst>
          </p:cNvPr>
          <p:cNvSpPr txBox="1"/>
          <p:nvPr/>
        </p:nvSpPr>
        <p:spPr>
          <a:xfrm>
            <a:off x="336893" y="1630886"/>
            <a:ext cx="5788623" cy="2462213"/>
          </a:xfrm>
          <a:prstGeom prst="rect">
            <a:avLst/>
          </a:prstGeom>
          <a:noFill/>
        </p:spPr>
        <p:txBody>
          <a:bodyPr wrap="square" rtlCol="0">
            <a:spAutoFit/>
          </a:bodyPr>
          <a:lstStyle/>
          <a:p>
            <a:r>
              <a:rPr lang="en-US" dirty="0">
                <a:latin typeface="Fira Sans Extra Condensed SemiBold" panose="020B0604020202020204" charset="0"/>
              </a:rPr>
              <a:t>Task 1: Data Extraction from Database</a:t>
            </a:r>
          </a:p>
          <a:p>
            <a:endParaRPr lang="en-US" dirty="0">
              <a:latin typeface="Fira Sans Extra Condensed SemiBold" panose="020B0604020202020204" charset="0"/>
            </a:endParaRPr>
          </a:p>
          <a:p>
            <a:endParaRPr lang="en-US" dirty="0">
              <a:latin typeface="Fira Sans Extra Condensed SemiBold" panose="020B0604020202020204" charset="0"/>
            </a:endParaRPr>
          </a:p>
          <a:p>
            <a:pPr algn="just"/>
            <a:br>
              <a:rPr lang="en-US" dirty="0">
                <a:latin typeface="Fira Sans Extra Condensed SemiBold" panose="020B0604020202020204" charset="0"/>
              </a:rPr>
            </a:br>
            <a:r>
              <a:rPr lang="en-US" dirty="0">
                <a:latin typeface="Fira Sans Extra Condensed SemiBold" panose="020B0604020202020204" charset="0"/>
              </a:rPr>
              <a:t>For this project, the data was extracted from a relational database using the provided database credentials. A secure connection was established to the database, and the required job market dataset was queried from the relevant tables. The extracted data included information such as job titles, company details, locations, salary ranges, industries, skills, and education requirements. The data was then exported and loaded into Excel/Power BI for further cleaning, transformation, and analysis.</a:t>
            </a:r>
            <a:endParaRPr lang="en-IN" dirty="0">
              <a:latin typeface="Fira Sans Extra Condensed SemiBold"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grpSp>
        <p:nvGrpSpPr>
          <p:cNvPr id="207" name="Google Shape;207;p16"/>
          <p:cNvGrpSpPr/>
          <p:nvPr/>
        </p:nvGrpSpPr>
        <p:grpSpPr>
          <a:xfrm>
            <a:off x="237209" y="1632875"/>
            <a:ext cx="2868513" cy="2949498"/>
            <a:chOff x="1164789" y="1520900"/>
            <a:chExt cx="2868513" cy="2949498"/>
          </a:xfrm>
        </p:grpSpPr>
        <p:sp>
          <p:nvSpPr>
            <p:cNvPr id="208" name="Google Shape;208;p16"/>
            <p:cNvSpPr/>
            <p:nvPr/>
          </p:nvSpPr>
          <p:spPr>
            <a:xfrm>
              <a:off x="1646505" y="2005571"/>
              <a:ext cx="2213023" cy="2464827"/>
            </a:xfrm>
            <a:custGeom>
              <a:avLst/>
              <a:gdLst/>
              <a:ahLst/>
              <a:cxnLst/>
              <a:rect l="l" t="t" r="r" b="b"/>
              <a:pathLst>
                <a:path w="20921" h="23302" extrusionOk="0">
                  <a:moveTo>
                    <a:pt x="20167" y="1598"/>
                  </a:moveTo>
                  <a:lnTo>
                    <a:pt x="7785" y="1598"/>
                  </a:lnTo>
                  <a:lnTo>
                    <a:pt x="7069" y="284"/>
                  </a:lnTo>
                  <a:cubicBezTo>
                    <a:pt x="6974" y="109"/>
                    <a:pt x="6791" y="0"/>
                    <a:pt x="6593" y="0"/>
                  </a:cubicBezTo>
                  <a:lnTo>
                    <a:pt x="541" y="0"/>
                  </a:lnTo>
                  <a:cubicBezTo>
                    <a:pt x="243" y="0"/>
                    <a:pt x="1" y="242"/>
                    <a:pt x="1" y="542"/>
                  </a:cubicBezTo>
                  <a:lnTo>
                    <a:pt x="1" y="1598"/>
                  </a:lnTo>
                  <a:lnTo>
                    <a:pt x="1" y="22547"/>
                  </a:lnTo>
                  <a:cubicBezTo>
                    <a:pt x="1" y="22963"/>
                    <a:pt x="338" y="23301"/>
                    <a:pt x="754" y="23301"/>
                  </a:cubicBezTo>
                  <a:lnTo>
                    <a:pt x="20167" y="23301"/>
                  </a:lnTo>
                  <a:cubicBezTo>
                    <a:pt x="20584" y="23301"/>
                    <a:pt x="20921" y="22963"/>
                    <a:pt x="20921" y="22547"/>
                  </a:cubicBezTo>
                  <a:lnTo>
                    <a:pt x="20921" y="2352"/>
                  </a:lnTo>
                  <a:cubicBezTo>
                    <a:pt x="20921" y="1936"/>
                    <a:pt x="20584" y="1598"/>
                    <a:pt x="20167" y="15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6"/>
            <p:cNvSpPr/>
            <p:nvPr/>
          </p:nvSpPr>
          <p:spPr>
            <a:xfrm>
              <a:off x="1548237" y="2076230"/>
              <a:ext cx="2211119" cy="2293891"/>
            </a:xfrm>
            <a:custGeom>
              <a:avLst/>
              <a:gdLst/>
              <a:ahLst/>
              <a:cxnLst/>
              <a:rect l="l" t="t" r="r" b="b"/>
              <a:pathLst>
                <a:path w="20903" h="21686" extrusionOk="0">
                  <a:moveTo>
                    <a:pt x="744" y="21686"/>
                  </a:moveTo>
                  <a:cubicBezTo>
                    <a:pt x="334" y="21686"/>
                    <a:pt x="0" y="21352"/>
                    <a:pt x="0" y="20942"/>
                  </a:cubicBezTo>
                  <a:lnTo>
                    <a:pt x="0" y="1"/>
                  </a:lnTo>
                  <a:lnTo>
                    <a:pt x="20159" y="1"/>
                  </a:lnTo>
                  <a:cubicBezTo>
                    <a:pt x="20568" y="1"/>
                    <a:pt x="20902" y="335"/>
                    <a:pt x="20902" y="745"/>
                  </a:cubicBezTo>
                  <a:lnTo>
                    <a:pt x="20902" y="20942"/>
                  </a:lnTo>
                  <a:cubicBezTo>
                    <a:pt x="20902" y="21352"/>
                    <a:pt x="20568" y="21686"/>
                    <a:pt x="20159" y="2168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6"/>
            <p:cNvSpPr/>
            <p:nvPr/>
          </p:nvSpPr>
          <p:spPr>
            <a:xfrm>
              <a:off x="1547285" y="2075278"/>
              <a:ext cx="2213129" cy="2295795"/>
            </a:xfrm>
            <a:custGeom>
              <a:avLst/>
              <a:gdLst/>
              <a:ahLst/>
              <a:cxnLst/>
              <a:rect l="l" t="t" r="r" b="b"/>
              <a:pathLst>
                <a:path w="20922" h="21704" extrusionOk="0">
                  <a:moveTo>
                    <a:pt x="20168" y="1"/>
                  </a:moveTo>
                  <a:lnTo>
                    <a:pt x="0" y="1"/>
                  </a:lnTo>
                  <a:lnTo>
                    <a:pt x="0" y="20951"/>
                  </a:lnTo>
                  <a:cubicBezTo>
                    <a:pt x="0" y="21367"/>
                    <a:pt x="337" y="21704"/>
                    <a:pt x="753" y="21704"/>
                  </a:cubicBezTo>
                  <a:lnTo>
                    <a:pt x="20168" y="21704"/>
                  </a:lnTo>
                  <a:cubicBezTo>
                    <a:pt x="20584" y="21704"/>
                    <a:pt x="20921" y="21367"/>
                    <a:pt x="20921" y="20951"/>
                  </a:cubicBezTo>
                  <a:lnTo>
                    <a:pt x="20921" y="754"/>
                  </a:lnTo>
                  <a:cubicBezTo>
                    <a:pt x="20921" y="338"/>
                    <a:pt x="20584" y="1"/>
                    <a:pt x="20168" y="1"/>
                  </a:cubicBezTo>
                  <a:close/>
                  <a:moveTo>
                    <a:pt x="20168" y="20"/>
                  </a:moveTo>
                  <a:cubicBezTo>
                    <a:pt x="20573" y="20"/>
                    <a:pt x="20902" y="349"/>
                    <a:pt x="20902" y="754"/>
                  </a:cubicBezTo>
                  <a:lnTo>
                    <a:pt x="20902" y="20951"/>
                  </a:lnTo>
                  <a:cubicBezTo>
                    <a:pt x="20902" y="21355"/>
                    <a:pt x="20573" y="21685"/>
                    <a:pt x="20168" y="21685"/>
                  </a:cubicBezTo>
                  <a:lnTo>
                    <a:pt x="753" y="21685"/>
                  </a:lnTo>
                  <a:cubicBezTo>
                    <a:pt x="349" y="21685"/>
                    <a:pt x="20" y="21355"/>
                    <a:pt x="20" y="20951"/>
                  </a:cubicBezTo>
                  <a:lnTo>
                    <a:pt x="20" y="20"/>
                  </a:lnTo>
                  <a:lnTo>
                    <a:pt x="20168" y="20"/>
                  </a:ln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6"/>
            <p:cNvSpPr/>
            <p:nvPr/>
          </p:nvSpPr>
          <p:spPr>
            <a:xfrm>
              <a:off x="1668825" y="2922341"/>
              <a:ext cx="922719" cy="1018637"/>
            </a:xfrm>
            <a:custGeom>
              <a:avLst/>
              <a:gdLst/>
              <a:ahLst/>
              <a:cxnLst/>
              <a:rect l="l" t="t" r="r" b="b"/>
              <a:pathLst>
                <a:path w="8723" h="9630" extrusionOk="0">
                  <a:moveTo>
                    <a:pt x="8113" y="9630"/>
                  </a:moveTo>
                  <a:lnTo>
                    <a:pt x="609" y="9630"/>
                  </a:lnTo>
                  <a:cubicBezTo>
                    <a:pt x="273" y="9630"/>
                    <a:pt x="0" y="9356"/>
                    <a:pt x="0" y="9020"/>
                  </a:cubicBezTo>
                  <a:lnTo>
                    <a:pt x="0" y="609"/>
                  </a:lnTo>
                  <a:cubicBezTo>
                    <a:pt x="0" y="273"/>
                    <a:pt x="273" y="1"/>
                    <a:pt x="609" y="1"/>
                  </a:cubicBezTo>
                  <a:lnTo>
                    <a:pt x="8113" y="1"/>
                  </a:lnTo>
                  <a:cubicBezTo>
                    <a:pt x="8449" y="1"/>
                    <a:pt x="8722" y="273"/>
                    <a:pt x="8722" y="609"/>
                  </a:cubicBezTo>
                  <a:lnTo>
                    <a:pt x="8722" y="9020"/>
                  </a:lnTo>
                  <a:cubicBezTo>
                    <a:pt x="8722" y="9356"/>
                    <a:pt x="8449" y="9630"/>
                    <a:pt x="8113" y="9630"/>
                  </a:cubicBezTo>
                  <a:close/>
                </a:path>
              </a:pathLst>
            </a:custGeom>
            <a:solidFill>
              <a:schemeClr val="accent6"/>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6"/>
            <p:cNvSpPr/>
            <p:nvPr/>
          </p:nvSpPr>
          <p:spPr>
            <a:xfrm>
              <a:off x="1547285" y="1906352"/>
              <a:ext cx="823603" cy="169032"/>
            </a:xfrm>
            <a:custGeom>
              <a:avLst/>
              <a:gdLst/>
              <a:ahLst/>
              <a:cxnLst/>
              <a:rect l="l" t="t" r="r" b="b"/>
              <a:pathLst>
                <a:path w="7786" h="1598" extrusionOk="0">
                  <a:moveTo>
                    <a:pt x="6594" y="1"/>
                  </a:moveTo>
                  <a:lnTo>
                    <a:pt x="542" y="1"/>
                  </a:lnTo>
                  <a:cubicBezTo>
                    <a:pt x="242" y="1"/>
                    <a:pt x="0" y="243"/>
                    <a:pt x="0" y="543"/>
                  </a:cubicBezTo>
                  <a:lnTo>
                    <a:pt x="0" y="1598"/>
                  </a:lnTo>
                  <a:lnTo>
                    <a:pt x="7785" y="1598"/>
                  </a:lnTo>
                  <a:lnTo>
                    <a:pt x="7070" y="283"/>
                  </a:lnTo>
                  <a:cubicBezTo>
                    <a:pt x="6975" y="109"/>
                    <a:pt x="6792" y="1"/>
                    <a:pt x="6594" y="1"/>
                  </a:cubicBezTo>
                  <a:close/>
                </a:path>
              </a:pathLst>
            </a:cu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6"/>
            <p:cNvSpPr/>
            <p:nvPr/>
          </p:nvSpPr>
          <p:spPr>
            <a:xfrm>
              <a:off x="1698866" y="1950038"/>
              <a:ext cx="81662" cy="81766"/>
            </a:xfrm>
            <a:custGeom>
              <a:avLst/>
              <a:gdLst/>
              <a:ahLst/>
              <a:cxnLst/>
              <a:rect l="l" t="t" r="r" b="b"/>
              <a:pathLst>
                <a:path w="772" h="773" fill="none" extrusionOk="0">
                  <a:moveTo>
                    <a:pt x="771" y="387"/>
                  </a:moveTo>
                  <a:cubicBezTo>
                    <a:pt x="771" y="599"/>
                    <a:pt x="599" y="772"/>
                    <a:pt x="386" y="772"/>
                  </a:cubicBezTo>
                  <a:cubicBezTo>
                    <a:pt x="173" y="772"/>
                    <a:pt x="1" y="599"/>
                    <a:pt x="1" y="387"/>
                  </a:cubicBezTo>
                  <a:cubicBezTo>
                    <a:pt x="1" y="173"/>
                    <a:pt x="173" y="0"/>
                    <a:pt x="386" y="0"/>
                  </a:cubicBezTo>
                  <a:cubicBezTo>
                    <a:pt x="599" y="0"/>
                    <a:pt x="771" y="173"/>
                    <a:pt x="771" y="387"/>
                  </a:cubicBezTo>
                  <a:close/>
                </a:path>
              </a:pathLst>
            </a:custGeom>
            <a:noFill/>
            <a:ln w="19050" cap="flat" cmpd="sng">
              <a:solidFill>
                <a:schemeClr val="accent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6"/>
            <p:cNvSpPr/>
            <p:nvPr/>
          </p:nvSpPr>
          <p:spPr>
            <a:xfrm>
              <a:off x="1870228" y="1950038"/>
              <a:ext cx="81662" cy="81766"/>
            </a:xfrm>
            <a:custGeom>
              <a:avLst/>
              <a:gdLst/>
              <a:ahLst/>
              <a:cxnLst/>
              <a:rect l="l" t="t" r="r" b="b"/>
              <a:pathLst>
                <a:path w="772" h="773" fill="none" extrusionOk="0">
                  <a:moveTo>
                    <a:pt x="771" y="387"/>
                  </a:moveTo>
                  <a:cubicBezTo>
                    <a:pt x="771" y="599"/>
                    <a:pt x="598" y="772"/>
                    <a:pt x="386" y="772"/>
                  </a:cubicBezTo>
                  <a:cubicBezTo>
                    <a:pt x="173" y="772"/>
                    <a:pt x="1" y="599"/>
                    <a:pt x="1" y="387"/>
                  </a:cubicBezTo>
                  <a:cubicBezTo>
                    <a:pt x="1" y="173"/>
                    <a:pt x="173" y="0"/>
                    <a:pt x="386" y="0"/>
                  </a:cubicBezTo>
                  <a:cubicBezTo>
                    <a:pt x="598" y="0"/>
                    <a:pt x="771" y="173"/>
                    <a:pt x="771" y="387"/>
                  </a:cubicBezTo>
                  <a:close/>
                </a:path>
              </a:pathLst>
            </a:custGeom>
            <a:noFill/>
            <a:ln w="19050" cap="flat" cmpd="sng">
              <a:solidFill>
                <a:schemeClr val="accent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6"/>
            <p:cNvSpPr/>
            <p:nvPr/>
          </p:nvSpPr>
          <p:spPr>
            <a:xfrm>
              <a:off x="2041589" y="1950038"/>
              <a:ext cx="81556" cy="81766"/>
            </a:xfrm>
            <a:custGeom>
              <a:avLst/>
              <a:gdLst/>
              <a:ahLst/>
              <a:cxnLst/>
              <a:rect l="l" t="t" r="r" b="b"/>
              <a:pathLst>
                <a:path w="771" h="773" fill="none" extrusionOk="0">
                  <a:moveTo>
                    <a:pt x="771" y="387"/>
                  </a:moveTo>
                  <a:cubicBezTo>
                    <a:pt x="771" y="599"/>
                    <a:pt x="598" y="772"/>
                    <a:pt x="386" y="772"/>
                  </a:cubicBezTo>
                  <a:cubicBezTo>
                    <a:pt x="173" y="772"/>
                    <a:pt x="0" y="599"/>
                    <a:pt x="0" y="387"/>
                  </a:cubicBezTo>
                  <a:cubicBezTo>
                    <a:pt x="0" y="173"/>
                    <a:pt x="173" y="0"/>
                    <a:pt x="386" y="0"/>
                  </a:cubicBezTo>
                  <a:cubicBezTo>
                    <a:pt x="598" y="0"/>
                    <a:pt x="771" y="173"/>
                    <a:pt x="771" y="387"/>
                  </a:cubicBezTo>
                  <a:close/>
                </a:path>
              </a:pathLst>
            </a:custGeom>
            <a:noFill/>
            <a:ln w="19050" cap="flat" cmpd="sng">
              <a:solidFill>
                <a:schemeClr val="accent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6"/>
            <p:cNvSpPr/>
            <p:nvPr/>
          </p:nvSpPr>
          <p:spPr>
            <a:xfrm>
              <a:off x="1668825" y="2268215"/>
              <a:ext cx="922719" cy="560092"/>
            </a:xfrm>
            <a:custGeom>
              <a:avLst/>
              <a:gdLst/>
              <a:ahLst/>
              <a:cxnLst/>
              <a:rect l="l" t="t" r="r" b="b"/>
              <a:pathLst>
                <a:path w="8723" h="5295" extrusionOk="0">
                  <a:moveTo>
                    <a:pt x="8113" y="5294"/>
                  </a:moveTo>
                  <a:lnTo>
                    <a:pt x="609" y="5294"/>
                  </a:lnTo>
                  <a:cubicBezTo>
                    <a:pt x="273" y="5294"/>
                    <a:pt x="0" y="5021"/>
                    <a:pt x="0" y="4685"/>
                  </a:cubicBezTo>
                  <a:lnTo>
                    <a:pt x="0" y="609"/>
                  </a:lnTo>
                  <a:cubicBezTo>
                    <a:pt x="0" y="273"/>
                    <a:pt x="273" y="0"/>
                    <a:pt x="609" y="0"/>
                  </a:cubicBezTo>
                  <a:lnTo>
                    <a:pt x="8113" y="0"/>
                  </a:lnTo>
                  <a:cubicBezTo>
                    <a:pt x="8449" y="0"/>
                    <a:pt x="8722" y="273"/>
                    <a:pt x="8722" y="609"/>
                  </a:cubicBezTo>
                  <a:lnTo>
                    <a:pt x="8722" y="4685"/>
                  </a:lnTo>
                  <a:cubicBezTo>
                    <a:pt x="8722" y="5021"/>
                    <a:pt x="8449" y="5294"/>
                    <a:pt x="8113" y="5294"/>
                  </a:cubicBezTo>
                  <a:close/>
                </a:path>
              </a:pathLst>
            </a:custGeom>
            <a:solidFill>
              <a:schemeClr val="accent6"/>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6"/>
            <p:cNvSpPr/>
            <p:nvPr/>
          </p:nvSpPr>
          <p:spPr>
            <a:xfrm>
              <a:off x="2660501" y="2268215"/>
              <a:ext cx="902092" cy="88959"/>
            </a:xfrm>
            <a:custGeom>
              <a:avLst/>
              <a:gdLst/>
              <a:ahLst/>
              <a:cxnLst/>
              <a:rect l="l" t="t" r="r" b="b"/>
              <a:pathLst>
                <a:path w="8528" h="841" extrusionOk="0">
                  <a:moveTo>
                    <a:pt x="8116" y="840"/>
                  </a:moveTo>
                  <a:lnTo>
                    <a:pt x="412" y="840"/>
                  </a:lnTo>
                  <a:cubicBezTo>
                    <a:pt x="184" y="840"/>
                    <a:pt x="0" y="656"/>
                    <a:pt x="0" y="429"/>
                  </a:cubicBezTo>
                  <a:lnTo>
                    <a:pt x="0" y="413"/>
                  </a:lnTo>
                  <a:cubicBezTo>
                    <a:pt x="0" y="185"/>
                    <a:pt x="184" y="0"/>
                    <a:pt x="412" y="0"/>
                  </a:cubicBezTo>
                  <a:lnTo>
                    <a:pt x="8116" y="0"/>
                  </a:lnTo>
                  <a:cubicBezTo>
                    <a:pt x="8343" y="0"/>
                    <a:pt x="8527" y="185"/>
                    <a:pt x="8527" y="413"/>
                  </a:cubicBezTo>
                  <a:lnTo>
                    <a:pt x="8527" y="429"/>
                  </a:lnTo>
                  <a:cubicBezTo>
                    <a:pt x="8527" y="656"/>
                    <a:pt x="8343" y="840"/>
                    <a:pt x="8116" y="84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6"/>
            <p:cNvSpPr/>
            <p:nvPr/>
          </p:nvSpPr>
          <p:spPr>
            <a:xfrm>
              <a:off x="2660501" y="2441161"/>
              <a:ext cx="902092" cy="89065"/>
            </a:xfrm>
            <a:custGeom>
              <a:avLst/>
              <a:gdLst/>
              <a:ahLst/>
              <a:cxnLst/>
              <a:rect l="l" t="t" r="r" b="b"/>
              <a:pathLst>
                <a:path w="8528" h="842" extrusionOk="0">
                  <a:moveTo>
                    <a:pt x="8116" y="841"/>
                  </a:moveTo>
                  <a:lnTo>
                    <a:pt x="412" y="841"/>
                  </a:lnTo>
                  <a:cubicBezTo>
                    <a:pt x="184" y="841"/>
                    <a:pt x="0" y="657"/>
                    <a:pt x="0" y="430"/>
                  </a:cubicBezTo>
                  <a:lnTo>
                    <a:pt x="0" y="413"/>
                  </a:lnTo>
                  <a:cubicBezTo>
                    <a:pt x="0" y="185"/>
                    <a:pt x="184" y="1"/>
                    <a:pt x="412" y="1"/>
                  </a:cubicBezTo>
                  <a:lnTo>
                    <a:pt x="8116" y="1"/>
                  </a:lnTo>
                  <a:cubicBezTo>
                    <a:pt x="8343" y="1"/>
                    <a:pt x="8527" y="185"/>
                    <a:pt x="8527" y="413"/>
                  </a:cubicBezTo>
                  <a:lnTo>
                    <a:pt x="8527" y="430"/>
                  </a:lnTo>
                  <a:cubicBezTo>
                    <a:pt x="8527" y="657"/>
                    <a:pt x="8343" y="841"/>
                    <a:pt x="8116" y="8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 name="Google Shape;219;p16"/>
            <p:cNvSpPr/>
            <p:nvPr/>
          </p:nvSpPr>
          <p:spPr>
            <a:xfrm>
              <a:off x="2660501" y="2614212"/>
              <a:ext cx="902092" cy="89065"/>
            </a:xfrm>
            <a:custGeom>
              <a:avLst/>
              <a:gdLst/>
              <a:ahLst/>
              <a:cxnLst/>
              <a:rect l="l" t="t" r="r" b="b"/>
              <a:pathLst>
                <a:path w="8528" h="842" extrusionOk="0">
                  <a:moveTo>
                    <a:pt x="8116" y="841"/>
                  </a:moveTo>
                  <a:lnTo>
                    <a:pt x="412" y="841"/>
                  </a:lnTo>
                  <a:cubicBezTo>
                    <a:pt x="184" y="841"/>
                    <a:pt x="0" y="656"/>
                    <a:pt x="0" y="428"/>
                  </a:cubicBezTo>
                  <a:lnTo>
                    <a:pt x="0" y="412"/>
                  </a:lnTo>
                  <a:cubicBezTo>
                    <a:pt x="0" y="185"/>
                    <a:pt x="184" y="1"/>
                    <a:pt x="412" y="1"/>
                  </a:cubicBezTo>
                  <a:lnTo>
                    <a:pt x="8116" y="1"/>
                  </a:lnTo>
                  <a:cubicBezTo>
                    <a:pt x="8343" y="1"/>
                    <a:pt x="8527" y="185"/>
                    <a:pt x="8527" y="412"/>
                  </a:cubicBezTo>
                  <a:lnTo>
                    <a:pt x="8527" y="428"/>
                  </a:lnTo>
                  <a:cubicBezTo>
                    <a:pt x="8527" y="656"/>
                    <a:pt x="8343" y="841"/>
                    <a:pt x="8116" y="8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6"/>
            <p:cNvSpPr/>
            <p:nvPr/>
          </p:nvSpPr>
          <p:spPr>
            <a:xfrm>
              <a:off x="2660501" y="2946141"/>
              <a:ext cx="902092" cy="88853"/>
            </a:xfrm>
            <a:custGeom>
              <a:avLst/>
              <a:gdLst/>
              <a:ahLst/>
              <a:cxnLst/>
              <a:rect l="l" t="t" r="r" b="b"/>
              <a:pathLst>
                <a:path w="8528" h="840" extrusionOk="0">
                  <a:moveTo>
                    <a:pt x="8116" y="840"/>
                  </a:moveTo>
                  <a:lnTo>
                    <a:pt x="412" y="840"/>
                  </a:lnTo>
                  <a:cubicBezTo>
                    <a:pt x="184" y="840"/>
                    <a:pt x="0" y="656"/>
                    <a:pt x="0" y="428"/>
                  </a:cubicBezTo>
                  <a:lnTo>
                    <a:pt x="0" y="412"/>
                  </a:lnTo>
                  <a:cubicBezTo>
                    <a:pt x="0" y="185"/>
                    <a:pt x="184" y="1"/>
                    <a:pt x="412" y="1"/>
                  </a:cubicBezTo>
                  <a:lnTo>
                    <a:pt x="8116" y="1"/>
                  </a:lnTo>
                  <a:cubicBezTo>
                    <a:pt x="8343" y="1"/>
                    <a:pt x="8527" y="185"/>
                    <a:pt x="8527" y="412"/>
                  </a:cubicBezTo>
                  <a:lnTo>
                    <a:pt x="8527" y="428"/>
                  </a:lnTo>
                  <a:cubicBezTo>
                    <a:pt x="8527" y="656"/>
                    <a:pt x="8343" y="840"/>
                    <a:pt x="8116" y="84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6"/>
            <p:cNvSpPr/>
            <p:nvPr/>
          </p:nvSpPr>
          <p:spPr>
            <a:xfrm>
              <a:off x="2660501" y="3119192"/>
              <a:ext cx="902092" cy="88853"/>
            </a:xfrm>
            <a:custGeom>
              <a:avLst/>
              <a:gdLst/>
              <a:ahLst/>
              <a:cxnLst/>
              <a:rect l="l" t="t" r="r" b="b"/>
              <a:pathLst>
                <a:path w="8528" h="840" extrusionOk="0">
                  <a:moveTo>
                    <a:pt x="8116" y="840"/>
                  </a:moveTo>
                  <a:lnTo>
                    <a:pt x="412" y="840"/>
                  </a:lnTo>
                  <a:cubicBezTo>
                    <a:pt x="184" y="840"/>
                    <a:pt x="0" y="656"/>
                    <a:pt x="0" y="428"/>
                  </a:cubicBezTo>
                  <a:lnTo>
                    <a:pt x="0" y="412"/>
                  </a:lnTo>
                  <a:cubicBezTo>
                    <a:pt x="0" y="185"/>
                    <a:pt x="184" y="1"/>
                    <a:pt x="412" y="1"/>
                  </a:cubicBezTo>
                  <a:lnTo>
                    <a:pt x="8116" y="1"/>
                  </a:lnTo>
                  <a:cubicBezTo>
                    <a:pt x="8343" y="1"/>
                    <a:pt x="8527" y="185"/>
                    <a:pt x="8527" y="412"/>
                  </a:cubicBezTo>
                  <a:lnTo>
                    <a:pt x="8527" y="428"/>
                  </a:lnTo>
                  <a:cubicBezTo>
                    <a:pt x="8527" y="656"/>
                    <a:pt x="8343" y="840"/>
                    <a:pt x="8116" y="84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6"/>
            <p:cNvSpPr/>
            <p:nvPr/>
          </p:nvSpPr>
          <p:spPr>
            <a:xfrm>
              <a:off x="2660501" y="3292138"/>
              <a:ext cx="902092" cy="88959"/>
            </a:xfrm>
            <a:custGeom>
              <a:avLst/>
              <a:gdLst/>
              <a:ahLst/>
              <a:cxnLst/>
              <a:rect l="l" t="t" r="r" b="b"/>
              <a:pathLst>
                <a:path w="8528" h="841" extrusionOk="0">
                  <a:moveTo>
                    <a:pt x="8116" y="841"/>
                  </a:moveTo>
                  <a:lnTo>
                    <a:pt x="412" y="841"/>
                  </a:lnTo>
                  <a:cubicBezTo>
                    <a:pt x="184" y="841"/>
                    <a:pt x="0" y="657"/>
                    <a:pt x="0" y="429"/>
                  </a:cubicBezTo>
                  <a:lnTo>
                    <a:pt x="0" y="413"/>
                  </a:lnTo>
                  <a:cubicBezTo>
                    <a:pt x="0" y="186"/>
                    <a:pt x="184" y="1"/>
                    <a:pt x="412" y="1"/>
                  </a:cubicBezTo>
                  <a:lnTo>
                    <a:pt x="8116" y="1"/>
                  </a:lnTo>
                  <a:cubicBezTo>
                    <a:pt x="8343" y="1"/>
                    <a:pt x="8527" y="186"/>
                    <a:pt x="8527" y="413"/>
                  </a:cubicBezTo>
                  <a:lnTo>
                    <a:pt x="8527" y="429"/>
                  </a:lnTo>
                  <a:cubicBezTo>
                    <a:pt x="8527" y="657"/>
                    <a:pt x="8343" y="841"/>
                    <a:pt x="8116" y="8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6"/>
            <p:cNvSpPr/>
            <p:nvPr/>
          </p:nvSpPr>
          <p:spPr>
            <a:xfrm>
              <a:off x="2660501" y="3458208"/>
              <a:ext cx="902092" cy="88853"/>
            </a:xfrm>
            <a:custGeom>
              <a:avLst/>
              <a:gdLst/>
              <a:ahLst/>
              <a:cxnLst/>
              <a:rect l="l" t="t" r="r" b="b"/>
              <a:pathLst>
                <a:path w="8528" h="840" extrusionOk="0">
                  <a:moveTo>
                    <a:pt x="8116" y="839"/>
                  </a:moveTo>
                  <a:lnTo>
                    <a:pt x="412" y="839"/>
                  </a:lnTo>
                  <a:cubicBezTo>
                    <a:pt x="184" y="839"/>
                    <a:pt x="0" y="655"/>
                    <a:pt x="0" y="428"/>
                  </a:cubicBezTo>
                  <a:lnTo>
                    <a:pt x="0" y="412"/>
                  </a:lnTo>
                  <a:cubicBezTo>
                    <a:pt x="0" y="184"/>
                    <a:pt x="184" y="0"/>
                    <a:pt x="412" y="0"/>
                  </a:cubicBezTo>
                  <a:lnTo>
                    <a:pt x="8116" y="0"/>
                  </a:lnTo>
                  <a:cubicBezTo>
                    <a:pt x="8343" y="0"/>
                    <a:pt x="8527" y="184"/>
                    <a:pt x="8527" y="412"/>
                  </a:cubicBezTo>
                  <a:lnTo>
                    <a:pt x="8527" y="428"/>
                  </a:lnTo>
                  <a:cubicBezTo>
                    <a:pt x="8527" y="655"/>
                    <a:pt x="8343" y="839"/>
                    <a:pt x="8116" y="83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6"/>
            <p:cNvSpPr/>
            <p:nvPr/>
          </p:nvSpPr>
          <p:spPr>
            <a:xfrm>
              <a:off x="2660501" y="3631047"/>
              <a:ext cx="902092" cy="89065"/>
            </a:xfrm>
            <a:custGeom>
              <a:avLst/>
              <a:gdLst/>
              <a:ahLst/>
              <a:cxnLst/>
              <a:rect l="l" t="t" r="r" b="b"/>
              <a:pathLst>
                <a:path w="8528" h="842" extrusionOk="0">
                  <a:moveTo>
                    <a:pt x="8116" y="841"/>
                  </a:moveTo>
                  <a:lnTo>
                    <a:pt x="412" y="841"/>
                  </a:lnTo>
                  <a:cubicBezTo>
                    <a:pt x="184" y="841"/>
                    <a:pt x="0" y="657"/>
                    <a:pt x="0" y="430"/>
                  </a:cubicBezTo>
                  <a:lnTo>
                    <a:pt x="0" y="414"/>
                  </a:lnTo>
                  <a:cubicBezTo>
                    <a:pt x="0" y="186"/>
                    <a:pt x="184" y="1"/>
                    <a:pt x="412" y="1"/>
                  </a:cubicBezTo>
                  <a:lnTo>
                    <a:pt x="8116" y="1"/>
                  </a:lnTo>
                  <a:cubicBezTo>
                    <a:pt x="8343" y="1"/>
                    <a:pt x="8527" y="186"/>
                    <a:pt x="8527" y="414"/>
                  </a:cubicBezTo>
                  <a:lnTo>
                    <a:pt x="8527" y="430"/>
                  </a:lnTo>
                  <a:cubicBezTo>
                    <a:pt x="8527" y="657"/>
                    <a:pt x="8343" y="841"/>
                    <a:pt x="8116" y="8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6"/>
            <p:cNvSpPr/>
            <p:nvPr/>
          </p:nvSpPr>
          <p:spPr>
            <a:xfrm>
              <a:off x="2660501" y="3804099"/>
              <a:ext cx="902092" cy="88959"/>
            </a:xfrm>
            <a:custGeom>
              <a:avLst/>
              <a:gdLst/>
              <a:ahLst/>
              <a:cxnLst/>
              <a:rect l="l" t="t" r="r" b="b"/>
              <a:pathLst>
                <a:path w="8528" h="841" extrusionOk="0">
                  <a:moveTo>
                    <a:pt x="8116" y="841"/>
                  </a:moveTo>
                  <a:lnTo>
                    <a:pt x="412" y="841"/>
                  </a:lnTo>
                  <a:cubicBezTo>
                    <a:pt x="184" y="841"/>
                    <a:pt x="0" y="657"/>
                    <a:pt x="0" y="429"/>
                  </a:cubicBezTo>
                  <a:lnTo>
                    <a:pt x="0" y="412"/>
                  </a:lnTo>
                  <a:cubicBezTo>
                    <a:pt x="0" y="185"/>
                    <a:pt x="184" y="1"/>
                    <a:pt x="412" y="1"/>
                  </a:cubicBezTo>
                  <a:lnTo>
                    <a:pt x="8116" y="1"/>
                  </a:lnTo>
                  <a:cubicBezTo>
                    <a:pt x="8343" y="1"/>
                    <a:pt x="8527" y="185"/>
                    <a:pt x="8527" y="412"/>
                  </a:cubicBezTo>
                  <a:lnTo>
                    <a:pt x="8527" y="429"/>
                  </a:lnTo>
                  <a:cubicBezTo>
                    <a:pt x="8527" y="657"/>
                    <a:pt x="8343" y="841"/>
                    <a:pt x="8116" y="8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6"/>
            <p:cNvSpPr/>
            <p:nvPr/>
          </p:nvSpPr>
          <p:spPr>
            <a:xfrm>
              <a:off x="2573551" y="2333374"/>
              <a:ext cx="796206" cy="877636"/>
            </a:xfrm>
            <a:custGeom>
              <a:avLst/>
              <a:gdLst/>
              <a:ahLst/>
              <a:cxnLst/>
              <a:rect l="l" t="t" r="r" b="b"/>
              <a:pathLst>
                <a:path w="7527" h="8297" extrusionOk="0">
                  <a:moveTo>
                    <a:pt x="7392" y="6886"/>
                  </a:moveTo>
                  <a:lnTo>
                    <a:pt x="7392" y="6886"/>
                  </a:lnTo>
                  <a:cubicBezTo>
                    <a:pt x="7134" y="7840"/>
                    <a:pt x="6049" y="8296"/>
                    <a:pt x="5185" y="7817"/>
                  </a:cubicBezTo>
                  <a:cubicBezTo>
                    <a:pt x="2914" y="6555"/>
                    <a:pt x="1190" y="4327"/>
                    <a:pt x="268" y="2024"/>
                  </a:cubicBezTo>
                  <a:cubicBezTo>
                    <a:pt x="0" y="1355"/>
                    <a:pt x="293" y="592"/>
                    <a:pt x="940" y="275"/>
                  </a:cubicBezTo>
                  <a:cubicBezTo>
                    <a:pt x="1498" y="0"/>
                    <a:pt x="2170" y="133"/>
                    <a:pt x="2582" y="598"/>
                  </a:cubicBezTo>
                  <a:lnTo>
                    <a:pt x="7045" y="5462"/>
                  </a:lnTo>
                  <a:cubicBezTo>
                    <a:pt x="7397" y="5846"/>
                    <a:pt x="7527" y="6384"/>
                    <a:pt x="7392" y="6886"/>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6"/>
            <p:cNvSpPr/>
            <p:nvPr/>
          </p:nvSpPr>
          <p:spPr>
            <a:xfrm>
              <a:off x="3073990" y="2557410"/>
              <a:ext cx="579886" cy="597960"/>
            </a:xfrm>
            <a:custGeom>
              <a:avLst/>
              <a:gdLst/>
              <a:ahLst/>
              <a:cxnLst/>
              <a:rect l="l" t="t" r="r" b="b"/>
              <a:pathLst>
                <a:path w="5482" h="5653" extrusionOk="0">
                  <a:moveTo>
                    <a:pt x="5481" y="689"/>
                  </a:moveTo>
                  <a:cubicBezTo>
                    <a:pt x="4496" y="2754"/>
                    <a:pt x="3241" y="4195"/>
                    <a:pt x="2500" y="5124"/>
                  </a:cubicBezTo>
                  <a:cubicBezTo>
                    <a:pt x="2254" y="5433"/>
                    <a:pt x="1917" y="5601"/>
                    <a:pt x="1569" y="5636"/>
                  </a:cubicBezTo>
                  <a:cubicBezTo>
                    <a:pt x="1402" y="5652"/>
                    <a:pt x="1233" y="5640"/>
                    <a:pt x="1071" y="5596"/>
                  </a:cubicBezTo>
                  <a:cubicBezTo>
                    <a:pt x="694" y="5497"/>
                    <a:pt x="354" y="5236"/>
                    <a:pt x="172" y="4830"/>
                  </a:cubicBezTo>
                  <a:cubicBezTo>
                    <a:pt x="1" y="4448"/>
                    <a:pt x="18" y="4020"/>
                    <a:pt x="194" y="3662"/>
                  </a:cubicBezTo>
                  <a:cubicBezTo>
                    <a:pt x="290" y="3469"/>
                    <a:pt x="432" y="3296"/>
                    <a:pt x="615" y="3163"/>
                  </a:cubicBezTo>
                  <a:lnTo>
                    <a:pt x="1891" y="2226"/>
                  </a:lnTo>
                  <a:lnTo>
                    <a:pt x="4929" y="1"/>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6"/>
            <p:cNvSpPr/>
            <p:nvPr/>
          </p:nvSpPr>
          <p:spPr>
            <a:xfrm>
              <a:off x="3814759" y="2581739"/>
              <a:ext cx="177922" cy="61880"/>
            </a:xfrm>
            <a:custGeom>
              <a:avLst/>
              <a:gdLst/>
              <a:ahLst/>
              <a:cxnLst/>
              <a:rect l="l" t="t" r="r" b="b"/>
              <a:pathLst>
                <a:path w="1682" h="585" extrusionOk="0">
                  <a:moveTo>
                    <a:pt x="1599" y="295"/>
                  </a:moveTo>
                  <a:lnTo>
                    <a:pt x="969" y="585"/>
                  </a:lnTo>
                  <a:lnTo>
                    <a:pt x="1" y="522"/>
                  </a:lnTo>
                  <a:lnTo>
                    <a:pt x="329" y="46"/>
                  </a:lnTo>
                  <a:lnTo>
                    <a:pt x="810" y="170"/>
                  </a:lnTo>
                  <a:lnTo>
                    <a:pt x="1500" y="14"/>
                  </a:lnTo>
                  <a:cubicBezTo>
                    <a:pt x="1561" y="0"/>
                    <a:pt x="1625" y="30"/>
                    <a:pt x="1655" y="87"/>
                  </a:cubicBezTo>
                  <a:lnTo>
                    <a:pt x="1665" y="108"/>
                  </a:lnTo>
                  <a:cubicBezTo>
                    <a:pt x="1677" y="133"/>
                    <a:pt x="1681" y="159"/>
                    <a:pt x="1678" y="184"/>
                  </a:cubicBezTo>
                  <a:cubicBezTo>
                    <a:pt x="1673" y="231"/>
                    <a:pt x="1645" y="275"/>
                    <a:pt x="1599" y="295"/>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6"/>
            <p:cNvSpPr/>
            <p:nvPr/>
          </p:nvSpPr>
          <p:spPr>
            <a:xfrm>
              <a:off x="3764620" y="2599403"/>
              <a:ext cx="249218" cy="88218"/>
            </a:xfrm>
            <a:custGeom>
              <a:avLst/>
              <a:gdLst/>
              <a:ahLst/>
              <a:cxnLst/>
              <a:rect l="l" t="t" r="r" b="b"/>
              <a:pathLst>
                <a:path w="2356" h="834" extrusionOk="0">
                  <a:moveTo>
                    <a:pt x="2239" y="363"/>
                  </a:moveTo>
                  <a:lnTo>
                    <a:pt x="1228" y="774"/>
                  </a:lnTo>
                  <a:lnTo>
                    <a:pt x="1082" y="834"/>
                  </a:lnTo>
                  <a:lnTo>
                    <a:pt x="57" y="738"/>
                  </a:lnTo>
                  <a:lnTo>
                    <a:pt x="1" y="72"/>
                  </a:lnTo>
                  <a:lnTo>
                    <a:pt x="1218" y="275"/>
                  </a:lnTo>
                  <a:lnTo>
                    <a:pt x="2119" y="16"/>
                  </a:lnTo>
                  <a:cubicBezTo>
                    <a:pt x="2173" y="0"/>
                    <a:pt x="2229" y="11"/>
                    <a:pt x="2273" y="41"/>
                  </a:cubicBezTo>
                  <a:cubicBezTo>
                    <a:pt x="2291" y="53"/>
                    <a:pt x="2306" y="69"/>
                    <a:pt x="2319" y="86"/>
                  </a:cubicBezTo>
                  <a:cubicBezTo>
                    <a:pt x="2344" y="123"/>
                    <a:pt x="2355" y="165"/>
                    <a:pt x="2352" y="205"/>
                  </a:cubicBezTo>
                  <a:cubicBezTo>
                    <a:pt x="2346" y="272"/>
                    <a:pt x="2306" y="335"/>
                    <a:pt x="2239" y="363"/>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6"/>
            <p:cNvSpPr/>
            <p:nvPr/>
          </p:nvSpPr>
          <p:spPr>
            <a:xfrm>
              <a:off x="1547285" y="2270860"/>
              <a:ext cx="520120" cy="968816"/>
            </a:xfrm>
            <a:custGeom>
              <a:avLst/>
              <a:gdLst/>
              <a:ahLst/>
              <a:cxnLst/>
              <a:rect l="l" t="t" r="r" b="b"/>
              <a:pathLst>
                <a:path w="4917" h="9159" extrusionOk="0">
                  <a:moveTo>
                    <a:pt x="4917" y="532"/>
                  </a:moveTo>
                  <a:lnTo>
                    <a:pt x="4917" y="8626"/>
                  </a:lnTo>
                  <a:cubicBezTo>
                    <a:pt x="4917" y="8919"/>
                    <a:pt x="4679" y="9158"/>
                    <a:pt x="4387" y="9158"/>
                  </a:cubicBezTo>
                  <a:lnTo>
                    <a:pt x="0" y="9158"/>
                  </a:lnTo>
                  <a:lnTo>
                    <a:pt x="0" y="0"/>
                  </a:lnTo>
                  <a:lnTo>
                    <a:pt x="4387" y="0"/>
                  </a:lnTo>
                  <a:cubicBezTo>
                    <a:pt x="4679" y="0"/>
                    <a:pt x="4917" y="239"/>
                    <a:pt x="4917" y="5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6"/>
            <p:cNvSpPr/>
            <p:nvPr/>
          </p:nvSpPr>
          <p:spPr>
            <a:xfrm>
              <a:off x="1164789" y="2164554"/>
              <a:ext cx="826882" cy="1001713"/>
            </a:xfrm>
            <a:custGeom>
              <a:avLst/>
              <a:gdLst/>
              <a:ahLst/>
              <a:cxnLst/>
              <a:rect l="l" t="t" r="r" b="b"/>
              <a:pathLst>
                <a:path w="7817" h="9470" extrusionOk="0">
                  <a:moveTo>
                    <a:pt x="578" y="9469"/>
                  </a:moveTo>
                  <a:cubicBezTo>
                    <a:pt x="259" y="9469"/>
                    <a:pt x="0" y="9211"/>
                    <a:pt x="0" y="8892"/>
                  </a:cubicBezTo>
                  <a:lnTo>
                    <a:pt x="0" y="577"/>
                  </a:lnTo>
                  <a:cubicBezTo>
                    <a:pt x="0" y="259"/>
                    <a:pt x="259" y="0"/>
                    <a:pt x="578" y="0"/>
                  </a:cubicBezTo>
                  <a:lnTo>
                    <a:pt x="7239" y="0"/>
                  </a:lnTo>
                  <a:cubicBezTo>
                    <a:pt x="7558" y="0"/>
                    <a:pt x="7816" y="259"/>
                    <a:pt x="7816" y="577"/>
                  </a:cubicBezTo>
                  <a:lnTo>
                    <a:pt x="7816" y="8892"/>
                  </a:lnTo>
                  <a:cubicBezTo>
                    <a:pt x="7816" y="9211"/>
                    <a:pt x="7558" y="9469"/>
                    <a:pt x="7239" y="9469"/>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6"/>
            <p:cNvSpPr/>
            <p:nvPr/>
          </p:nvSpPr>
          <p:spPr>
            <a:xfrm>
              <a:off x="3822693" y="2620982"/>
              <a:ext cx="190827" cy="60399"/>
            </a:xfrm>
            <a:custGeom>
              <a:avLst/>
              <a:gdLst/>
              <a:ahLst/>
              <a:cxnLst/>
              <a:rect l="l" t="t" r="r" b="b"/>
              <a:pathLst>
                <a:path w="1804" h="571" extrusionOk="0">
                  <a:moveTo>
                    <a:pt x="1690" y="159"/>
                  </a:moveTo>
                  <a:lnTo>
                    <a:pt x="679" y="570"/>
                  </a:lnTo>
                  <a:lnTo>
                    <a:pt x="0" y="400"/>
                  </a:lnTo>
                  <a:lnTo>
                    <a:pt x="740" y="406"/>
                  </a:lnTo>
                  <a:lnTo>
                    <a:pt x="1803" y="1"/>
                  </a:lnTo>
                  <a:cubicBezTo>
                    <a:pt x="1797" y="68"/>
                    <a:pt x="1757" y="131"/>
                    <a:pt x="1690" y="15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6"/>
            <p:cNvSpPr/>
            <p:nvPr/>
          </p:nvSpPr>
          <p:spPr>
            <a:xfrm>
              <a:off x="3719029" y="2636954"/>
              <a:ext cx="314272" cy="128837"/>
            </a:xfrm>
            <a:custGeom>
              <a:avLst/>
              <a:gdLst/>
              <a:ahLst/>
              <a:cxnLst/>
              <a:rect l="l" t="t" r="r" b="b"/>
              <a:pathLst>
                <a:path w="2971" h="1218" extrusionOk="0">
                  <a:moveTo>
                    <a:pt x="2923" y="391"/>
                  </a:moveTo>
                  <a:cubicBezTo>
                    <a:pt x="2905" y="416"/>
                    <a:pt x="2884" y="436"/>
                    <a:pt x="2855" y="451"/>
                  </a:cubicBezTo>
                  <a:lnTo>
                    <a:pt x="2745" y="509"/>
                  </a:lnTo>
                  <a:lnTo>
                    <a:pt x="2162" y="820"/>
                  </a:lnTo>
                  <a:lnTo>
                    <a:pt x="1634" y="956"/>
                  </a:lnTo>
                  <a:lnTo>
                    <a:pt x="630" y="1217"/>
                  </a:lnTo>
                  <a:lnTo>
                    <a:pt x="1" y="1"/>
                  </a:lnTo>
                  <a:lnTo>
                    <a:pt x="1695" y="428"/>
                  </a:lnTo>
                  <a:lnTo>
                    <a:pt x="2710" y="96"/>
                  </a:lnTo>
                  <a:cubicBezTo>
                    <a:pt x="2792" y="72"/>
                    <a:pt x="2879" y="105"/>
                    <a:pt x="2926" y="175"/>
                  </a:cubicBezTo>
                  <a:cubicBezTo>
                    <a:pt x="2971" y="244"/>
                    <a:pt x="2965" y="329"/>
                    <a:pt x="2923" y="391"/>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6"/>
            <p:cNvSpPr/>
            <p:nvPr/>
          </p:nvSpPr>
          <p:spPr>
            <a:xfrm>
              <a:off x="3827135" y="2695237"/>
              <a:ext cx="174008" cy="42946"/>
            </a:xfrm>
            <a:custGeom>
              <a:avLst/>
              <a:gdLst/>
              <a:ahLst/>
              <a:cxnLst/>
              <a:rect l="l" t="t" r="r" b="b"/>
              <a:pathLst>
                <a:path w="1645" h="406" extrusionOk="0">
                  <a:moveTo>
                    <a:pt x="1644" y="1"/>
                  </a:moveTo>
                  <a:lnTo>
                    <a:pt x="1140" y="269"/>
                  </a:lnTo>
                  <a:lnTo>
                    <a:pt x="612" y="405"/>
                  </a:lnTo>
                  <a:lnTo>
                    <a:pt x="1" y="75"/>
                  </a:lnTo>
                  <a:lnTo>
                    <a:pt x="842" y="15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6"/>
            <p:cNvSpPr/>
            <p:nvPr/>
          </p:nvSpPr>
          <p:spPr>
            <a:xfrm>
              <a:off x="3785670" y="2699997"/>
              <a:ext cx="220657" cy="68861"/>
            </a:xfrm>
            <a:custGeom>
              <a:avLst/>
              <a:gdLst/>
              <a:ahLst/>
              <a:cxnLst/>
              <a:rect l="l" t="t" r="r" b="b"/>
              <a:pathLst>
                <a:path w="2086" h="651" extrusionOk="0">
                  <a:moveTo>
                    <a:pt x="0" y="621"/>
                  </a:moveTo>
                  <a:lnTo>
                    <a:pt x="1229" y="651"/>
                  </a:lnTo>
                  <a:lnTo>
                    <a:pt x="1988" y="278"/>
                  </a:lnTo>
                  <a:cubicBezTo>
                    <a:pt x="2058" y="244"/>
                    <a:pt x="2086" y="159"/>
                    <a:pt x="2049" y="90"/>
                  </a:cubicBezTo>
                  <a:cubicBezTo>
                    <a:pt x="2017" y="29"/>
                    <a:pt x="1945" y="0"/>
                    <a:pt x="1880" y="24"/>
                  </a:cubicBezTo>
                  <a:lnTo>
                    <a:pt x="1282" y="240"/>
                  </a:lnTo>
                  <a:lnTo>
                    <a:pt x="393" y="3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6"/>
            <p:cNvSpPr/>
            <p:nvPr/>
          </p:nvSpPr>
          <p:spPr>
            <a:xfrm>
              <a:off x="3577709" y="2484001"/>
              <a:ext cx="336486" cy="123125"/>
            </a:xfrm>
            <a:custGeom>
              <a:avLst/>
              <a:gdLst/>
              <a:ahLst/>
              <a:cxnLst/>
              <a:rect l="l" t="t" r="r" b="b"/>
              <a:pathLst>
                <a:path w="3181" h="1164" extrusionOk="0">
                  <a:moveTo>
                    <a:pt x="3102" y="420"/>
                  </a:moveTo>
                  <a:cubicBezTo>
                    <a:pt x="3067" y="469"/>
                    <a:pt x="3012" y="504"/>
                    <a:pt x="2951" y="511"/>
                  </a:cubicBezTo>
                  <a:lnTo>
                    <a:pt x="2161" y="593"/>
                  </a:lnTo>
                  <a:lnTo>
                    <a:pt x="1768" y="1163"/>
                  </a:lnTo>
                  <a:lnTo>
                    <a:pt x="0" y="903"/>
                  </a:lnTo>
                  <a:cubicBezTo>
                    <a:pt x="345" y="334"/>
                    <a:pt x="973" y="1"/>
                    <a:pt x="1637" y="29"/>
                  </a:cubicBezTo>
                  <a:lnTo>
                    <a:pt x="2934" y="85"/>
                  </a:lnTo>
                  <a:cubicBezTo>
                    <a:pt x="3081" y="91"/>
                    <a:pt x="3181" y="243"/>
                    <a:pt x="3123" y="379"/>
                  </a:cubicBezTo>
                  <a:cubicBezTo>
                    <a:pt x="3118" y="394"/>
                    <a:pt x="3110" y="408"/>
                    <a:pt x="3102" y="420"/>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6"/>
            <p:cNvSpPr/>
            <p:nvPr/>
          </p:nvSpPr>
          <p:spPr>
            <a:xfrm>
              <a:off x="3562477" y="2526629"/>
              <a:ext cx="288674" cy="239163"/>
            </a:xfrm>
            <a:custGeom>
              <a:avLst/>
              <a:gdLst/>
              <a:ahLst/>
              <a:cxnLst/>
              <a:rect l="l" t="t" r="r" b="b"/>
              <a:pathLst>
                <a:path w="2729" h="2261" extrusionOk="0">
                  <a:moveTo>
                    <a:pt x="145" y="500"/>
                  </a:moveTo>
                  <a:cubicBezTo>
                    <a:pt x="1346" y="0"/>
                    <a:pt x="2729" y="577"/>
                    <a:pt x="2729" y="577"/>
                  </a:cubicBezTo>
                  <a:lnTo>
                    <a:pt x="2110" y="2260"/>
                  </a:lnTo>
                  <a:lnTo>
                    <a:pt x="0" y="158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6"/>
            <p:cNvSpPr/>
            <p:nvPr/>
          </p:nvSpPr>
          <p:spPr>
            <a:xfrm>
              <a:off x="3823645" y="2593057"/>
              <a:ext cx="169036" cy="35435"/>
            </a:xfrm>
            <a:custGeom>
              <a:avLst/>
              <a:gdLst/>
              <a:ahLst/>
              <a:cxnLst/>
              <a:rect l="l" t="t" r="r" b="b"/>
              <a:pathLst>
                <a:path w="1598" h="335" extrusionOk="0">
                  <a:moveTo>
                    <a:pt x="1594" y="77"/>
                  </a:moveTo>
                  <a:lnTo>
                    <a:pt x="660" y="335"/>
                  </a:lnTo>
                  <a:lnTo>
                    <a:pt x="0" y="167"/>
                  </a:lnTo>
                  <a:lnTo>
                    <a:pt x="697" y="209"/>
                  </a:lnTo>
                  <a:lnTo>
                    <a:pt x="1581" y="1"/>
                  </a:lnTo>
                  <a:cubicBezTo>
                    <a:pt x="1593" y="26"/>
                    <a:pt x="1597" y="52"/>
                    <a:pt x="1594" y="7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6"/>
            <p:cNvSpPr/>
            <p:nvPr/>
          </p:nvSpPr>
          <p:spPr>
            <a:xfrm>
              <a:off x="3614837" y="2585441"/>
              <a:ext cx="169777" cy="95834"/>
            </a:xfrm>
            <a:custGeom>
              <a:avLst/>
              <a:gdLst/>
              <a:ahLst/>
              <a:cxnLst/>
              <a:rect l="l" t="t" r="r" b="b"/>
              <a:pathLst>
                <a:path w="1605" h="906" extrusionOk="0">
                  <a:moveTo>
                    <a:pt x="1604" y="905"/>
                  </a:moveTo>
                  <a:cubicBezTo>
                    <a:pt x="1215" y="242"/>
                    <a:pt x="738" y="1"/>
                    <a:pt x="0" y="215"/>
                  </a:cubicBezTo>
                  <a:cubicBezTo>
                    <a:pt x="0" y="215"/>
                    <a:pt x="919" y="89"/>
                    <a:pt x="1604" y="90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6"/>
            <p:cNvSpPr/>
            <p:nvPr/>
          </p:nvSpPr>
          <p:spPr>
            <a:xfrm>
              <a:off x="2624748" y="1748215"/>
              <a:ext cx="357642" cy="617846"/>
            </a:xfrm>
            <a:custGeom>
              <a:avLst/>
              <a:gdLst/>
              <a:ahLst/>
              <a:cxnLst/>
              <a:rect l="l" t="t" r="r" b="b"/>
              <a:pathLst>
                <a:path w="3381" h="5841" extrusionOk="0">
                  <a:moveTo>
                    <a:pt x="1" y="5224"/>
                  </a:moveTo>
                  <a:lnTo>
                    <a:pt x="2013" y="5841"/>
                  </a:lnTo>
                  <a:lnTo>
                    <a:pt x="2460" y="5030"/>
                  </a:lnTo>
                  <a:lnTo>
                    <a:pt x="3118" y="3836"/>
                  </a:lnTo>
                  <a:lnTo>
                    <a:pt x="3380" y="3364"/>
                  </a:lnTo>
                  <a:lnTo>
                    <a:pt x="1629" y="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787330" y="2107011"/>
              <a:ext cx="157824" cy="163955"/>
            </a:xfrm>
            <a:custGeom>
              <a:avLst/>
              <a:gdLst/>
              <a:ahLst/>
              <a:cxnLst/>
              <a:rect l="l" t="t" r="r" b="b"/>
              <a:pathLst>
                <a:path w="1492" h="1550" extrusionOk="0">
                  <a:moveTo>
                    <a:pt x="183" y="0"/>
                  </a:moveTo>
                  <a:cubicBezTo>
                    <a:pt x="183" y="0"/>
                    <a:pt x="0" y="925"/>
                    <a:pt x="978" y="1549"/>
                  </a:cubicBezTo>
                  <a:lnTo>
                    <a:pt x="1491" y="62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476340" y="1520900"/>
              <a:ext cx="713803" cy="328122"/>
            </a:xfrm>
            <a:custGeom>
              <a:avLst/>
              <a:gdLst/>
              <a:ahLst/>
              <a:cxnLst/>
              <a:rect l="l" t="t" r="r" b="b"/>
              <a:pathLst>
                <a:path w="6748" h="3102" extrusionOk="0">
                  <a:moveTo>
                    <a:pt x="4979" y="2324"/>
                  </a:moveTo>
                  <a:cubicBezTo>
                    <a:pt x="6747" y="2020"/>
                    <a:pt x="6032" y="0"/>
                    <a:pt x="4509" y="780"/>
                  </a:cubicBezTo>
                  <a:cubicBezTo>
                    <a:pt x="3419" y="1338"/>
                    <a:pt x="2608" y="47"/>
                    <a:pt x="1479" y="687"/>
                  </a:cubicBezTo>
                  <a:cubicBezTo>
                    <a:pt x="0" y="1526"/>
                    <a:pt x="1439" y="3102"/>
                    <a:pt x="1439" y="31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705351" y="1673959"/>
              <a:ext cx="433804" cy="578603"/>
            </a:xfrm>
            <a:custGeom>
              <a:avLst/>
              <a:gdLst/>
              <a:ahLst/>
              <a:cxnLst/>
              <a:rect l="l" t="t" r="r" b="b"/>
              <a:pathLst>
                <a:path w="4101" h="5470" extrusionOk="0">
                  <a:moveTo>
                    <a:pt x="447" y="3986"/>
                  </a:moveTo>
                  <a:lnTo>
                    <a:pt x="2546" y="5172"/>
                  </a:lnTo>
                  <a:cubicBezTo>
                    <a:pt x="3071" y="5469"/>
                    <a:pt x="3733" y="5162"/>
                    <a:pt x="3844" y="4569"/>
                  </a:cubicBezTo>
                  <a:cubicBezTo>
                    <a:pt x="3996" y="3759"/>
                    <a:pt x="4101" y="2668"/>
                    <a:pt x="3833" y="1758"/>
                  </a:cubicBezTo>
                  <a:cubicBezTo>
                    <a:pt x="3675" y="1219"/>
                    <a:pt x="3343" y="772"/>
                    <a:pt x="2911" y="462"/>
                  </a:cubicBezTo>
                  <a:cubicBezTo>
                    <a:pt x="2717" y="322"/>
                    <a:pt x="2500" y="211"/>
                    <a:pt x="2271" y="133"/>
                  </a:cubicBezTo>
                  <a:lnTo>
                    <a:pt x="2268" y="132"/>
                  </a:lnTo>
                  <a:lnTo>
                    <a:pt x="2138" y="92"/>
                  </a:lnTo>
                  <a:lnTo>
                    <a:pt x="2125" y="87"/>
                  </a:lnTo>
                  <a:cubicBezTo>
                    <a:pt x="2059" y="70"/>
                    <a:pt x="1994" y="55"/>
                    <a:pt x="1927" y="44"/>
                  </a:cubicBezTo>
                  <a:cubicBezTo>
                    <a:pt x="1768" y="14"/>
                    <a:pt x="1604" y="1"/>
                    <a:pt x="1438" y="4"/>
                  </a:cubicBezTo>
                  <a:cubicBezTo>
                    <a:pt x="1280" y="6"/>
                    <a:pt x="1126" y="36"/>
                    <a:pt x="986" y="87"/>
                  </a:cubicBezTo>
                  <a:cubicBezTo>
                    <a:pt x="394" y="305"/>
                    <a:pt x="0" y="915"/>
                    <a:pt x="96" y="1583"/>
                  </a:cubicBezTo>
                  <a:lnTo>
                    <a:pt x="180" y="2155"/>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6"/>
            <p:cNvSpPr/>
            <p:nvPr/>
          </p:nvSpPr>
          <p:spPr>
            <a:xfrm>
              <a:off x="2504371" y="1599387"/>
              <a:ext cx="478020" cy="487105"/>
            </a:xfrm>
            <a:custGeom>
              <a:avLst/>
              <a:gdLst/>
              <a:ahLst/>
              <a:cxnLst/>
              <a:rect l="l" t="t" r="r" b="b"/>
              <a:pathLst>
                <a:path w="4519" h="4605" extrusionOk="0">
                  <a:moveTo>
                    <a:pt x="4518" y="987"/>
                  </a:moveTo>
                  <a:cubicBezTo>
                    <a:pt x="3175" y="0"/>
                    <a:pt x="1767" y="479"/>
                    <a:pt x="1000" y="1111"/>
                  </a:cubicBezTo>
                  <a:cubicBezTo>
                    <a:pt x="460" y="1557"/>
                    <a:pt x="0" y="2275"/>
                    <a:pt x="396" y="2897"/>
                  </a:cubicBezTo>
                  <a:cubicBezTo>
                    <a:pt x="756" y="3462"/>
                    <a:pt x="1652" y="3563"/>
                    <a:pt x="1770" y="4605"/>
                  </a:cubicBezTo>
                  <a:lnTo>
                    <a:pt x="2974" y="1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6"/>
            <p:cNvSpPr/>
            <p:nvPr/>
          </p:nvSpPr>
          <p:spPr>
            <a:xfrm>
              <a:off x="2534201" y="1756360"/>
              <a:ext cx="265085" cy="312361"/>
            </a:xfrm>
            <a:custGeom>
              <a:avLst/>
              <a:gdLst/>
              <a:ahLst/>
              <a:cxnLst/>
              <a:rect l="l" t="t" r="r" b="b"/>
              <a:pathLst>
                <a:path w="2506" h="2953" extrusionOk="0">
                  <a:moveTo>
                    <a:pt x="2505" y="1668"/>
                  </a:moveTo>
                  <a:cubicBezTo>
                    <a:pt x="283" y="0"/>
                    <a:pt x="1" y="2953"/>
                    <a:pt x="2411" y="2794"/>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6"/>
            <p:cNvSpPr/>
            <p:nvPr/>
          </p:nvSpPr>
          <p:spPr>
            <a:xfrm>
              <a:off x="3036545" y="1878532"/>
              <a:ext cx="171258" cy="172312"/>
            </a:xfrm>
            <a:custGeom>
              <a:avLst/>
              <a:gdLst/>
              <a:ahLst/>
              <a:cxnLst/>
              <a:rect l="l" t="t" r="r" b="b"/>
              <a:pathLst>
                <a:path w="1619" h="1629" extrusionOk="0">
                  <a:moveTo>
                    <a:pt x="766" y="76"/>
                  </a:moveTo>
                  <a:cubicBezTo>
                    <a:pt x="888" y="529"/>
                    <a:pt x="1188" y="658"/>
                    <a:pt x="1393" y="688"/>
                  </a:cubicBezTo>
                  <a:cubicBezTo>
                    <a:pt x="1524" y="707"/>
                    <a:pt x="1618" y="823"/>
                    <a:pt x="1611" y="955"/>
                  </a:cubicBezTo>
                  <a:cubicBezTo>
                    <a:pt x="1602" y="1130"/>
                    <a:pt x="1491" y="1283"/>
                    <a:pt x="1329" y="1345"/>
                  </a:cubicBezTo>
                  <a:lnTo>
                    <a:pt x="750" y="1567"/>
                  </a:lnTo>
                  <a:cubicBezTo>
                    <a:pt x="436" y="1629"/>
                    <a:pt x="137" y="1405"/>
                    <a:pt x="106" y="1085"/>
                  </a:cubicBezTo>
                  <a:lnTo>
                    <a:pt x="0" y="1"/>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6"/>
            <p:cNvSpPr/>
            <p:nvPr/>
          </p:nvSpPr>
          <p:spPr>
            <a:xfrm>
              <a:off x="2775377" y="1981454"/>
              <a:ext cx="360181" cy="427235"/>
            </a:xfrm>
            <a:custGeom>
              <a:avLst/>
              <a:gdLst/>
              <a:ahLst/>
              <a:cxnLst/>
              <a:rect l="l" t="t" r="r" b="b"/>
              <a:pathLst>
                <a:path w="3405" h="4039" extrusionOk="0">
                  <a:moveTo>
                    <a:pt x="3322" y="555"/>
                  </a:moveTo>
                  <a:cubicBezTo>
                    <a:pt x="2798" y="1"/>
                    <a:pt x="0" y="446"/>
                    <a:pt x="0" y="446"/>
                  </a:cubicBezTo>
                  <a:cubicBezTo>
                    <a:pt x="0" y="446"/>
                    <a:pt x="46" y="837"/>
                    <a:pt x="267" y="1351"/>
                  </a:cubicBezTo>
                  <a:cubicBezTo>
                    <a:pt x="486" y="1864"/>
                    <a:pt x="3405" y="4038"/>
                    <a:pt x="3322" y="5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6"/>
            <p:cNvSpPr/>
            <p:nvPr/>
          </p:nvSpPr>
          <p:spPr>
            <a:xfrm>
              <a:off x="2987886" y="2065864"/>
              <a:ext cx="93615" cy="52995"/>
            </a:xfrm>
            <a:custGeom>
              <a:avLst/>
              <a:gdLst/>
              <a:ahLst/>
              <a:cxnLst/>
              <a:rect l="l" t="t" r="r" b="b"/>
              <a:pathLst>
                <a:path w="885" h="501" extrusionOk="0">
                  <a:moveTo>
                    <a:pt x="733" y="201"/>
                  </a:moveTo>
                  <a:cubicBezTo>
                    <a:pt x="294" y="65"/>
                    <a:pt x="249" y="58"/>
                    <a:pt x="147" y="35"/>
                  </a:cubicBezTo>
                  <a:cubicBezTo>
                    <a:pt x="1" y="1"/>
                    <a:pt x="201" y="500"/>
                    <a:pt x="464" y="465"/>
                  </a:cubicBezTo>
                  <a:cubicBezTo>
                    <a:pt x="728" y="429"/>
                    <a:pt x="885" y="249"/>
                    <a:pt x="733" y="20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6"/>
            <p:cNvSpPr/>
            <p:nvPr/>
          </p:nvSpPr>
          <p:spPr>
            <a:xfrm>
              <a:off x="2343165" y="2182853"/>
              <a:ext cx="583165" cy="1078507"/>
            </a:xfrm>
            <a:custGeom>
              <a:avLst/>
              <a:gdLst/>
              <a:ahLst/>
              <a:cxnLst/>
              <a:rect l="l" t="t" r="r" b="b"/>
              <a:pathLst>
                <a:path w="5513" h="10196" extrusionOk="0">
                  <a:moveTo>
                    <a:pt x="277" y="6194"/>
                  </a:moveTo>
                  <a:cubicBezTo>
                    <a:pt x="705" y="8223"/>
                    <a:pt x="1226" y="9943"/>
                    <a:pt x="1226" y="9943"/>
                  </a:cubicBezTo>
                  <a:lnTo>
                    <a:pt x="5458" y="10196"/>
                  </a:lnTo>
                  <a:lnTo>
                    <a:pt x="4550" y="6371"/>
                  </a:lnTo>
                  <a:cubicBezTo>
                    <a:pt x="5457" y="5525"/>
                    <a:pt x="5513" y="4498"/>
                    <a:pt x="5327" y="3604"/>
                  </a:cubicBezTo>
                  <a:cubicBezTo>
                    <a:pt x="5157" y="2791"/>
                    <a:pt x="4787" y="2087"/>
                    <a:pt x="4675" y="1733"/>
                  </a:cubicBezTo>
                  <a:lnTo>
                    <a:pt x="2995" y="89"/>
                  </a:lnTo>
                  <a:cubicBezTo>
                    <a:pt x="2905" y="0"/>
                    <a:pt x="857" y="136"/>
                    <a:pt x="236" y="3027"/>
                  </a:cubicBezTo>
                  <a:cubicBezTo>
                    <a:pt x="1" y="4128"/>
                    <a:pt x="73" y="5221"/>
                    <a:pt x="277" y="6194"/>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p:cNvSpPr/>
            <p:nvPr/>
          </p:nvSpPr>
          <p:spPr>
            <a:xfrm>
              <a:off x="2339674" y="2466230"/>
              <a:ext cx="383453" cy="783282"/>
            </a:xfrm>
            <a:custGeom>
              <a:avLst/>
              <a:gdLst/>
              <a:ahLst/>
              <a:cxnLst/>
              <a:rect l="l" t="t" r="r" b="b"/>
              <a:pathLst>
                <a:path w="3625" h="7405" extrusionOk="0">
                  <a:moveTo>
                    <a:pt x="3242" y="1"/>
                  </a:moveTo>
                  <a:lnTo>
                    <a:pt x="2169" y="4811"/>
                  </a:lnTo>
                  <a:lnTo>
                    <a:pt x="3624" y="7405"/>
                  </a:lnTo>
                  <a:lnTo>
                    <a:pt x="1259" y="7264"/>
                  </a:lnTo>
                  <a:lnTo>
                    <a:pt x="0" y="3116"/>
                  </a:lnTo>
                  <a:lnTo>
                    <a:pt x="0" y="28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6"/>
            <p:cNvSpPr/>
            <p:nvPr/>
          </p:nvSpPr>
          <p:spPr>
            <a:xfrm>
              <a:off x="2720795" y="1737003"/>
              <a:ext cx="130004" cy="337536"/>
            </a:xfrm>
            <a:custGeom>
              <a:avLst/>
              <a:gdLst/>
              <a:ahLst/>
              <a:cxnLst/>
              <a:rect l="l" t="t" r="r" b="b"/>
              <a:pathLst>
                <a:path w="1229" h="3191" extrusionOk="0">
                  <a:moveTo>
                    <a:pt x="1046" y="0"/>
                  </a:moveTo>
                  <a:lnTo>
                    <a:pt x="1228" y="2915"/>
                  </a:lnTo>
                  <a:lnTo>
                    <a:pt x="639" y="3191"/>
                  </a:lnTo>
                  <a:lnTo>
                    <a:pt x="1" y="91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6"/>
            <p:cNvSpPr/>
            <p:nvPr/>
          </p:nvSpPr>
          <p:spPr>
            <a:xfrm>
              <a:off x="3028082" y="1916295"/>
              <a:ext cx="46861" cy="84093"/>
            </a:xfrm>
            <a:custGeom>
              <a:avLst/>
              <a:gdLst/>
              <a:ahLst/>
              <a:cxnLst/>
              <a:rect l="l" t="t" r="r" b="b"/>
              <a:pathLst>
                <a:path w="443" h="795" extrusionOk="0">
                  <a:moveTo>
                    <a:pt x="393" y="356"/>
                  </a:moveTo>
                  <a:cubicBezTo>
                    <a:pt x="443" y="563"/>
                    <a:pt x="407" y="749"/>
                    <a:pt x="313" y="772"/>
                  </a:cubicBezTo>
                  <a:cubicBezTo>
                    <a:pt x="219" y="795"/>
                    <a:pt x="102" y="646"/>
                    <a:pt x="52" y="439"/>
                  </a:cubicBezTo>
                  <a:cubicBezTo>
                    <a:pt x="0" y="233"/>
                    <a:pt x="37" y="46"/>
                    <a:pt x="131" y="23"/>
                  </a:cubicBezTo>
                  <a:cubicBezTo>
                    <a:pt x="225" y="0"/>
                    <a:pt x="342" y="149"/>
                    <a:pt x="393" y="35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6"/>
            <p:cNvSpPr/>
            <p:nvPr/>
          </p:nvSpPr>
          <p:spPr>
            <a:xfrm>
              <a:off x="2276312" y="3234701"/>
              <a:ext cx="785417" cy="1125578"/>
            </a:xfrm>
            <a:custGeom>
              <a:avLst/>
              <a:gdLst/>
              <a:ahLst/>
              <a:cxnLst/>
              <a:rect l="l" t="t" r="r" b="b"/>
              <a:pathLst>
                <a:path w="7425" h="10641" extrusionOk="0">
                  <a:moveTo>
                    <a:pt x="7424" y="10640"/>
                  </a:moveTo>
                  <a:lnTo>
                    <a:pt x="28" y="10640"/>
                  </a:lnTo>
                  <a:cubicBezTo>
                    <a:pt x="28" y="10640"/>
                    <a:pt x="0" y="10001"/>
                    <a:pt x="5" y="9028"/>
                  </a:cubicBezTo>
                  <a:cubicBezTo>
                    <a:pt x="5" y="8980"/>
                    <a:pt x="6" y="8932"/>
                    <a:pt x="6" y="8883"/>
                  </a:cubicBezTo>
                  <a:cubicBezTo>
                    <a:pt x="7" y="8834"/>
                    <a:pt x="7" y="8782"/>
                    <a:pt x="8" y="8732"/>
                  </a:cubicBezTo>
                  <a:cubicBezTo>
                    <a:pt x="8" y="8670"/>
                    <a:pt x="9" y="8607"/>
                    <a:pt x="11" y="8543"/>
                  </a:cubicBezTo>
                  <a:cubicBezTo>
                    <a:pt x="12" y="8541"/>
                    <a:pt x="12" y="8538"/>
                    <a:pt x="11" y="8532"/>
                  </a:cubicBezTo>
                  <a:lnTo>
                    <a:pt x="11" y="8532"/>
                  </a:lnTo>
                  <a:cubicBezTo>
                    <a:pt x="13" y="8452"/>
                    <a:pt x="14" y="8372"/>
                    <a:pt x="16" y="8290"/>
                  </a:cubicBezTo>
                  <a:cubicBezTo>
                    <a:pt x="16" y="8273"/>
                    <a:pt x="16" y="8253"/>
                    <a:pt x="16" y="8235"/>
                  </a:cubicBezTo>
                  <a:cubicBezTo>
                    <a:pt x="19" y="8153"/>
                    <a:pt x="22" y="8068"/>
                    <a:pt x="24" y="7982"/>
                  </a:cubicBezTo>
                  <a:cubicBezTo>
                    <a:pt x="25" y="7930"/>
                    <a:pt x="28" y="7877"/>
                    <a:pt x="29" y="7824"/>
                  </a:cubicBezTo>
                  <a:cubicBezTo>
                    <a:pt x="38" y="7563"/>
                    <a:pt x="50" y="7289"/>
                    <a:pt x="63" y="7008"/>
                  </a:cubicBezTo>
                  <a:cubicBezTo>
                    <a:pt x="70" y="6909"/>
                    <a:pt x="76" y="6808"/>
                    <a:pt x="82" y="6706"/>
                  </a:cubicBezTo>
                  <a:cubicBezTo>
                    <a:pt x="88" y="6582"/>
                    <a:pt x="98" y="6456"/>
                    <a:pt x="107" y="6329"/>
                  </a:cubicBezTo>
                  <a:cubicBezTo>
                    <a:pt x="111" y="6269"/>
                    <a:pt x="115" y="6208"/>
                    <a:pt x="120" y="6147"/>
                  </a:cubicBezTo>
                  <a:cubicBezTo>
                    <a:pt x="125" y="6086"/>
                    <a:pt x="130" y="6024"/>
                    <a:pt x="134" y="5963"/>
                  </a:cubicBezTo>
                  <a:cubicBezTo>
                    <a:pt x="139" y="5914"/>
                    <a:pt x="143" y="5865"/>
                    <a:pt x="147" y="5817"/>
                  </a:cubicBezTo>
                  <a:cubicBezTo>
                    <a:pt x="159" y="5670"/>
                    <a:pt x="174" y="5523"/>
                    <a:pt x="189" y="5376"/>
                  </a:cubicBezTo>
                  <a:cubicBezTo>
                    <a:pt x="194" y="5327"/>
                    <a:pt x="199" y="5276"/>
                    <a:pt x="205" y="5227"/>
                  </a:cubicBezTo>
                  <a:cubicBezTo>
                    <a:pt x="205" y="5215"/>
                    <a:pt x="206" y="5202"/>
                    <a:pt x="208" y="5188"/>
                  </a:cubicBezTo>
                  <a:cubicBezTo>
                    <a:pt x="218" y="5104"/>
                    <a:pt x="228" y="5018"/>
                    <a:pt x="238" y="4931"/>
                  </a:cubicBezTo>
                  <a:cubicBezTo>
                    <a:pt x="243" y="4882"/>
                    <a:pt x="250" y="4834"/>
                    <a:pt x="255" y="4785"/>
                  </a:cubicBezTo>
                  <a:cubicBezTo>
                    <a:pt x="262" y="4736"/>
                    <a:pt x="268" y="4685"/>
                    <a:pt x="275" y="4636"/>
                  </a:cubicBezTo>
                  <a:cubicBezTo>
                    <a:pt x="287" y="4539"/>
                    <a:pt x="300" y="4442"/>
                    <a:pt x="314" y="4345"/>
                  </a:cubicBezTo>
                  <a:cubicBezTo>
                    <a:pt x="314" y="4341"/>
                    <a:pt x="315" y="4339"/>
                    <a:pt x="315" y="4335"/>
                  </a:cubicBezTo>
                  <a:cubicBezTo>
                    <a:pt x="332" y="4222"/>
                    <a:pt x="348" y="4109"/>
                    <a:pt x="366" y="3997"/>
                  </a:cubicBezTo>
                  <a:cubicBezTo>
                    <a:pt x="379" y="3918"/>
                    <a:pt x="392" y="3839"/>
                    <a:pt x="405" y="3760"/>
                  </a:cubicBezTo>
                  <a:cubicBezTo>
                    <a:pt x="419" y="3684"/>
                    <a:pt x="431" y="3608"/>
                    <a:pt x="446" y="3533"/>
                  </a:cubicBezTo>
                  <a:cubicBezTo>
                    <a:pt x="460" y="3456"/>
                    <a:pt x="475" y="3383"/>
                    <a:pt x="488" y="3308"/>
                  </a:cubicBezTo>
                  <a:cubicBezTo>
                    <a:pt x="507" y="3219"/>
                    <a:pt x="525" y="3128"/>
                    <a:pt x="545" y="3040"/>
                  </a:cubicBezTo>
                  <a:cubicBezTo>
                    <a:pt x="563" y="2951"/>
                    <a:pt x="583" y="2864"/>
                    <a:pt x="604" y="2776"/>
                  </a:cubicBezTo>
                  <a:cubicBezTo>
                    <a:pt x="617" y="2726"/>
                    <a:pt x="629" y="2673"/>
                    <a:pt x="641" y="2622"/>
                  </a:cubicBezTo>
                  <a:cubicBezTo>
                    <a:pt x="651" y="2584"/>
                    <a:pt x="660" y="2546"/>
                    <a:pt x="670" y="2507"/>
                  </a:cubicBezTo>
                  <a:cubicBezTo>
                    <a:pt x="707" y="2363"/>
                    <a:pt x="747" y="2222"/>
                    <a:pt x="787" y="2085"/>
                  </a:cubicBezTo>
                  <a:cubicBezTo>
                    <a:pt x="805" y="2025"/>
                    <a:pt x="823" y="1966"/>
                    <a:pt x="842" y="1908"/>
                  </a:cubicBezTo>
                  <a:cubicBezTo>
                    <a:pt x="863" y="1843"/>
                    <a:pt x="884" y="1780"/>
                    <a:pt x="906" y="1718"/>
                  </a:cubicBezTo>
                  <a:cubicBezTo>
                    <a:pt x="916" y="1686"/>
                    <a:pt x="927" y="1654"/>
                    <a:pt x="939" y="1623"/>
                  </a:cubicBezTo>
                  <a:cubicBezTo>
                    <a:pt x="982" y="1504"/>
                    <a:pt x="1027" y="1387"/>
                    <a:pt x="1074" y="1276"/>
                  </a:cubicBezTo>
                  <a:cubicBezTo>
                    <a:pt x="1081" y="1257"/>
                    <a:pt x="1089" y="1240"/>
                    <a:pt x="1097" y="1220"/>
                  </a:cubicBezTo>
                  <a:cubicBezTo>
                    <a:pt x="1105" y="1202"/>
                    <a:pt x="1112" y="1183"/>
                    <a:pt x="1121" y="1165"/>
                  </a:cubicBezTo>
                  <a:cubicBezTo>
                    <a:pt x="1136" y="1129"/>
                    <a:pt x="1153" y="1093"/>
                    <a:pt x="1170" y="1058"/>
                  </a:cubicBezTo>
                  <a:cubicBezTo>
                    <a:pt x="1185" y="1023"/>
                    <a:pt x="1202" y="987"/>
                    <a:pt x="1219" y="953"/>
                  </a:cubicBezTo>
                  <a:cubicBezTo>
                    <a:pt x="1236" y="918"/>
                    <a:pt x="1253" y="884"/>
                    <a:pt x="1270" y="851"/>
                  </a:cubicBezTo>
                  <a:cubicBezTo>
                    <a:pt x="1360" y="677"/>
                    <a:pt x="1454" y="518"/>
                    <a:pt x="1558" y="373"/>
                  </a:cubicBezTo>
                  <a:cubicBezTo>
                    <a:pt x="1570" y="357"/>
                    <a:pt x="1581" y="341"/>
                    <a:pt x="1593" y="325"/>
                  </a:cubicBezTo>
                  <a:cubicBezTo>
                    <a:pt x="1620" y="287"/>
                    <a:pt x="1650" y="250"/>
                    <a:pt x="1680" y="213"/>
                  </a:cubicBezTo>
                  <a:cubicBezTo>
                    <a:pt x="1705" y="182"/>
                    <a:pt x="1730" y="151"/>
                    <a:pt x="1756" y="123"/>
                  </a:cubicBezTo>
                  <a:cubicBezTo>
                    <a:pt x="1764" y="111"/>
                    <a:pt x="1772" y="102"/>
                    <a:pt x="1781" y="93"/>
                  </a:cubicBezTo>
                  <a:cubicBezTo>
                    <a:pt x="1810" y="61"/>
                    <a:pt x="1841" y="30"/>
                    <a:pt x="1871" y="1"/>
                  </a:cubicBezTo>
                  <a:lnTo>
                    <a:pt x="2827" y="57"/>
                  </a:lnTo>
                  <a:lnTo>
                    <a:pt x="4222" y="139"/>
                  </a:lnTo>
                  <a:lnTo>
                    <a:pt x="4223" y="139"/>
                  </a:lnTo>
                  <a:lnTo>
                    <a:pt x="6091" y="250"/>
                  </a:lnTo>
                  <a:lnTo>
                    <a:pt x="6103" y="251"/>
                  </a:lnTo>
                  <a:cubicBezTo>
                    <a:pt x="6238" y="769"/>
                    <a:pt x="6362" y="1371"/>
                    <a:pt x="6476" y="2021"/>
                  </a:cubicBezTo>
                  <a:cubicBezTo>
                    <a:pt x="7110" y="5617"/>
                    <a:pt x="7424" y="10640"/>
                    <a:pt x="7424" y="1064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6"/>
            <p:cNvSpPr/>
            <p:nvPr/>
          </p:nvSpPr>
          <p:spPr>
            <a:xfrm>
              <a:off x="2712861" y="3585140"/>
              <a:ext cx="128417" cy="775138"/>
            </a:xfrm>
            <a:custGeom>
              <a:avLst/>
              <a:gdLst/>
              <a:ahLst/>
              <a:cxnLst/>
              <a:rect l="l" t="t" r="r" b="b"/>
              <a:pathLst>
                <a:path w="1214" h="7328" extrusionOk="0">
                  <a:moveTo>
                    <a:pt x="1177" y="0"/>
                  </a:moveTo>
                  <a:lnTo>
                    <a:pt x="1213" y="7327"/>
                  </a:lnTo>
                  <a:lnTo>
                    <a:pt x="0" y="7327"/>
                  </a:lnTo>
                  <a:lnTo>
                    <a:pt x="690" y="11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6"/>
            <p:cNvSpPr/>
            <p:nvPr/>
          </p:nvSpPr>
          <p:spPr>
            <a:xfrm>
              <a:off x="2364743" y="3220103"/>
              <a:ext cx="226792" cy="1140176"/>
            </a:xfrm>
            <a:custGeom>
              <a:avLst/>
              <a:gdLst/>
              <a:ahLst/>
              <a:cxnLst/>
              <a:rect l="l" t="t" r="r" b="b"/>
              <a:pathLst>
                <a:path w="2144" h="10779" fill="none" extrusionOk="0">
                  <a:moveTo>
                    <a:pt x="191" y="10778"/>
                  </a:moveTo>
                  <a:cubicBezTo>
                    <a:pt x="0" y="2207"/>
                    <a:pt x="2143" y="0"/>
                    <a:pt x="2143" y="0"/>
                  </a:cubicBezTo>
                </a:path>
              </a:pathLst>
            </a:custGeom>
            <a:noFill/>
            <a:ln w="475" cap="flat" cmpd="sng">
              <a:solidFill>
                <a:srgbClr val="BAA9B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6"/>
            <p:cNvSpPr/>
            <p:nvPr/>
          </p:nvSpPr>
          <p:spPr>
            <a:xfrm>
              <a:off x="2469676" y="3295840"/>
              <a:ext cx="267094" cy="193361"/>
            </a:xfrm>
            <a:custGeom>
              <a:avLst/>
              <a:gdLst/>
              <a:ahLst/>
              <a:cxnLst/>
              <a:rect l="l" t="t" r="r" b="b"/>
              <a:pathLst>
                <a:path w="2525" h="1828" fill="none" extrusionOk="0">
                  <a:moveTo>
                    <a:pt x="0" y="1804"/>
                  </a:moveTo>
                  <a:cubicBezTo>
                    <a:pt x="0" y="1804"/>
                    <a:pt x="2111" y="1828"/>
                    <a:pt x="2524" y="1"/>
                  </a:cubicBezTo>
                </a:path>
              </a:pathLst>
            </a:custGeom>
            <a:noFill/>
            <a:ln w="19050"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6"/>
            <p:cNvSpPr/>
            <p:nvPr/>
          </p:nvSpPr>
          <p:spPr>
            <a:xfrm>
              <a:off x="2712756" y="3585246"/>
              <a:ext cx="124609" cy="775032"/>
            </a:xfrm>
            <a:custGeom>
              <a:avLst/>
              <a:gdLst/>
              <a:ahLst/>
              <a:cxnLst/>
              <a:rect l="l" t="t" r="r" b="b"/>
              <a:pathLst>
                <a:path w="1178" h="7327" fill="none" extrusionOk="0">
                  <a:moveTo>
                    <a:pt x="0" y="7326"/>
                  </a:moveTo>
                  <a:lnTo>
                    <a:pt x="691" y="118"/>
                  </a:lnTo>
                  <a:lnTo>
                    <a:pt x="1178" y="1"/>
                  </a:lnTo>
                </a:path>
              </a:pathLst>
            </a:custGeom>
            <a:noFill/>
            <a:ln w="475" cap="flat" cmpd="sng">
              <a:solidFill>
                <a:srgbClr val="BAA9B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6"/>
            <p:cNvSpPr/>
            <p:nvPr/>
          </p:nvSpPr>
          <p:spPr>
            <a:xfrm>
              <a:off x="2100402" y="2230453"/>
              <a:ext cx="650441" cy="889695"/>
            </a:xfrm>
            <a:custGeom>
              <a:avLst/>
              <a:gdLst/>
              <a:ahLst/>
              <a:cxnLst/>
              <a:rect l="l" t="t" r="r" b="b"/>
              <a:pathLst>
                <a:path w="6149" h="8411" extrusionOk="0">
                  <a:moveTo>
                    <a:pt x="1755" y="8245"/>
                  </a:moveTo>
                  <a:lnTo>
                    <a:pt x="1755" y="8245"/>
                  </a:lnTo>
                  <a:cubicBezTo>
                    <a:pt x="848" y="8411"/>
                    <a:pt x="0" y="7664"/>
                    <a:pt x="115" y="6751"/>
                  </a:cubicBezTo>
                  <a:cubicBezTo>
                    <a:pt x="413" y="4403"/>
                    <a:pt x="2110" y="1914"/>
                    <a:pt x="3471" y="547"/>
                  </a:cubicBezTo>
                  <a:cubicBezTo>
                    <a:pt x="4015" y="0"/>
                    <a:pt x="4990" y="268"/>
                    <a:pt x="5549" y="800"/>
                  </a:cubicBezTo>
                  <a:cubicBezTo>
                    <a:pt x="6031" y="1258"/>
                    <a:pt x="6148" y="1982"/>
                    <a:pt x="5833" y="2567"/>
                  </a:cubicBezTo>
                  <a:lnTo>
                    <a:pt x="2685" y="7613"/>
                  </a:lnTo>
                  <a:cubicBezTo>
                    <a:pt x="2477" y="7946"/>
                    <a:pt x="2140" y="8174"/>
                    <a:pt x="1755" y="824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6"/>
            <p:cNvSpPr/>
            <p:nvPr/>
          </p:nvSpPr>
          <p:spPr>
            <a:xfrm>
              <a:off x="1361749" y="2330730"/>
              <a:ext cx="97847" cy="168821"/>
            </a:xfrm>
            <a:custGeom>
              <a:avLst/>
              <a:gdLst/>
              <a:ahLst/>
              <a:cxnLst/>
              <a:rect l="l" t="t" r="r" b="b"/>
              <a:pathLst>
                <a:path w="925" h="1596" extrusionOk="0">
                  <a:moveTo>
                    <a:pt x="1" y="1427"/>
                  </a:moveTo>
                  <a:lnTo>
                    <a:pt x="550" y="1596"/>
                  </a:lnTo>
                  <a:lnTo>
                    <a:pt x="673" y="1374"/>
                  </a:lnTo>
                  <a:lnTo>
                    <a:pt x="853" y="1047"/>
                  </a:lnTo>
                  <a:lnTo>
                    <a:pt x="924" y="918"/>
                  </a:lnTo>
                  <a:lnTo>
                    <a:pt x="446" y="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6"/>
            <p:cNvSpPr/>
            <p:nvPr/>
          </p:nvSpPr>
          <p:spPr>
            <a:xfrm>
              <a:off x="2624748" y="2117589"/>
              <a:ext cx="288251" cy="288349"/>
            </a:xfrm>
            <a:custGeom>
              <a:avLst/>
              <a:gdLst/>
              <a:ahLst/>
              <a:cxnLst/>
              <a:rect l="l" t="t" r="r" b="b"/>
              <a:pathLst>
                <a:path w="2725" h="2726" extrusionOk="0">
                  <a:moveTo>
                    <a:pt x="2158" y="2725"/>
                  </a:moveTo>
                  <a:lnTo>
                    <a:pt x="2724" y="1501"/>
                  </a:lnTo>
                  <a:lnTo>
                    <a:pt x="427" y="1"/>
                  </a:lnTo>
                  <a:lnTo>
                    <a:pt x="1" y="71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6"/>
            <p:cNvSpPr/>
            <p:nvPr/>
          </p:nvSpPr>
          <p:spPr>
            <a:xfrm>
              <a:off x="1218524" y="2462422"/>
              <a:ext cx="177816" cy="243077"/>
            </a:xfrm>
            <a:custGeom>
              <a:avLst/>
              <a:gdLst/>
              <a:ahLst/>
              <a:cxnLst/>
              <a:rect l="l" t="t" r="r" b="b"/>
              <a:pathLst>
                <a:path w="1681" h="2298" extrusionOk="0">
                  <a:moveTo>
                    <a:pt x="480" y="2253"/>
                  </a:moveTo>
                  <a:lnTo>
                    <a:pt x="480" y="2253"/>
                  </a:lnTo>
                  <a:cubicBezTo>
                    <a:pt x="232" y="2298"/>
                    <a:pt x="1" y="2094"/>
                    <a:pt x="32" y="1845"/>
                  </a:cubicBezTo>
                  <a:cubicBezTo>
                    <a:pt x="113" y="1204"/>
                    <a:pt x="577" y="524"/>
                    <a:pt x="949" y="150"/>
                  </a:cubicBezTo>
                  <a:cubicBezTo>
                    <a:pt x="1097" y="0"/>
                    <a:pt x="1364" y="73"/>
                    <a:pt x="1517" y="218"/>
                  </a:cubicBezTo>
                  <a:cubicBezTo>
                    <a:pt x="1648" y="344"/>
                    <a:pt x="1680" y="542"/>
                    <a:pt x="1595" y="702"/>
                  </a:cubicBezTo>
                  <a:lnTo>
                    <a:pt x="734" y="2081"/>
                  </a:lnTo>
                  <a:cubicBezTo>
                    <a:pt x="678" y="2171"/>
                    <a:pt x="585" y="2234"/>
                    <a:pt x="480" y="225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6"/>
            <p:cNvSpPr/>
            <p:nvPr/>
          </p:nvSpPr>
          <p:spPr>
            <a:xfrm>
              <a:off x="1284639" y="2449638"/>
              <a:ext cx="159516" cy="294696"/>
            </a:xfrm>
            <a:custGeom>
              <a:avLst/>
              <a:gdLst/>
              <a:ahLst/>
              <a:cxnLst/>
              <a:rect l="l" t="t" r="r" b="b"/>
              <a:pathLst>
                <a:path w="1508" h="2786" extrusionOk="0">
                  <a:moveTo>
                    <a:pt x="76" y="1693"/>
                  </a:moveTo>
                  <a:cubicBezTo>
                    <a:pt x="193" y="2247"/>
                    <a:pt x="335" y="2717"/>
                    <a:pt x="335" y="2717"/>
                  </a:cubicBezTo>
                  <a:lnTo>
                    <a:pt x="1492" y="2785"/>
                  </a:lnTo>
                  <a:lnTo>
                    <a:pt x="1244" y="1741"/>
                  </a:lnTo>
                  <a:cubicBezTo>
                    <a:pt x="1491" y="1510"/>
                    <a:pt x="1507" y="1230"/>
                    <a:pt x="1456" y="985"/>
                  </a:cubicBezTo>
                  <a:cubicBezTo>
                    <a:pt x="1410" y="763"/>
                    <a:pt x="1308" y="571"/>
                    <a:pt x="1277" y="474"/>
                  </a:cubicBezTo>
                  <a:lnTo>
                    <a:pt x="819" y="25"/>
                  </a:lnTo>
                  <a:cubicBezTo>
                    <a:pt x="795" y="1"/>
                    <a:pt x="235" y="37"/>
                    <a:pt x="66" y="827"/>
                  </a:cubicBezTo>
                  <a:cubicBezTo>
                    <a:pt x="0" y="1128"/>
                    <a:pt x="20" y="1427"/>
                    <a:pt x="76" y="169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6"/>
            <p:cNvSpPr/>
            <p:nvPr/>
          </p:nvSpPr>
          <p:spPr>
            <a:xfrm>
              <a:off x="1284848" y="2449411"/>
              <a:ext cx="159516" cy="294696"/>
            </a:xfrm>
            <a:custGeom>
              <a:avLst/>
              <a:gdLst/>
              <a:ahLst/>
              <a:cxnLst/>
              <a:rect l="l" t="t" r="r" b="b"/>
              <a:pathLst>
                <a:path w="1508" h="2786" extrusionOk="0">
                  <a:moveTo>
                    <a:pt x="76" y="1693"/>
                  </a:moveTo>
                  <a:cubicBezTo>
                    <a:pt x="193" y="2247"/>
                    <a:pt x="335" y="2717"/>
                    <a:pt x="335" y="2717"/>
                  </a:cubicBezTo>
                  <a:lnTo>
                    <a:pt x="1492" y="2785"/>
                  </a:lnTo>
                  <a:lnTo>
                    <a:pt x="1244" y="1741"/>
                  </a:lnTo>
                  <a:cubicBezTo>
                    <a:pt x="1491" y="1510"/>
                    <a:pt x="1507" y="1230"/>
                    <a:pt x="1456" y="985"/>
                  </a:cubicBezTo>
                  <a:cubicBezTo>
                    <a:pt x="1410" y="763"/>
                    <a:pt x="1308" y="571"/>
                    <a:pt x="1277" y="474"/>
                  </a:cubicBezTo>
                  <a:lnTo>
                    <a:pt x="819" y="25"/>
                  </a:lnTo>
                  <a:cubicBezTo>
                    <a:pt x="795" y="1"/>
                    <a:pt x="235" y="37"/>
                    <a:pt x="66" y="827"/>
                  </a:cubicBezTo>
                  <a:cubicBezTo>
                    <a:pt x="0" y="1128"/>
                    <a:pt x="20" y="1427"/>
                    <a:pt x="76" y="169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6"/>
            <p:cNvSpPr/>
            <p:nvPr/>
          </p:nvSpPr>
          <p:spPr>
            <a:xfrm>
              <a:off x="1283896" y="2526840"/>
              <a:ext cx="104828" cy="214094"/>
            </a:xfrm>
            <a:custGeom>
              <a:avLst/>
              <a:gdLst/>
              <a:ahLst/>
              <a:cxnLst/>
              <a:rect l="l" t="t" r="r" b="b"/>
              <a:pathLst>
                <a:path w="991" h="2024" extrusionOk="0">
                  <a:moveTo>
                    <a:pt x="886" y="0"/>
                  </a:moveTo>
                  <a:lnTo>
                    <a:pt x="594" y="1315"/>
                  </a:lnTo>
                  <a:lnTo>
                    <a:pt x="990" y="2024"/>
                  </a:lnTo>
                  <a:lnTo>
                    <a:pt x="344" y="1985"/>
                  </a:lnTo>
                  <a:lnTo>
                    <a:pt x="0" y="851"/>
                  </a:lnTo>
                  <a:lnTo>
                    <a:pt x="0" y="7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6"/>
            <p:cNvSpPr/>
            <p:nvPr/>
          </p:nvSpPr>
          <p:spPr>
            <a:xfrm>
              <a:off x="1313619" y="2881617"/>
              <a:ext cx="386203" cy="93719"/>
            </a:xfrm>
            <a:custGeom>
              <a:avLst/>
              <a:gdLst/>
              <a:ahLst/>
              <a:cxnLst/>
              <a:rect l="l" t="t" r="r" b="b"/>
              <a:pathLst>
                <a:path w="3651" h="886" extrusionOk="0">
                  <a:moveTo>
                    <a:pt x="247" y="885"/>
                  </a:moveTo>
                  <a:cubicBezTo>
                    <a:pt x="111" y="885"/>
                    <a:pt x="1" y="774"/>
                    <a:pt x="1" y="637"/>
                  </a:cubicBezTo>
                  <a:lnTo>
                    <a:pt x="1" y="249"/>
                  </a:lnTo>
                  <a:cubicBezTo>
                    <a:pt x="1" y="111"/>
                    <a:pt x="111" y="0"/>
                    <a:pt x="247" y="0"/>
                  </a:cubicBezTo>
                  <a:lnTo>
                    <a:pt x="3403" y="0"/>
                  </a:lnTo>
                  <a:cubicBezTo>
                    <a:pt x="3539" y="0"/>
                    <a:pt x="3651" y="111"/>
                    <a:pt x="3651" y="249"/>
                  </a:cubicBezTo>
                  <a:lnTo>
                    <a:pt x="3651" y="637"/>
                  </a:lnTo>
                  <a:cubicBezTo>
                    <a:pt x="3651" y="774"/>
                    <a:pt x="3539" y="885"/>
                    <a:pt x="3403" y="885"/>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6"/>
            <p:cNvSpPr/>
            <p:nvPr/>
          </p:nvSpPr>
          <p:spPr>
            <a:xfrm>
              <a:off x="1713781" y="2333903"/>
              <a:ext cx="422062" cy="93719"/>
            </a:xfrm>
            <a:custGeom>
              <a:avLst/>
              <a:gdLst/>
              <a:ahLst/>
              <a:cxnLst/>
              <a:rect l="l" t="t" r="r" b="b"/>
              <a:pathLst>
                <a:path w="3990" h="886" extrusionOk="0">
                  <a:moveTo>
                    <a:pt x="248" y="886"/>
                  </a:moveTo>
                  <a:cubicBezTo>
                    <a:pt x="112" y="886"/>
                    <a:pt x="0" y="775"/>
                    <a:pt x="0" y="638"/>
                  </a:cubicBezTo>
                  <a:lnTo>
                    <a:pt x="0" y="249"/>
                  </a:lnTo>
                  <a:cubicBezTo>
                    <a:pt x="0" y="113"/>
                    <a:pt x="112" y="1"/>
                    <a:pt x="248" y="1"/>
                  </a:cubicBezTo>
                  <a:lnTo>
                    <a:pt x="3742" y="1"/>
                  </a:lnTo>
                  <a:cubicBezTo>
                    <a:pt x="3879" y="1"/>
                    <a:pt x="3990" y="113"/>
                    <a:pt x="3990" y="249"/>
                  </a:cubicBezTo>
                  <a:lnTo>
                    <a:pt x="3990" y="638"/>
                  </a:lnTo>
                  <a:cubicBezTo>
                    <a:pt x="3990" y="775"/>
                    <a:pt x="3879" y="886"/>
                    <a:pt x="3742" y="886"/>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6"/>
            <p:cNvSpPr/>
            <p:nvPr/>
          </p:nvSpPr>
          <p:spPr>
            <a:xfrm>
              <a:off x="1406282" y="2428679"/>
              <a:ext cx="43158" cy="44955"/>
            </a:xfrm>
            <a:custGeom>
              <a:avLst/>
              <a:gdLst/>
              <a:ahLst/>
              <a:cxnLst/>
              <a:rect l="l" t="t" r="r" b="b"/>
              <a:pathLst>
                <a:path w="408" h="425" extrusionOk="0">
                  <a:moveTo>
                    <a:pt x="50" y="0"/>
                  </a:moveTo>
                  <a:cubicBezTo>
                    <a:pt x="50" y="0"/>
                    <a:pt x="0" y="253"/>
                    <a:pt x="267" y="424"/>
                  </a:cubicBezTo>
                  <a:lnTo>
                    <a:pt x="407" y="169"/>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6"/>
            <p:cNvSpPr/>
            <p:nvPr/>
          </p:nvSpPr>
          <p:spPr>
            <a:xfrm>
              <a:off x="2353443" y="2219243"/>
              <a:ext cx="583165" cy="1078507"/>
            </a:xfrm>
            <a:custGeom>
              <a:avLst/>
              <a:gdLst/>
              <a:ahLst/>
              <a:cxnLst/>
              <a:rect l="l" t="t" r="r" b="b"/>
              <a:pathLst>
                <a:path w="5513" h="10196" extrusionOk="0">
                  <a:moveTo>
                    <a:pt x="277" y="6194"/>
                  </a:moveTo>
                  <a:cubicBezTo>
                    <a:pt x="705" y="8223"/>
                    <a:pt x="1226" y="9943"/>
                    <a:pt x="1226" y="9943"/>
                  </a:cubicBezTo>
                  <a:lnTo>
                    <a:pt x="5458" y="10196"/>
                  </a:lnTo>
                  <a:lnTo>
                    <a:pt x="4550" y="6371"/>
                  </a:lnTo>
                  <a:cubicBezTo>
                    <a:pt x="5457" y="5525"/>
                    <a:pt x="5513" y="4498"/>
                    <a:pt x="5327" y="3604"/>
                  </a:cubicBezTo>
                  <a:cubicBezTo>
                    <a:pt x="5157" y="2791"/>
                    <a:pt x="4787" y="2087"/>
                    <a:pt x="4675" y="1733"/>
                  </a:cubicBezTo>
                  <a:lnTo>
                    <a:pt x="2995" y="89"/>
                  </a:lnTo>
                  <a:cubicBezTo>
                    <a:pt x="2905" y="0"/>
                    <a:pt x="857" y="136"/>
                    <a:pt x="236" y="3027"/>
                  </a:cubicBezTo>
                  <a:cubicBezTo>
                    <a:pt x="1" y="4128"/>
                    <a:pt x="73" y="5221"/>
                    <a:pt x="277" y="6194"/>
                  </a:cubicBezTo>
                  <a:close/>
                </a:path>
              </a:pathLst>
            </a:custGeom>
            <a:solidFill>
              <a:srgbClr val="FFFFFF">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6"/>
            <p:cNvSpPr/>
            <p:nvPr/>
          </p:nvSpPr>
          <p:spPr>
            <a:xfrm>
              <a:off x="1321236" y="2268533"/>
              <a:ext cx="195058" cy="89699"/>
            </a:xfrm>
            <a:custGeom>
              <a:avLst/>
              <a:gdLst/>
              <a:ahLst/>
              <a:cxnLst/>
              <a:rect l="l" t="t" r="r" b="b"/>
              <a:pathLst>
                <a:path w="1844" h="848" extrusionOk="0">
                  <a:moveTo>
                    <a:pt x="1361" y="636"/>
                  </a:moveTo>
                  <a:cubicBezTo>
                    <a:pt x="1843" y="553"/>
                    <a:pt x="1648" y="1"/>
                    <a:pt x="1233" y="214"/>
                  </a:cubicBezTo>
                  <a:cubicBezTo>
                    <a:pt x="935" y="366"/>
                    <a:pt x="713" y="13"/>
                    <a:pt x="405" y="188"/>
                  </a:cubicBezTo>
                  <a:cubicBezTo>
                    <a:pt x="1" y="418"/>
                    <a:pt x="394" y="848"/>
                    <a:pt x="394" y="84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6"/>
            <p:cNvSpPr/>
            <p:nvPr/>
          </p:nvSpPr>
          <p:spPr>
            <a:xfrm>
              <a:off x="1383857" y="2310420"/>
              <a:ext cx="118474" cy="158137"/>
            </a:xfrm>
            <a:custGeom>
              <a:avLst/>
              <a:gdLst/>
              <a:ahLst/>
              <a:cxnLst/>
              <a:rect l="l" t="t" r="r" b="b"/>
              <a:pathLst>
                <a:path w="1120" h="1495" extrusionOk="0">
                  <a:moveTo>
                    <a:pt x="122" y="1088"/>
                  </a:moveTo>
                  <a:lnTo>
                    <a:pt x="696" y="1413"/>
                  </a:lnTo>
                  <a:cubicBezTo>
                    <a:pt x="839" y="1494"/>
                    <a:pt x="1020" y="1411"/>
                    <a:pt x="1050" y="1248"/>
                  </a:cubicBezTo>
                  <a:cubicBezTo>
                    <a:pt x="1091" y="1027"/>
                    <a:pt x="1120" y="728"/>
                    <a:pt x="1047" y="480"/>
                  </a:cubicBezTo>
                  <a:cubicBezTo>
                    <a:pt x="1004" y="333"/>
                    <a:pt x="913" y="210"/>
                    <a:pt x="795" y="126"/>
                  </a:cubicBezTo>
                  <a:cubicBezTo>
                    <a:pt x="743" y="88"/>
                    <a:pt x="683" y="57"/>
                    <a:pt x="620" y="37"/>
                  </a:cubicBezTo>
                  <a:lnTo>
                    <a:pt x="620" y="37"/>
                  </a:lnTo>
                  <a:lnTo>
                    <a:pt x="584" y="25"/>
                  </a:lnTo>
                  <a:lnTo>
                    <a:pt x="580" y="24"/>
                  </a:lnTo>
                  <a:cubicBezTo>
                    <a:pt x="563" y="19"/>
                    <a:pt x="545" y="15"/>
                    <a:pt x="527" y="11"/>
                  </a:cubicBezTo>
                  <a:cubicBezTo>
                    <a:pt x="483" y="3"/>
                    <a:pt x="439" y="0"/>
                    <a:pt x="393" y="1"/>
                  </a:cubicBezTo>
                  <a:cubicBezTo>
                    <a:pt x="349" y="2"/>
                    <a:pt x="308" y="10"/>
                    <a:pt x="269" y="24"/>
                  </a:cubicBezTo>
                  <a:cubicBezTo>
                    <a:pt x="107" y="84"/>
                    <a:pt x="1" y="250"/>
                    <a:pt x="26" y="432"/>
                  </a:cubicBezTo>
                  <a:lnTo>
                    <a:pt x="49" y="589"/>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6"/>
            <p:cNvSpPr/>
            <p:nvPr/>
          </p:nvSpPr>
          <p:spPr>
            <a:xfrm>
              <a:off x="1328852" y="2289900"/>
              <a:ext cx="130744" cy="133280"/>
            </a:xfrm>
            <a:custGeom>
              <a:avLst/>
              <a:gdLst/>
              <a:ahLst/>
              <a:cxnLst/>
              <a:rect l="l" t="t" r="r" b="b"/>
              <a:pathLst>
                <a:path w="1236" h="1260" extrusionOk="0">
                  <a:moveTo>
                    <a:pt x="1235" y="271"/>
                  </a:moveTo>
                  <a:cubicBezTo>
                    <a:pt x="868" y="1"/>
                    <a:pt x="484" y="132"/>
                    <a:pt x="274" y="305"/>
                  </a:cubicBezTo>
                  <a:cubicBezTo>
                    <a:pt x="126" y="427"/>
                    <a:pt x="1" y="623"/>
                    <a:pt x="109" y="793"/>
                  </a:cubicBezTo>
                  <a:cubicBezTo>
                    <a:pt x="207" y="947"/>
                    <a:pt x="452" y="975"/>
                    <a:pt x="484" y="1260"/>
                  </a:cubicBezTo>
                  <a:lnTo>
                    <a:pt x="813" y="48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6"/>
            <p:cNvSpPr/>
            <p:nvPr/>
          </p:nvSpPr>
          <p:spPr>
            <a:xfrm>
              <a:off x="2410651" y="3234701"/>
              <a:ext cx="550796" cy="213776"/>
            </a:xfrm>
            <a:custGeom>
              <a:avLst/>
              <a:gdLst/>
              <a:ahLst/>
              <a:cxnLst/>
              <a:rect l="l" t="t" r="r" b="b"/>
              <a:pathLst>
                <a:path w="5207" h="2021" extrusionOk="0">
                  <a:moveTo>
                    <a:pt x="5206" y="2021"/>
                  </a:moveTo>
                  <a:cubicBezTo>
                    <a:pt x="4473" y="1854"/>
                    <a:pt x="3566" y="1646"/>
                    <a:pt x="2679" y="1445"/>
                  </a:cubicBezTo>
                  <a:cubicBezTo>
                    <a:pt x="2098" y="1314"/>
                    <a:pt x="1525" y="1185"/>
                    <a:pt x="1016" y="1072"/>
                  </a:cubicBezTo>
                  <a:cubicBezTo>
                    <a:pt x="636" y="988"/>
                    <a:pt x="290" y="913"/>
                    <a:pt x="0" y="851"/>
                  </a:cubicBezTo>
                  <a:cubicBezTo>
                    <a:pt x="16" y="821"/>
                    <a:pt x="30" y="793"/>
                    <a:pt x="47" y="763"/>
                  </a:cubicBezTo>
                  <a:cubicBezTo>
                    <a:pt x="66" y="726"/>
                    <a:pt x="86" y="691"/>
                    <a:pt x="107" y="657"/>
                  </a:cubicBezTo>
                  <a:cubicBezTo>
                    <a:pt x="124" y="626"/>
                    <a:pt x="142" y="595"/>
                    <a:pt x="160" y="565"/>
                  </a:cubicBezTo>
                  <a:cubicBezTo>
                    <a:pt x="168" y="553"/>
                    <a:pt x="176" y="541"/>
                    <a:pt x="184" y="529"/>
                  </a:cubicBezTo>
                  <a:cubicBezTo>
                    <a:pt x="200" y="501"/>
                    <a:pt x="219" y="476"/>
                    <a:pt x="236" y="450"/>
                  </a:cubicBezTo>
                  <a:cubicBezTo>
                    <a:pt x="253" y="423"/>
                    <a:pt x="270" y="398"/>
                    <a:pt x="288" y="373"/>
                  </a:cubicBezTo>
                  <a:cubicBezTo>
                    <a:pt x="311" y="341"/>
                    <a:pt x="334" y="309"/>
                    <a:pt x="358" y="278"/>
                  </a:cubicBezTo>
                  <a:cubicBezTo>
                    <a:pt x="374" y="255"/>
                    <a:pt x="391" y="234"/>
                    <a:pt x="410" y="213"/>
                  </a:cubicBezTo>
                  <a:cubicBezTo>
                    <a:pt x="470" y="137"/>
                    <a:pt x="534" y="66"/>
                    <a:pt x="601" y="1"/>
                  </a:cubicBezTo>
                  <a:lnTo>
                    <a:pt x="1557" y="57"/>
                  </a:lnTo>
                  <a:lnTo>
                    <a:pt x="2953" y="139"/>
                  </a:lnTo>
                  <a:lnTo>
                    <a:pt x="4821" y="250"/>
                  </a:lnTo>
                  <a:lnTo>
                    <a:pt x="4833" y="251"/>
                  </a:lnTo>
                  <a:cubicBezTo>
                    <a:pt x="4968" y="769"/>
                    <a:pt x="5092" y="1371"/>
                    <a:pt x="5206" y="202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6"/>
            <p:cNvSpPr/>
            <p:nvPr/>
          </p:nvSpPr>
          <p:spPr>
            <a:xfrm>
              <a:off x="2240665" y="3234701"/>
              <a:ext cx="334794" cy="1125578"/>
            </a:xfrm>
            <a:custGeom>
              <a:avLst/>
              <a:gdLst/>
              <a:ahLst/>
              <a:cxnLst/>
              <a:rect l="l" t="t" r="r" b="b"/>
              <a:pathLst>
                <a:path w="3165" h="10641" extrusionOk="0">
                  <a:moveTo>
                    <a:pt x="1365" y="10640"/>
                  </a:moveTo>
                  <a:lnTo>
                    <a:pt x="365" y="10640"/>
                  </a:lnTo>
                  <a:cubicBezTo>
                    <a:pt x="365" y="10640"/>
                    <a:pt x="0" y="2177"/>
                    <a:pt x="2208" y="1"/>
                  </a:cubicBezTo>
                  <a:lnTo>
                    <a:pt x="3164" y="57"/>
                  </a:lnTo>
                  <a:cubicBezTo>
                    <a:pt x="2679" y="752"/>
                    <a:pt x="1204" y="3468"/>
                    <a:pt x="1365" y="1064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6"/>
            <p:cNvSpPr/>
            <p:nvPr/>
          </p:nvSpPr>
          <p:spPr>
            <a:xfrm>
              <a:off x="1337102" y="2332845"/>
              <a:ext cx="72354" cy="85468"/>
            </a:xfrm>
            <a:custGeom>
              <a:avLst/>
              <a:gdLst/>
              <a:ahLst/>
              <a:cxnLst/>
              <a:rect l="l" t="t" r="r" b="b"/>
              <a:pathLst>
                <a:path w="684" h="808" extrusionOk="0">
                  <a:moveTo>
                    <a:pt x="684" y="457"/>
                  </a:moveTo>
                  <a:cubicBezTo>
                    <a:pt x="78" y="1"/>
                    <a:pt x="0" y="808"/>
                    <a:pt x="659" y="764"/>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6"/>
            <p:cNvSpPr/>
            <p:nvPr/>
          </p:nvSpPr>
          <p:spPr>
            <a:xfrm>
              <a:off x="1474297" y="2366271"/>
              <a:ext cx="46861" cy="47071"/>
            </a:xfrm>
            <a:custGeom>
              <a:avLst/>
              <a:gdLst/>
              <a:ahLst/>
              <a:cxnLst/>
              <a:rect l="l" t="t" r="r" b="b"/>
              <a:pathLst>
                <a:path w="443" h="445" extrusionOk="0">
                  <a:moveTo>
                    <a:pt x="210" y="21"/>
                  </a:moveTo>
                  <a:cubicBezTo>
                    <a:pt x="243" y="145"/>
                    <a:pt x="325" y="180"/>
                    <a:pt x="381" y="189"/>
                  </a:cubicBezTo>
                  <a:cubicBezTo>
                    <a:pt x="417" y="193"/>
                    <a:pt x="442" y="225"/>
                    <a:pt x="441" y="261"/>
                  </a:cubicBezTo>
                  <a:cubicBezTo>
                    <a:pt x="439" y="309"/>
                    <a:pt x="408" y="351"/>
                    <a:pt x="363" y="368"/>
                  </a:cubicBezTo>
                  <a:lnTo>
                    <a:pt x="205" y="429"/>
                  </a:lnTo>
                  <a:cubicBezTo>
                    <a:pt x="120" y="445"/>
                    <a:pt x="37" y="384"/>
                    <a:pt x="29" y="296"/>
                  </a:cubicBezTo>
                  <a:lnTo>
                    <a:pt x="1" y="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6"/>
            <p:cNvSpPr/>
            <p:nvPr/>
          </p:nvSpPr>
          <p:spPr>
            <a:xfrm>
              <a:off x="1403003" y="2394407"/>
              <a:ext cx="98375" cy="116778"/>
            </a:xfrm>
            <a:custGeom>
              <a:avLst/>
              <a:gdLst/>
              <a:ahLst/>
              <a:cxnLst/>
              <a:rect l="l" t="t" r="r" b="b"/>
              <a:pathLst>
                <a:path w="930" h="1104" extrusionOk="0">
                  <a:moveTo>
                    <a:pt x="908" y="151"/>
                  </a:moveTo>
                  <a:cubicBezTo>
                    <a:pt x="764" y="1"/>
                    <a:pt x="0" y="122"/>
                    <a:pt x="0" y="122"/>
                  </a:cubicBezTo>
                  <a:cubicBezTo>
                    <a:pt x="0" y="122"/>
                    <a:pt x="13" y="229"/>
                    <a:pt x="72" y="369"/>
                  </a:cubicBezTo>
                  <a:cubicBezTo>
                    <a:pt x="133" y="509"/>
                    <a:pt x="930" y="1104"/>
                    <a:pt x="908" y="15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6"/>
            <p:cNvSpPr/>
            <p:nvPr/>
          </p:nvSpPr>
          <p:spPr>
            <a:xfrm>
              <a:off x="1387982" y="2327556"/>
              <a:ext cx="35648" cy="92344"/>
            </a:xfrm>
            <a:custGeom>
              <a:avLst/>
              <a:gdLst/>
              <a:ahLst/>
              <a:cxnLst/>
              <a:rect l="l" t="t" r="r" b="b"/>
              <a:pathLst>
                <a:path w="337" h="873" extrusionOk="0">
                  <a:moveTo>
                    <a:pt x="286" y="0"/>
                  </a:moveTo>
                  <a:lnTo>
                    <a:pt x="337" y="797"/>
                  </a:lnTo>
                  <a:lnTo>
                    <a:pt x="175" y="873"/>
                  </a:lnTo>
                  <a:lnTo>
                    <a:pt x="1" y="25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6"/>
            <p:cNvSpPr/>
            <p:nvPr/>
          </p:nvSpPr>
          <p:spPr>
            <a:xfrm>
              <a:off x="1361749" y="2431535"/>
              <a:ext cx="78806" cy="78804"/>
            </a:xfrm>
            <a:custGeom>
              <a:avLst/>
              <a:gdLst/>
              <a:ahLst/>
              <a:cxnLst/>
              <a:rect l="l" t="t" r="r" b="b"/>
              <a:pathLst>
                <a:path w="745" h="745" extrusionOk="0">
                  <a:moveTo>
                    <a:pt x="590" y="745"/>
                  </a:moveTo>
                  <a:lnTo>
                    <a:pt x="745" y="411"/>
                  </a:lnTo>
                  <a:lnTo>
                    <a:pt x="118" y="1"/>
                  </a:lnTo>
                  <a:lnTo>
                    <a:pt x="1" y="19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6"/>
            <p:cNvSpPr/>
            <p:nvPr/>
          </p:nvSpPr>
          <p:spPr>
            <a:xfrm>
              <a:off x="1386290" y="2307882"/>
              <a:ext cx="70344" cy="66957"/>
            </a:xfrm>
            <a:custGeom>
              <a:avLst/>
              <a:gdLst/>
              <a:ahLst/>
              <a:cxnLst/>
              <a:rect l="l" t="t" r="r" b="b"/>
              <a:pathLst>
                <a:path w="665" h="633" extrusionOk="0">
                  <a:moveTo>
                    <a:pt x="210" y="632"/>
                  </a:moveTo>
                  <a:cubicBezTo>
                    <a:pt x="497" y="632"/>
                    <a:pt x="665" y="366"/>
                    <a:pt x="449" y="150"/>
                  </a:cubicBezTo>
                  <a:cubicBezTo>
                    <a:pt x="298" y="0"/>
                    <a:pt x="1" y="282"/>
                    <a:pt x="210" y="63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6"/>
            <p:cNvSpPr/>
            <p:nvPr/>
          </p:nvSpPr>
          <p:spPr>
            <a:xfrm>
              <a:off x="3254343" y="3972708"/>
              <a:ext cx="280317" cy="280099"/>
            </a:xfrm>
            <a:custGeom>
              <a:avLst/>
              <a:gdLst/>
              <a:ahLst/>
              <a:cxnLst/>
              <a:rect l="l" t="t" r="r" b="b"/>
              <a:pathLst>
                <a:path w="2650" h="2648" extrusionOk="0">
                  <a:moveTo>
                    <a:pt x="2649" y="1324"/>
                  </a:moveTo>
                  <a:cubicBezTo>
                    <a:pt x="2649" y="2055"/>
                    <a:pt x="2056" y="2648"/>
                    <a:pt x="1325" y="2648"/>
                  </a:cubicBezTo>
                  <a:cubicBezTo>
                    <a:pt x="594" y="2648"/>
                    <a:pt x="0" y="2055"/>
                    <a:pt x="0" y="1324"/>
                  </a:cubicBezTo>
                  <a:cubicBezTo>
                    <a:pt x="0" y="592"/>
                    <a:pt x="594" y="0"/>
                    <a:pt x="1325" y="0"/>
                  </a:cubicBezTo>
                  <a:cubicBezTo>
                    <a:pt x="2056" y="0"/>
                    <a:pt x="2649" y="592"/>
                    <a:pt x="2649" y="1324"/>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6"/>
            <p:cNvSpPr/>
            <p:nvPr/>
          </p:nvSpPr>
          <p:spPr>
            <a:xfrm>
              <a:off x="3303319" y="4023375"/>
              <a:ext cx="180778" cy="181197"/>
            </a:xfrm>
            <a:custGeom>
              <a:avLst/>
              <a:gdLst/>
              <a:ahLst/>
              <a:cxnLst/>
              <a:rect l="l" t="t" r="r" b="b"/>
              <a:pathLst>
                <a:path w="1709" h="1713" extrusionOk="0">
                  <a:moveTo>
                    <a:pt x="1657" y="1329"/>
                  </a:moveTo>
                  <a:lnTo>
                    <a:pt x="1400" y="1071"/>
                  </a:lnTo>
                  <a:cubicBezTo>
                    <a:pt x="1348" y="1020"/>
                    <a:pt x="1264" y="1021"/>
                    <a:pt x="1211" y="1075"/>
                  </a:cubicBezTo>
                  <a:lnTo>
                    <a:pt x="1082" y="1204"/>
                  </a:lnTo>
                  <a:cubicBezTo>
                    <a:pt x="1073" y="1199"/>
                    <a:pt x="1065" y="1195"/>
                    <a:pt x="1055" y="1190"/>
                  </a:cubicBezTo>
                  <a:cubicBezTo>
                    <a:pt x="974" y="1145"/>
                    <a:pt x="862" y="1083"/>
                    <a:pt x="745" y="964"/>
                  </a:cubicBezTo>
                  <a:cubicBezTo>
                    <a:pt x="626" y="846"/>
                    <a:pt x="564" y="734"/>
                    <a:pt x="518" y="652"/>
                  </a:cubicBezTo>
                  <a:cubicBezTo>
                    <a:pt x="514" y="644"/>
                    <a:pt x="509" y="635"/>
                    <a:pt x="504" y="627"/>
                  </a:cubicBezTo>
                  <a:lnTo>
                    <a:pt x="591" y="541"/>
                  </a:lnTo>
                  <a:lnTo>
                    <a:pt x="634" y="498"/>
                  </a:lnTo>
                  <a:cubicBezTo>
                    <a:pt x="687" y="445"/>
                    <a:pt x="689" y="359"/>
                    <a:pt x="637" y="309"/>
                  </a:cubicBezTo>
                  <a:lnTo>
                    <a:pt x="380" y="52"/>
                  </a:lnTo>
                  <a:cubicBezTo>
                    <a:pt x="330" y="0"/>
                    <a:pt x="244" y="1"/>
                    <a:pt x="191" y="55"/>
                  </a:cubicBezTo>
                  <a:lnTo>
                    <a:pt x="119" y="128"/>
                  </a:lnTo>
                  <a:lnTo>
                    <a:pt x="120" y="129"/>
                  </a:lnTo>
                  <a:cubicBezTo>
                    <a:pt x="96" y="160"/>
                    <a:pt x="76" y="197"/>
                    <a:pt x="61" y="235"/>
                  </a:cubicBezTo>
                  <a:cubicBezTo>
                    <a:pt x="47" y="272"/>
                    <a:pt x="38" y="307"/>
                    <a:pt x="35" y="342"/>
                  </a:cubicBezTo>
                  <a:cubicBezTo>
                    <a:pt x="0" y="623"/>
                    <a:pt x="130" y="881"/>
                    <a:pt x="478" y="1230"/>
                  </a:cubicBezTo>
                  <a:cubicBezTo>
                    <a:pt x="961" y="1713"/>
                    <a:pt x="1349" y="1676"/>
                    <a:pt x="1366" y="1674"/>
                  </a:cubicBezTo>
                  <a:cubicBezTo>
                    <a:pt x="1403" y="1669"/>
                    <a:pt x="1438" y="1661"/>
                    <a:pt x="1474" y="1648"/>
                  </a:cubicBezTo>
                  <a:cubicBezTo>
                    <a:pt x="1512" y="1633"/>
                    <a:pt x="1547" y="1612"/>
                    <a:pt x="1579" y="1588"/>
                  </a:cubicBezTo>
                  <a:lnTo>
                    <a:pt x="1580" y="1589"/>
                  </a:lnTo>
                  <a:lnTo>
                    <a:pt x="1653" y="1517"/>
                  </a:lnTo>
                  <a:cubicBezTo>
                    <a:pt x="1706" y="1465"/>
                    <a:pt x="1708" y="1379"/>
                    <a:pt x="1657" y="132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6"/>
            <p:cNvSpPr/>
            <p:nvPr/>
          </p:nvSpPr>
          <p:spPr>
            <a:xfrm>
              <a:off x="1766353" y="3972708"/>
              <a:ext cx="280211" cy="280099"/>
            </a:xfrm>
            <a:custGeom>
              <a:avLst/>
              <a:gdLst/>
              <a:ahLst/>
              <a:cxnLst/>
              <a:rect l="l" t="t" r="r" b="b"/>
              <a:pathLst>
                <a:path w="2649" h="2648" extrusionOk="0">
                  <a:moveTo>
                    <a:pt x="2648" y="1324"/>
                  </a:moveTo>
                  <a:cubicBezTo>
                    <a:pt x="2648" y="2055"/>
                    <a:pt x="2056" y="2648"/>
                    <a:pt x="1324" y="2648"/>
                  </a:cubicBezTo>
                  <a:cubicBezTo>
                    <a:pt x="593" y="2648"/>
                    <a:pt x="1" y="2055"/>
                    <a:pt x="1" y="1324"/>
                  </a:cubicBezTo>
                  <a:cubicBezTo>
                    <a:pt x="1" y="592"/>
                    <a:pt x="593" y="0"/>
                    <a:pt x="1324" y="0"/>
                  </a:cubicBezTo>
                  <a:cubicBezTo>
                    <a:pt x="2056" y="0"/>
                    <a:pt x="2648" y="592"/>
                    <a:pt x="2648" y="132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6"/>
            <p:cNvSpPr/>
            <p:nvPr/>
          </p:nvSpPr>
          <p:spPr>
            <a:xfrm>
              <a:off x="1811414" y="4077638"/>
              <a:ext cx="189981" cy="70236"/>
            </a:xfrm>
            <a:custGeom>
              <a:avLst/>
              <a:gdLst/>
              <a:ahLst/>
              <a:cxnLst/>
              <a:rect l="l" t="t" r="r" b="b"/>
              <a:pathLst>
                <a:path w="1796" h="664" extrusionOk="0">
                  <a:moveTo>
                    <a:pt x="115" y="664"/>
                  </a:moveTo>
                  <a:lnTo>
                    <a:pt x="431" y="664"/>
                  </a:lnTo>
                  <a:cubicBezTo>
                    <a:pt x="494" y="662"/>
                    <a:pt x="545" y="610"/>
                    <a:pt x="545" y="545"/>
                  </a:cubicBezTo>
                  <a:lnTo>
                    <a:pt x="545" y="386"/>
                  </a:lnTo>
                  <a:cubicBezTo>
                    <a:pt x="552" y="384"/>
                    <a:pt x="560" y="381"/>
                    <a:pt x="569" y="379"/>
                  </a:cubicBezTo>
                  <a:cubicBezTo>
                    <a:pt x="647" y="357"/>
                    <a:pt x="754" y="326"/>
                    <a:pt x="898" y="326"/>
                  </a:cubicBezTo>
                  <a:cubicBezTo>
                    <a:pt x="1044" y="326"/>
                    <a:pt x="1150" y="357"/>
                    <a:pt x="1229" y="379"/>
                  </a:cubicBezTo>
                  <a:cubicBezTo>
                    <a:pt x="1237" y="381"/>
                    <a:pt x="1245" y="384"/>
                    <a:pt x="1253" y="386"/>
                  </a:cubicBezTo>
                  <a:lnTo>
                    <a:pt x="1253" y="492"/>
                  </a:lnTo>
                  <a:lnTo>
                    <a:pt x="1253" y="545"/>
                  </a:lnTo>
                  <a:cubicBezTo>
                    <a:pt x="1253" y="610"/>
                    <a:pt x="1303" y="664"/>
                    <a:pt x="1366" y="664"/>
                  </a:cubicBezTo>
                  <a:lnTo>
                    <a:pt x="1681" y="664"/>
                  </a:lnTo>
                  <a:cubicBezTo>
                    <a:pt x="1744" y="664"/>
                    <a:pt x="1796" y="610"/>
                    <a:pt x="1796" y="545"/>
                  </a:cubicBezTo>
                  <a:lnTo>
                    <a:pt x="1795" y="456"/>
                  </a:lnTo>
                  <a:lnTo>
                    <a:pt x="1792" y="456"/>
                  </a:lnTo>
                  <a:cubicBezTo>
                    <a:pt x="1789" y="422"/>
                    <a:pt x="1779" y="387"/>
                    <a:pt x="1765" y="355"/>
                  </a:cubicBezTo>
                  <a:cubicBezTo>
                    <a:pt x="1751" y="324"/>
                    <a:pt x="1735" y="297"/>
                    <a:pt x="1716" y="273"/>
                  </a:cubicBezTo>
                  <a:cubicBezTo>
                    <a:pt x="1564" y="79"/>
                    <a:pt x="1327" y="1"/>
                    <a:pt x="898" y="1"/>
                  </a:cubicBezTo>
                  <a:cubicBezTo>
                    <a:pt x="306" y="1"/>
                    <a:pt x="90" y="261"/>
                    <a:pt x="81" y="273"/>
                  </a:cubicBezTo>
                  <a:cubicBezTo>
                    <a:pt x="62" y="298"/>
                    <a:pt x="46" y="324"/>
                    <a:pt x="32" y="355"/>
                  </a:cubicBezTo>
                  <a:cubicBezTo>
                    <a:pt x="18" y="387"/>
                    <a:pt x="8" y="422"/>
                    <a:pt x="4" y="456"/>
                  </a:cubicBezTo>
                  <a:lnTo>
                    <a:pt x="2" y="456"/>
                  </a:lnTo>
                  <a:lnTo>
                    <a:pt x="1" y="545"/>
                  </a:lnTo>
                  <a:cubicBezTo>
                    <a:pt x="1" y="610"/>
                    <a:pt x="52" y="662"/>
                    <a:pt x="115" y="66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6"/>
            <p:cNvSpPr/>
            <p:nvPr/>
          </p:nvSpPr>
          <p:spPr>
            <a:xfrm>
              <a:off x="2027626" y="2735750"/>
              <a:ext cx="698783" cy="584632"/>
            </a:xfrm>
            <a:custGeom>
              <a:avLst/>
              <a:gdLst/>
              <a:ahLst/>
              <a:cxnLst/>
              <a:rect l="l" t="t" r="r" b="b"/>
              <a:pathLst>
                <a:path w="6606" h="5527" extrusionOk="0">
                  <a:moveTo>
                    <a:pt x="3514" y="1585"/>
                  </a:moveTo>
                  <a:lnTo>
                    <a:pt x="6605" y="4394"/>
                  </a:lnTo>
                  <a:lnTo>
                    <a:pt x="6569" y="5527"/>
                  </a:lnTo>
                  <a:cubicBezTo>
                    <a:pt x="6569" y="5527"/>
                    <a:pt x="3436" y="4984"/>
                    <a:pt x="1401" y="3258"/>
                  </a:cubicBezTo>
                  <a:cubicBezTo>
                    <a:pt x="1" y="2071"/>
                    <a:pt x="1752" y="1"/>
                    <a:pt x="3514" y="1585"/>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6"/>
            <p:cNvSpPr/>
            <p:nvPr/>
          </p:nvSpPr>
          <p:spPr>
            <a:xfrm>
              <a:off x="2643682" y="3134424"/>
              <a:ext cx="433381" cy="256934"/>
            </a:xfrm>
            <a:custGeom>
              <a:avLst/>
              <a:gdLst/>
              <a:ahLst/>
              <a:cxnLst/>
              <a:rect l="l" t="t" r="r" b="b"/>
              <a:pathLst>
                <a:path w="4097" h="2429" extrusionOk="0">
                  <a:moveTo>
                    <a:pt x="714" y="1751"/>
                  </a:moveTo>
                  <a:lnTo>
                    <a:pt x="4096" y="2429"/>
                  </a:lnTo>
                  <a:lnTo>
                    <a:pt x="1347" y="1"/>
                  </a:lnTo>
                  <a:lnTo>
                    <a:pt x="0" y="1207"/>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6"/>
            <p:cNvSpPr/>
            <p:nvPr/>
          </p:nvSpPr>
          <p:spPr>
            <a:xfrm>
              <a:off x="2759298" y="3091267"/>
              <a:ext cx="100597" cy="109057"/>
            </a:xfrm>
            <a:custGeom>
              <a:avLst/>
              <a:gdLst/>
              <a:ahLst/>
              <a:cxnLst/>
              <a:rect l="l" t="t" r="r" b="b"/>
              <a:pathLst>
                <a:path w="951" h="1031" extrusionOk="0">
                  <a:moveTo>
                    <a:pt x="400" y="903"/>
                  </a:moveTo>
                  <a:lnTo>
                    <a:pt x="92" y="484"/>
                  </a:lnTo>
                  <a:cubicBezTo>
                    <a:pt x="0" y="360"/>
                    <a:pt x="50" y="184"/>
                    <a:pt x="193" y="126"/>
                  </a:cubicBezTo>
                  <a:lnTo>
                    <a:pt x="238" y="108"/>
                  </a:lnTo>
                  <a:cubicBezTo>
                    <a:pt x="508" y="1"/>
                    <a:pt x="812" y="148"/>
                    <a:pt x="895" y="427"/>
                  </a:cubicBezTo>
                  <a:cubicBezTo>
                    <a:pt x="950" y="613"/>
                    <a:pt x="891" y="816"/>
                    <a:pt x="742" y="943"/>
                  </a:cubicBezTo>
                  <a:cubicBezTo>
                    <a:pt x="638" y="1031"/>
                    <a:pt x="480" y="1014"/>
                    <a:pt x="400" y="903"/>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6"/>
            <p:cNvSpPr/>
            <p:nvPr/>
          </p:nvSpPr>
          <p:spPr>
            <a:xfrm>
              <a:off x="2882531" y="3249933"/>
              <a:ext cx="310041" cy="144386"/>
            </a:xfrm>
            <a:custGeom>
              <a:avLst/>
              <a:gdLst/>
              <a:ahLst/>
              <a:cxnLst/>
              <a:rect l="l" t="t" r="r" b="b"/>
              <a:pathLst>
                <a:path w="2931" h="1365" extrusionOk="0">
                  <a:moveTo>
                    <a:pt x="0" y="1"/>
                  </a:moveTo>
                  <a:lnTo>
                    <a:pt x="1837" y="1337"/>
                  </a:lnTo>
                  <a:lnTo>
                    <a:pt x="1903" y="1309"/>
                  </a:lnTo>
                  <a:cubicBezTo>
                    <a:pt x="2162" y="1203"/>
                    <a:pt x="2453" y="1216"/>
                    <a:pt x="2701" y="1345"/>
                  </a:cubicBezTo>
                  <a:cubicBezTo>
                    <a:pt x="2741" y="1364"/>
                    <a:pt x="2788" y="1356"/>
                    <a:pt x="2818" y="1325"/>
                  </a:cubicBezTo>
                  <a:cubicBezTo>
                    <a:pt x="2824" y="1321"/>
                    <a:pt x="2827" y="1315"/>
                    <a:pt x="2831" y="1309"/>
                  </a:cubicBezTo>
                  <a:cubicBezTo>
                    <a:pt x="2930" y="1156"/>
                    <a:pt x="2905" y="959"/>
                    <a:pt x="2779" y="835"/>
                  </a:cubicBezTo>
                  <a:cubicBezTo>
                    <a:pt x="2759" y="814"/>
                    <a:pt x="2735" y="797"/>
                    <a:pt x="2708" y="781"/>
                  </a:cubicBezTo>
                  <a:lnTo>
                    <a:pt x="2583" y="718"/>
                  </a:lnTo>
                  <a:lnTo>
                    <a:pt x="2570" y="712"/>
                  </a:lnTo>
                  <a:cubicBezTo>
                    <a:pt x="2353" y="604"/>
                    <a:pt x="2097" y="609"/>
                    <a:pt x="1884" y="726"/>
                  </a:cubicBezTo>
                  <a:lnTo>
                    <a:pt x="60" y="25"/>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6"/>
            <p:cNvSpPr/>
            <p:nvPr/>
          </p:nvSpPr>
          <p:spPr>
            <a:xfrm>
              <a:off x="2936901" y="3313822"/>
              <a:ext cx="225100" cy="57755"/>
            </a:xfrm>
            <a:custGeom>
              <a:avLst/>
              <a:gdLst/>
              <a:ahLst/>
              <a:cxnLst/>
              <a:rect l="l" t="t" r="r" b="b"/>
              <a:pathLst>
                <a:path w="2128" h="546" extrusionOk="0">
                  <a:moveTo>
                    <a:pt x="1" y="57"/>
                  </a:moveTo>
                  <a:lnTo>
                    <a:pt x="967" y="541"/>
                  </a:lnTo>
                  <a:cubicBezTo>
                    <a:pt x="1379" y="339"/>
                    <a:pt x="1671" y="397"/>
                    <a:pt x="1919" y="525"/>
                  </a:cubicBezTo>
                  <a:cubicBezTo>
                    <a:pt x="1959" y="545"/>
                    <a:pt x="2006" y="537"/>
                    <a:pt x="2037" y="507"/>
                  </a:cubicBezTo>
                  <a:cubicBezTo>
                    <a:pt x="2041" y="502"/>
                    <a:pt x="2045" y="496"/>
                    <a:pt x="2049" y="491"/>
                  </a:cubicBezTo>
                  <a:cubicBezTo>
                    <a:pt x="2126" y="373"/>
                    <a:pt x="2128" y="229"/>
                    <a:pt x="2069" y="114"/>
                  </a:cubicBezTo>
                  <a:lnTo>
                    <a:pt x="2056" y="108"/>
                  </a:lnTo>
                  <a:cubicBezTo>
                    <a:pt x="1839" y="0"/>
                    <a:pt x="1583" y="5"/>
                    <a:pt x="1370" y="122"/>
                  </a:cubicBezTo>
                  <a:lnTo>
                    <a:pt x="897" y="31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6"/>
            <p:cNvSpPr/>
            <p:nvPr/>
          </p:nvSpPr>
          <p:spPr>
            <a:xfrm>
              <a:off x="2837257" y="3205824"/>
              <a:ext cx="311945" cy="144704"/>
            </a:xfrm>
            <a:custGeom>
              <a:avLst/>
              <a:gdLst/>
              <a:ahLst/>
              <a:cxnLst/>
              <a:rect l="l" t="t" r="r" b="b"/>
              <a:pathLst>
                <a:path w="2949" h="1368" extrusionOk="0">
                  <a:moveTo>
                    <a:pt x="1839" y="1336"/>
                  </a:moveTo>
                  <a:lnTo>
                    <a:pt x="1904" y="1309"/>
                  </a:lnTo>
                  <a:cubicBezTo>
                    <a:pt x="2162" y="1203"/>
                    <a:pt x="2454" y="1215"/>
                    <a:pt x="2702" y="1344"/>
                  </a:cubicBezTo>
                  <a:cubicBezTo>
                    <a:pt x="2748" y="1368"/>
                    <a:pt x="2804" y="1353"/>
                    <a:pt x="2832" y="1309"/>
                  </a:cubicBezTo>
                  <a:cubicBezTo>
                    <a:pt x="2949" y="1130"/>
                    <a:pt x="2893" y="890"/>
                    <a:pt x="2710" y="780"/>
                  </a:cubicBezTo>
                  <a:lnTo>
                    <a:pt x="2570" y="711"/>
                  </a:lnTo>
                  <a:cubicBezTo>
                    <a:pt x="2353" y="604"/>
                    <a:pt x="2097" y="608"/>
                    <a:pt x="1884" y="725"/>
                  </a:cubicBezTo>
                  <a:lnTo>
                    <a:pt x="1" y="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0" name="Google Shape;290;p16"/>
            <p:cNvGrpSpPr/>
            <p:nvPr/>
          </p:nvGrpSpPr>
          <p:grpSpPr>
            <a:xfrm>
              <a:off x="1211976" y="2406955"/>
              <a:ext cx="309912" cy="442227"/>
              <a:chOff x="775475" y="2194033"/>
              <a:chExt cx="355200" cy="506850"/>
            </a:xfrm>
          </p:grpSpPr>
          <p:sp>
            <p:nvSpPr>
              <p:cNvPr id="291" name="Google Shape;291;p16"/>
              <p:cNvSpPr/>
              <p:nvPr/>
            </p:nvSpPr>
            <p:spPr>
              <a:xfrm>
                <a:off x="775475" y="2345683"/>
                <a:ext cx="355200" cy="355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6"/>
              <p:cNvSpPr/>
              <p:nvPr/>
            </p:nvSpPr>
            <p:spPr>
              <a:xfrm>
                <a:off x="777150" y="2194033"/>
                <a:ext cx="217800" cy="1974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3" name="Google Shape;293;p16"/>
            <p:cNvSpPr/>
            <p:nvPr/>
          </p:nvSpPr>
          <p:spPr>
            <a:xfrm>
              <a:off x="1427014" y="2739558"/>
              <a:ext cx="654144" cy="88959"/>
            </a:xfrm>
            <a:custGeom>
              <a:avLst/>
              <a:gdLst/>
              <a:ahLst/>
              <a:cxnLst/>
              <a:rect l="l" t="t" r="r" b="b"/>
              <a:pathLst>
                <a:path w="6184" h="841" extrusionOk="0">
                  <a:moveTo>
                    <a:pt x="249" y="840"/>
                  </a:moveTo>
                  <a:cubicBezTo>
                    <a:pt x="112" y="840"/>
                    <a:pt x="1" y="730"/>
                    <a:pt x="1" y="592"/>
                  </a:cubicBezTo>
                  <a:lnTo>
                    <a:pt x="1" y="248"/>
                  </a:lnTo>
                  <a:cubicBezTo>
                    <a:pt x="1" y="112"/>
                    <a:pt x="112" y="0"/>
                    <a:pt x="249" y="0"/>
                  </a:cubicBezTo>
                  <a:lnTo>
                    <a:pt x="5935" y="0"/>
                  </a:lnTo>
                  <a:cubicBezTo>
                    <a:pt x="6072" y="0"/>
                    <a:pt x="6183" y="112"/>
                    <a:pt x="6183" y="248"/>
                  </a:cubicBezTo>
                  <a:lnTo>
                    <a:pt x="6183" y="592"/>
                  </a:lnTo>
                  <a:cubicBezTo>
                    <a:pt x="6183" y="730"/>
                    <a:pt x="6072" y="840"/>
                    <a:pt x="5935" y="840"/>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6"/>
            <p:cNvSpPr/>
            <p:nvPr/>
          </p:nvSpPr>
          <p:spPr>
            <a:xfrm>
              <a:off x="1427014" y="2597817"/>
              <a:ext cx="654144" cy="88853"/>
            </a:xfrm>
            <a:custGeom>
              <a:avLst/>
              <a:gdLst/>
              <a:ahLst/>
              <a:cxnLst/>
              <a:rect l="l" t="t" r="r" b="b"/>
              <a:pathLst>
                <a:path w="6184" h="840" extrusionOk="0">
                  <a:moveTo>
                    <a:pt x="249" y="839"/>
                  </a:moveTo>
                  <a:cubicBezTo>
                    <a:pt x="112" y="839"/>
                    <a:pt x="1" y="729"/>
                    <a:pt x="1" y="593"/>
                  </a:cubicBezTo>
                  <a:lnTo>
                    <a:pt x="1" y="248"/>
                  </a:lnTo>
                  <a:cubicBezTo>
                    <a:pt x="1" y="111"/>
                    <a:pt x="112" y="0"/>
                    <a:pt x="249" y="0"/>
                  </a:cubicBezTo>
                  <a:lnTo>
                    <a:pt x="5935" y="0"/>
                  </a:lnTo>
                  <a:cubicBezTo>
                    <a:pt x="6072" y="0"/>
                    <a:pt x="6183" y="111"/>
                    <a:pt x="6183" y="248"/>
                  </a:cubicBezTo>
                  <a:lnTo>
                    <a:pt x="6183" y="593"/>
                  </a:lnTo>
                  <a:cubicBezTo>
                    <a:pt x="6183" y="729"/>
                    <a:pt x="6072" y="839"/>
                    <a:pt x="5935" y="839"/>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6"/>
            <p:cNvSpPr/>
            <p:nvPr/>
          </p:nvSpPr>
          <p:spPr>
            <a:xfrm>
              <a:off x="1251104" y="2597817"/>
              <a:ext cx="88961" cy="88853"/>
            </a:xfrm>
            <a:custGeom>
              <a:avLst/>
              <a:gdLst/>
              <a:ahLst/>
              <a:cxnLst/>
              <a:rect l="l" t="t" r="r" b="b"/>
              <a:pathLst>
                <a:path w="841" h="840" extrusionOk="0">
                  <a:moveTo>
                    <a:pt x="249" y="839"/>
                  </a:moveTo>
                  <a:cubicBezTo>
                    <a:pt x="113" y="839"/>
                    <a:pt x="1" y="729"/>
                    <a:pt x="1" y="593"/>
                  </a:cubicBezTo>
                  <a:lnTo>
                    <a:pt x="1" y="248"/>
                  </a:lnTo>
                  <a:cubicBezTo>
                    <a:pt x="1" y="111"/>
                    <a:pt x="113" y="0"/>
                    <a:pt x="249" y="0"/>
                  </a:cubicBezTo>
                  <a:lnTo>
                    <a:pt x="593" y="0"/>
                  </a:lnTo>
                  <a:cubicBezTo>
                    <a:pt x="730" y="0"/>
                    <a:pt x="841" y="111"/>
                    <a:pt x="841" y="248"/>
                  </a:cubicBezTo>
                  <a:lnTo>
                    <a:pt x="841" y="593"/>
                  </a:lnTo>
                  <a:cubicBezTo>
                    <a:pt x="841" y="729"/>
                    <a:pt x="730" y="839"/>
                    <a:pt x="593" y="83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6"/>
            <p:cNvSpPr/>
            <p:nvPr/>
          </p:nvSpPr>
          <p:spPr>
            <a:xfrm>
              <a:off x="1250152" y="2596759"/>
              <a:ext cx="90865" cy="90969"/>
            </a:xfrm>
            <a:custGeom>
              <a:avLst/>
              <a:gdLst/>
              <a:ahLst/>
              <a:cxnLst/>
              <a:rect l="l" t="t" r="r" b="b"/>
              <a:pathLst>
                <a:path w="859" h="860" extrusionOk="0">
                  <a:moveTo>
                    <a:pt x="602" y="0"/>
                  </a:moveTo>
                  <a:lnTo>
                    <a:pt x="258" y="0"/>
                  </a:lnTo>
                  <a:cubicBezTo>
                    <a:pt x="116" y="0"/>
                    <a:pt x="0" y="116"/>
                    <a:pt x="0" y="258"/>
                  </a:cubicBezTo>
                  <a:lnTo>
                    <a:pt x="0" y="603"/>
                  </a:lnTo>
                  <a:cubicBezTo>
                    <a:pt x="0" y="744"/>
                    <a:pt x="116" y="860"/>
                    <a:pt x="258" y="860"/>
                  </a:cubicBezTo>
                  <a:lnTo>
                    <a:pt x="602" y="860"/>
                  </a:lnTo>
                  <a:cubicBezTo>
                    <a:pt x="745" y="860"/>
                    <a:pt x="859" y="744"/>
                    <a:pt x="859" y="603"/>
                  </a:cubicBezTo>
                  <a:lnTo>
                    <a:pt x="859" y="258"/>
                  </a:lnTo>
                  <a:cubicBezTo>
                    <a:pt x="859" y="116"/>
                    <a:pt x="745" y="0"/>
                    <a:pt x="602" y="0"/>
                  </a:cubicBezTo>
                  <a:close/>
                  <a:moveTo>
                    <a:pt x="602" y="20"/>
                  </a:moveTo>
                  <a:cubicBezTo>
                    <a:pt x="733" y="20"/>
                    <a:pt x="841" y="127"/>
                    <a:pt x="841" y="258"/>
                  </a:cubicBezTo>
                  <a:lnTo>
                    <a:pt x="841" y="603"/>
                  </a:lnTo>
                  <a:cubicBezTo>
                    <a:pt x="841" y="734"/>
                    <a:pt x="733" y="840"/>
                    <a:pt x="602" y="840"/>
                  </a:cubicBezTo>
                  <a:lnTo>
                    <a:pt x="258" y="840"/>
                  </a:lnTo>
                  <a:cubicBezTo>
                    <a:pt x="126" y="840"/>
                    <a:pt x="20" y="734"/>
                    <a:pt x="20" y="603"/>
                  </a:cubicBezTo>
                  <a:lnTo>
                    <a:pt x="20" y="258"/>
                  </a:lnTo>
                  <a:cubicBezTo>
                    <a:pt x="20" y="127"/>
                    <a:pt x="126" y="20"/>
                    <a:pt x="258" y="20"/>
                  </a:cubicBezTo>
                  <a:lnTo>
                    <a:pt x="602" y="2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6"/>
            <p:cNvSpPr/>
            <p:nvPr/>
          </p:nvSpPr>
          <p:spPr>
            <a:xfrm>
              <a:off x="1251104" y="2739558"/>
              <a:ext cx="88961" cy="88959"/>
            </a:xfrm>
            <a:custGeom>
              <a:avLst/>
              <a:gdLst/>
              <a:ahLst/>
              <a:cxnLst/>
              <a:rect l="l" t="t" r="r" b="b"/>
              <a:pathLst>
                <a:path w="841" h="841" extrusionOk="0">
                  <a:moveTo>
                    <a:pt x="249" y="840"/>
                  </a:moveTo>
                  <a:cubicBezTo>
                    <a:pt x="113" y="840"/>
                    <a:pt x="1" y="730"/>
                    <a:pt x="1" y="592"/>
                  </a:cubicBezTo>
                  <a:lnTo>
                    <a:pt x="1" y="248"/>
                  </a:lnTo>
                  <a:cubicBezTo>
                    <a:pt x="1" y="112"/>
                    <a:pt x="113" y="0"/>
                    <a:pt x="249" y="0"/>
                  </a:cubicBezTo>
                  <a:lnTo>
                    <a:pt x="593" y="0"/>
                  </a:lnTo>
                  <a:cubicBezTo>
                    <a:pt x="730" y="0"/>
                    <a:pt x="841" y="112"/>
                    <a:pt x="841" y="248"/>
                  </a:cubicBezTo>
                  <a:lnTo>
                    <a:pt x="841" y="592"/>
                  </a:lnTo>
                  <a:cubicBezTo>
                    <a:pt x="841" y="730"/>
                    <a:pt x="730" y="840"/>
                    <a:pt x="593" y="8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6"/>
            <p:cNvSpPr/>
            <p:nvPr/>
          </p:nvSpPr>
          <p:spPr>
            <a:xfrm>
              <a:off x="1250152" y="2738606"/>
              <a:ext cx="90865" cy="90863"/>
            </a:xfrm>
            <a:custGeom>
              <a:avLst/>
              <a:gdLst/>
              <a:ahLst/>
              <a:cxnLst/>
              <a:rect l="l" t="t" r="r" b="b"/>
              <a:pathLst>
                <a:path w="859" h="859" extrusionOk="0">
                  <a:moveTo>
                    <a:pt x="602" y="0"/>
                  </a:moveTo>
                  <a:lnTo>
                    <a:pt x="258" y="0"/>
                  </a:lnTo>
                  <a:cubicBezTo>
                    <a:pt x="116" y="0"/>
                    <a:pt x="0" y="116"/>
                    <a:pt x="0" y="257"/>
                  </a:cubicBezTo>
                  <a:lnTo>
                    <a:pt x="0" y="601"/>
                  </a:lnTo>
                  <a:cubicBezTo>
                    <a:pt x="0" y="744"/>
                    <a:pt x="116" y="859"/>
                    <a:pt x="258" y="859"/>
                  </a:cubicBezTo>
                  <a:lnTo>
                    <a:pt x="602" y="859"/>
                  </a:lnTo>
                  <a:cubicBezTo>
                    <a:pt x="745" y="859"/>
                    <a:pt x="859" y="744"/>
                    <a:pt x="859" y="601"/>
                  </a:cubicBezTo>
                  <a:lnTo>
                    <a:pt x="859" y="257"/>
                  </a:lnTo>
                  <a:cubicBezTo>
                    <a:pt x="859" y="116"/>
                    <a:pt x="745" y="0"/>
                    <a:pt x="602" y="0"/>
                  </a:cubicBezTo>
                  <a:close/>
                  <a:moveTo>
                    <a:pt x="602" y="19"/>
                  </a:moveTo>
                  <a:cubicBezTo>
                    <a:pt x="733" y="19"/>
                    <a:pt x="841" y="126"/>
                    <a:pt x="841" y="257"/>
                  </a:cubicBezTo>
                  <a:lnTo>
                    <a:pt x="841" y="601"/>
                  </a:lnTo>
                  <a:cubicBezTo>
                    <a:pt x="841" y="733"/>
                    <a:pt x="733" y="840"/>
                    <a:pt x="602" y="840"/>
                  </a:cubicBezTo>
                  <a:lnTo>
                    <a:pt x="258" y="840"/>
                  </a:lnTo>
                  <a:cubicBezTo>
                    <a:pt x="126" y="840"/>
                    <a:pt x="20" y="733"/>
                    <a:pt x="20" y="601"/>
                  </a:cubicBezTo>
                  <a:lnTo>
                    <a:pt x="20" y="257"/>
                  </a:lnTo>
                  <a:cubicBezTo>
                    <a:pt x="20" y="126"/>
                    <a:pt x="126" y="19"/>
                    <a:pt x="258" y="19"/>
                  </a:cubicBezTo>
                  <a:lnTo>
                    <a:pt x="602" y="19"/>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6"/>
            <p:cNvSpPr/>
            <p:nvPr/>
          </p:nvSpPr>
          <p:spPr>
            <a:xfrm>
              <a:off x="1250152" y="2588826"/>
              <a:ext cx="105992" cy="76583"/>
            </a:xfrm>
            <a:custGeom>
              <a:avLst/>
              <a:gdLst/>
              <a:ahLst/>
              <a:cxnLst/>
              <a:rect l="l" t="t" r="r" b="b"/>
              <a:pathLst>
                <a:path w="1002" h="724" fill="none" extrusionOk="0">
                  <a:moveTo>
                    <a:pt x="0" y="255"/>
                  </a:moveTo>
                  <a:lnTo>
                    <a:pt x="430" y="723"/>
                  </a:lnTo>
                  <a:lnTo>
                    <a:pt x="1002" y="1"/>
                  </a:lnTo>
                </a:path>
              </a:pathLst>
            </a:custGeom>
            <a:noFill/>
            <a:ln w="19050" cap="rnd" cmpd="sng">
              <a:solidFill>
                <a:schemeClr val="accent5"/>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6"/>
            <p:cNvSpPr/>
            <p:nvPr/>
          </p:nvSpPr>
          <p:spPr>
            <a:xfrm>
              <a:off x="1250152" y="2728980"/>
              <a:ext cx="105992" cy="76689"/>
            </a:xfrm>
            <a:custGeom>
              <a:avLst/>
              <a:gdLst/>
              <a:ahLst/>
              <a:cxnLst/>
              <a:rect l="l" t="t" r="r" b="b"/>
              <a:pathLst>
                <a:path w="1002" h="725" fill="none" extrusionOk="0">
                  <a:moveTo>
                    <a:pt x="0" y="255"/>
                  </a:moveTo>
                  <a:lnTo>
                    <a:pt x="430" y="724"/>
                  </a:lnTo>
                  <a:lnTo>
                    <a:pt x="1002" y="1"/>
                  </a:lnTo>
                </a:path>
              </a:pathLst>
            </a:custGeom>
            <a:noFill/>
            <a:ln w="19050" cap="rnd" cmpd="sng">
              <a:solidFill>
                <a:schemeClr val="accent5"/>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6"/>
            <p:cNvSpPr/>
            <p:nvPr/>
          </p:nvSpPr>
          <p:spPr>
            <a:xfrm>
              <a:off x="1270039" y="2233097"/>
              <a:ext cx="313955" cy="313948"/>
            </a:xfrm>
            <a:custGeom>
              <a:avLst/>
              <a:gdLst/>
              <a:ahLst/>
              <a:cxnLst/>
              <a:rect l="l" t="t" r="r" b="b"/>
              <a:pathLst>
                <a:path w="2968" h="2968" extrusionOk="0">
                  <a:moveTo>
                    <a:pt x="1484" y="1"/>
                  </a:moveTo>
                  <a:cubicBezTo>
                    <a:pt x="665" y="1"/>
                    <a:pt x="1" y="665"/>
                    <a:pt x="1" y="1484"/>
                  </a:cubicBezTo>
                  <a:cubicBezTo>
                    <a:pt x="1" y="2303"/>
                    <a:pt x="665" y="2967"/>
                    <a:pt x="1484" y="2967"/>
                  </a:cubicBezTo>
                  <a:cubicBezTo>
                    <a:pt x="2303" y="2967"/>
                    <a:pt x="2968" y="2303"/>
                    <a:pt x="2968" y="1484"/>
                  </a:cubicBezTo>
                  <a:cubicBezTo>
                    <a:pt x="2968" y="665"/>
                    <a:pt x="2303" y="1"/>
                    <a:pt x="1484" y="1"/>
                  </a:cubicBezTo>
                  <a:close/>
                  <a:moveTo>
                    <a:pt x="1484" y="20"/>
                  </a:moveTo>
                  <a:cubicBezTo>
                    <a:pt x="2292" y="20"/>
                    <a:pt x="2948" y="677"/>
                    <a:pt x="2948" y="1484"/>
                  </a:cubicBezTo>
                  <a:cubicBezTo>
                    <a:pt x="2948" y="2292"/>
                    <a:pt x="2292" y="2949"/>
                    <a:pt x="1484" y="2949"/>
                  </a:cubicBezTo>
                  <a:cubicBezTo>
                    <a:pt x="677" y="2949"/>
                    <a:pt x="20" y="2292"/>
                    <a:pt x="20" y="1484"/>
                  </a:cubicBezTo>
                  <a:cubicBezTo>
                    <a:pt x="20" y="677"/>
                    <a:pt x="677" y="20"/>
                    <a:pt x="1484" y="2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8" name="Google Shape;318;p16"/>
          <p:cNvSpPr/>
          <p:nvPr/>
        </p:nvSpPr>
        <p:spPr>
          <a:xfrm>
            <a:off x="3879028" y="1800430"/>
            <a:ext cx="202679" cy="162437"/>
          </a:xfrm>
          <a:custGeom>
            <a:avLst/>
            <a:gdLst/>
            <a:ahLst/>
            <a:cxnLst/>
            <a:rect l="l" t="t" r="r" b="b"/>
            <a:pathLst>
              <a:path w="1073" h="860" fill="none" extrusionOk="0">
                <a:moveTo>
                  <a:pt x="0" y="429"/>
                </a:moveTo>
                <a:lnTo>
                  <a:pt x="406" y="859"/>
                </a:lnTo>
                <a:lnTo>
                  <a:pt x="1072" y="1"/>
                </a:lnTo>
              </a:path>
            </a:pathLst>
          </a:custGeom>
          <a:solidFill>
            <a:schemeClr val="lt1"/>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6"/>
          <p:cNvSpPr/>
          <p:nvPr/>
        </p:nvSpPr>
        <p:spPr>
          <a:xfrm>
            <a:off x="3879028" y="2548030"/>
            <a:ext cx="202679" cy="162437"/>
          </a:xfrm>
          <a:custGeom>
            <a:avLst/>
            <a:gdLst/>
            <a:ahLst/>
            <a:cxnLst/>
            <a:rect l="l" t="t" r="r" b="b"/>
            <a:pathLst>
              <a:path w="1073" h="860" fill="none" extrusionOk="0">
                <a:moveTo>
                  <a:pt x="0" y="429"/>
                </a:moveTo>
                <a:lnTo>
                  <a:pt x="406" y="859"/>
                </a:lnTo>
                <a:lnTo>
                  <a:pt x="1072" y="1"/>
                </a:lnTo>
              </a:path>
            </a:pathLst>
          </a:custGeom>
          <a:solidFill>
            <a:schemeClr val="lt1"/>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6"/>
          <p:cNvSpPr/>
          <p:nvPr/>
        </p:nvSpPr>
        <p:spPr>
          <a:xfrm>
            <a:off x="3879028" y="3295630"/>
            <a:ext cx="202679" cy="162437"/>
          </a:xfrm>
          <a:custGeom>
            <a:avLst/>
            <a:gdLst/>
            <a:ahLst/>
            <a:cxnLst/>
            <a:rect l="l" t="t" r="r" b="b"/>
            <a:pathLst>
              <a:path w="1073" h="860" fill="none" extrusionOk="0">
                <a:moveTo>
                  <a:pt x="0" y="429"/>
                </a:moveTo>
                <a:lnTo>
                  <a:pt x="406" y="859"/>
                </a:lnTo>
                <a:lnTo>
                  <a:pt x="1072" y="1"/>
                </a:lnTo>
              </a:path>
            </a:pathLst>
          </a:custGeom>
          <a:solidFill>
            <a:schemeClr val="lt1"/>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6"/>
          <p:cNvSpPr/>
          <p:nvPr/>
        </p:nvSpPr>
        <p:spPr>
          <a:xfrm>
            <a:off x="3879028" y="4043230"/>
            <a:ext cx="202679" cy="162437"/>
          </a:xfrm>
          <a:custGeom>
            <a:avLst/>
            <a:gdLst/>
            <a:ahLst/>
            <a:cxnLst/>
            <a:rect l="l" t="t" r="r" b="b"/>
            <a:pathLst>
              <a:path w="1073" h="860" fill="none" extrusionOk="0">
                <a:moveTo>
                  <a:pt x="0" y="429"/>
                </a:moveTo>
                <a:lnTo>
                  <a:pt x="406" y="859"/>
                </a:lnTo>
                <a:lnTo>
                  <a:pt x="1072" y="1"/>
                </a:lnTo>
              </a:path>
            </a:pathLst>
          </a:custGeom>
          <a:solidFill>
            <a:schemeClr val="lt1"/>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31;p31">
            <a:extLst>
              <a:ext uri="{FF2B5EF4-FFF2-40B4-BE49-F238E27FC236}">
                <a16:creationId xmlns:a16="http://schemas.microsoft.com/office/drawing/2014/main" id="{A9D3524A-33BB-6D1C-0D02-22825E0A6BB9}"/>
              </a:ext>
            </a:extLst>
          </p:cNvPr>
          <p:cNvSpPr/>
          <p:nvPr/>
        </p:nvSpPr>
        <p:spPr>
          <a:xfrm>
            <a:off x="257419" y="251190"/>
            <a:ext cx="4179925"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7" name="Google Shape;1333;p31">
            <a:extLst>
              <a:ext uri="{FF2B5EF4-FFF2-40B4-BE49-F238E27FC236}">
                <a16:creationId xmlns:a16="http://schemas.microsoft.com/office/drawing/2014/main" id="{839F9BAC-E751-C4F3-B370-BF6687766C85}"/>
              </a:ext>
            </a:extLst>
          </p:cNvPr>
          <p:cNvGrpSpPr/>
          <p:nvPr/>
        </p:nvGrpSpPr>
        <p:grpSpPr>
          <a:xfrm>
            <a:off x="548030" y="485540"/>
            <a:ext cx="441436" cy="441224"/>
            <a:chOff x="5020347" y="2784874"/>
            <a:chExt cx="441436" cy="441224"/>
          </a:xfrm>
        </p:grpSpPr>
        <p:sp>
          <p:nvSpPr>
            <p:cNvPr id="8" name="Google Shape;1334;p31">
              <a:extLst>
                <a:ext uri="{FF2B5EF4-FFF2-40B4-BE49-F238E27FC236}">
                  <a16:creationId xmlns:a16="http://schemas.microsoft.com/office/drawing/2014/main" id="{A92AFBCD-7BC1-E6BA-D63E-09C6F06A1B29}"/>
                </a:ext>
              </a:extLst>
            </p:cNvPr>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35;p31">
              <a:extLst>
                <a:ext uri="{FF2B5EF4-FFF2-40B4-BE49-F238E27FC236}">
                  <a16:creationId xmlns:a16="http://schemas.microsoft.com/office/drawing/2014/main" id="{B775D10A-9C45-0CA8-1D68-EDA728FAE566}"/>
                </a:ext>
              </a:extLst>
            </p:cNvPr>
            <p:cNvSpPr/>
            <p:nvPr/>
          </p:nvSpPr>
          <p:spPr>
            <a:xfrm>
              <a:off x="5139915" y="2924267"/>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TextBox 9">
            <a:extLst>
              <a:ext uri="{FF2B5EF4-FFF2-40B4-BE49-F238E27FC236}">
                <a16:creationId xmlns:a16="http://schemas.microsoft.com/office/drawing/2014/main" id="{CB03B497-6BF2-8EE7-26C0-FFF63E91EE03}"/>
              </a:ext>
            </a:extLst>
          </p:cNvPr>
          <p:cNvSpPr txBox="1"/>
          <p:nvPr/>
        </p:nvSpPr>
        <p:spPr>
          <a:xfrm>
            <a:off x="1087159" y="485540"/>
            <a:ext cx="4061460" cy="461665"/>
          </a:xfrm>
          <a:prstGeom prst="rect">
            <a:avLst/>
          </a:prstGeom>
          <a:noFill/>
        </p:spPr>
        <p:txBody>
          <a:bodyPr wrap="square" rtlCol="0">
            <a:spAutoFit/>
          </a:bodyPr>
          <a:lstStyle/>
          <a:p>
            <a:r>
              <a:rPr lang="en-IN" sz="2400" dirty="0">
                <a:latin typeface="Fira Sans Extra Condensed SemiBold" panose="020B0604020202020204" charset="0"/>
              </a:rPr>
              <a:t>Task 2 Overview</a:t>
            </a:r>
          </a:p>
        </p:txBody>
      </p:sp>
      <p:sp>
        <p:nvSpPr>
          <p:cNvPr id="11" name="TextBox 10">
            <a:extLst>
              <a:ext uri="{FF2B5EF4-FFF2-40B4-BE49-F238E27FC236}">
                <a16:creationId xmlns:a16="http://schemas.microsoft.com/office/drawing/2014/main" id="{5ADF11D8-D5B6-4726-2862-48FCF408C6DB}"/>
              </a:ext>
            </a:extLst>
          </p:cNvPr>
          <p:cNvSpPr txBox="1"/>
          <p:nvPr/>
        </p:nvSpPr>
        <p:spPr>
          <a:xfrm>
            <a:off x="3299460" y="2729567"/>
            <a:ext cx="5516880" cy="2031325"/>
          </a:xfrm>
          <a:prstGeom prst="rect">
            <a:avLst/>
          </a:prstGeom>
          <a:noFill/>
        </p:spPr>
        <p:txBody>
          <a:bodyPr wrap="square" rtlCol="0">
            <a:spAutoFit/>
          </a:bodyPr>
          <a:lstStyle/>
          <a:p>
            <a:r>
              <a:rPr lang="en-US" dirty="0">
                <a:latin typeface="Fira Sans Extra Condensed SemiBold" panose="020B0604020202020204" charset="0"/>
              </a:rPr>
              <a:t>Task 2: States with Most Number of Jobs</a:t>
            </a:r>
          </a:p>
          <a:p>
            <a:endParaRPr lang="en-US" dirty="0">
              <a:latin typeface="Fira Sans Extra Condensed SemiBold" panose="020B0604020202020204" charset="0"/>
            </a:endParaRPr>
          </a:p>
          <a:p>
            <a:endParaRPr lang="en-US" dirty="0">
              <a:latin typeface="Fira Sans Extra Condensed SemiBold" panose="020B0604020202020204" charset="0"/>
            </a:endParaRPr>
          </a:p>
          <a:p>
            <a:pPr algn="just"/>
            <a:r>
              <a:rPr lang="en-US" dirty="0">
                <a:latin typeface="Fira Sans Extra Condensed SemiBold" panose="020B0604020202020204" charset="0"/>
              </a:rPr>
              <a:t>This analysis identifies the states with the highest number of job postings. Using job location data, job counts were aggregated state-wise to understand regional hiring demand. The results show that certain states such as New York, California, and Massachusetts have a significantly higher concentration of job opportunities, indicating major hiring hubs for data-related roles.</a:t>
            </a:r>
          </a:p>
          <a:p>
            <a:endParaRPr lang="en-IN" dirty="0">
              <a:latin typeface="Fira Sans Extra Condensed SemiBold" panose="020B0604020202020204" charset="0"/>
            </a:endParaRPr>
          </a:p>
        </p:txBody>
      </p:sp>
      <p:pic>
        <p:nvPicPr>
          <p:cNvPr id="15" name="Picture 14" descr="A graph with blue lines&#10;&#10;AI-generated content may be incorrect.">
            <a:extLst>
              <a:ext uri="{FF2B5EF4-FFF2-40B4-BE49-F238E27FC236}">
                <a16:creationId xmlns:a16="http://schemas.microsoft.com/office/drawing/2014/main" id="{138568C2-46EF-55E3-2AC1-BBDE9FCA3175}"/>
              </a:ext>
            </a:extLst>
          </p:cNvPr>
          <p:cNvPicPr>
            <a:picLocks noChangeAspect="1"/>
          </p:cNvPicPr>
          <p:nvPr/>
        </p:nvPicPr>
        <p:blipFill>
          <a:blip r:embed="rId3"/>
          <a:stretch>
            <a:fillRect/>
          </a:stretch>
        </p:blipFill>
        <p:spPr>
          <a:xfrm>
            <a:off x="4792982" y="391574"/>
            <a:ext cx="3802988" cy="21036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20"/>
          <p:cNvSpPr/>
          <p:nvPr/>
        </p:nvSpPr>
        <p:spPr>
          <a:xfrm>
            <a:off x="319100" y="4378405"/>
            <a:ext cx="2458718" cy="51800"/>
          </a:xfrm>
          <a:custGeom>
            <a:avLst/>
            <a:gdLst/>
            <a:ahLst/>
            <a:cxnLst/>
            <a:rect l="l" t="t" r="r" b="b"/>
            <a:pathLst>
              <a:path w="55489" h="1" fill="none" extrusionOk="0">
                <a:moveTo>
                  <a:pt x="55488" y="0"/>
                </a:moveTo>
                <a:lnTo>
                  <a:pt x="1" y="0"/>
                </a:lnTo>
              </a:path>
            </a:pathLst>
          </a:custGeom>
          <a:noFill/>
          <a:ln w="19050" cap="rnd" cmpd="sng">
            <a:solidFill>
              <a:schemeClr val="accent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 name="Google Shape;423;p20"/>
          <p:cNvGrpSpPr/>
          <p:nvPr/>
        </p:nvGrpSpPr>
        <p:grpSpPr>
          <a:xfrm>
            <a:off x="480966" y="1652883"/>
            <a:ext cx="2059615" cy="2728790"/>
            <a:chOff x="1002469" y="1874709"/>
            <a:chExt cx="2059615" cy="2728790"/>
          </a:xfrm>
        </p:grpSpPr>
        <p:sp>
          <p:nvSpPr>
            <p:cNvPr id="424" name="Google Shape;424;p20"/>
            <p:cNvSpPr/>
            <p:nvPr/>
          </p:nvSpPr>
          <p:spPr>
            <a:xfrm flipH="1">
              <a:off x="1247170" y="1874709"/>
              <a:ext cx="72733" cy="819386"/>
            </a:xfrm>
            <a:custGeom>
              <a:avLst/>
              <a:gdLst/>
              <a:ahLst/>
              <a:cxnLst/>
              <a:rect l="l" t="t" r="r" b="b"/>
              <a:pathLst>
                <a:path w="994" h="11198" extrusionOk="0">
                  <a:moveTo>
                    <a:pt x="472" y="1"/>
                  </a:moveTo>
                  <a:cubicBezTo>
                    <a:pt x="431" y="1"/>
                    <a:pt x="384" y="76"/>
                    <a:pt x="331" y="230"/>
                  </a:cubicBezTo>
                  <a:cubicBezTo>
                    <a:pt x="0" y="1184"/>
                    <a:pt x="331" y="11198"/>
                    <a:pt x="331" y="11198"/>
                  </a:cubicBezTo>
                  <a:lnTo>
                    <a:pt x="994" y="11198"/>
                  </a:lnTo>
                  <a:cubicBezTo>
                    <a:pt x="994" y="11198"/>
                    <a:pt x="987" y="9293"/>
                    <a:pt x="861" y="5327"/>
                  </a:cubicBezTo>
                  <a:cubicBezTo>
                    <a:pt x="756" y="2003"/>
                    <a:pt x="686" y="1"/>
                    <a:pt x="472" y="1"/>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0"/>
            <p:cNvSpPr/>
            <p:nvPr/>
          </p:nvSpPr>
          <p:spPr>
            <a:xfrm flipH="1">
              <a:off x="1323781" y="2298813"/>
              <a:ext cx="81221" cy="395278"/>
            </a:xfrm>
            <a:custGeom>
              <a:avLst/>
              <a:gdLst/>
              <a:ahLst/>
              <a:cxnLst/>
              <a:rect l="l" t="t" r="r" b="b"/>
              <a:pathLst>
                <a:path w="1110" h="5402" extrusionOk="0">
                  <a:moveTo>
                    <a:pt x="165" y="1"/>
                  </a:moveTo>
                  <a:cubicBezTo>
                    <a:pt x="1" y="1"/>
                    <a:pt x="109" y="2091"/>
                    <a:pt x="660" y="5402"/>
                  </a:cubicBezTo>
                  <a:lnTo>
                    <a:pt x="1110" y="5402"/>
                  </a:lnTo>
                  <a:cubicBezTo>
                    <a:pt x="661" y="1606"/>
                    <a:pt x="308" y="1"/>
                    <a:pt x="165" y="1"/>
                  </a:cubicBez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0"/>
            <p:cNvSpPr/>
            <p:nvPr/>
          </p:nvSpPr>
          <p:spPr>
            <a:xfrm flipH="1">
              <a:off x="1210437" y="2145445"/>
              <a:ext cx="72148" cy="548647"/>
            </a:xfrm>
            <a:custGeom>
              <a:avLst/>
              <a:gdLst/>
              <a:ahLst/>
              <a:cxnLst/>
              <a:rect l="l" t="t" r="r" b="b"/>
              <a:pathLst>
                <a:path w="986" h="7498" extrusionOk="0">
                  <a:moveTo>
                    <a:pt x="773" y="0"/>
                  </a:moveTo>
                  <a:cubicBezTo>
                    <a:pt x="678" y="0"/>
                    <a:pt x="533" y="436"/>
                    <a:pt x="335" y="1220"/>
                  </a:cubicBezTo>
                  <a:cubicBezTo>
                    <a:pt x="0" y="2548"/>
                    <a:pt x="481" y="7498"/>
                    <a:pt x="481" y="7498"/>
                  </a:cubicBezTo>
                  <a:lnTo>
                    <a:pt x="727" y="7498"/>
                  </a:lnTo>
                  <a:cubicBezTo>
                    <a:pt x="953" y="2178"/>
                    <a:pt x="986" y="0"/>
                    <a:pt x="773" y="0"/>
                  </a:cubicBez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0"/>
            <p:cNvSpPr/>
            <p:nvPr/>
          </p:nvSpPr>
          <p:spPr>
            <a:xfrm flipH="1">
              <a:off x="1283316" y="2094810"/>
              <a:ext cx="111808" cy="599283"/>
            </a:xfrm>
            <a:custGeom>
              <a:avLst/>
              <a:gdLst/>
              <a:ahLst/>
              <a:cxnLst/>
              <a:rect l="l" t="t" r="r" b="b"/>
              <a:pathLst>
                <a:path w="1528" h="8190" extrusionOk="0">
                  <a:moveTo>
                    <a:pt x="760" y="1"/>
                  </a:moveTo>
                  <a:cubicBezTo>
                    <a:pt x="636" y="1"/>
                    <a:pt x="1" y="1017"/>
                    <a:pt x="898" y="8190"/>
                  </a:cubicBezTo>
                  <a:lnTo>
                    <a:pt x="1528" y="8190"/>
                  </a:lnTo>
                  <a:cubicBezTo>
                    <a:pt x="1528" y="8190"/>
                    <a:pt x="873" y="131"/>
                    <a:pt x="775" y="7"/>
                  </a:cubicBezTo>
                  <a:cubicBezTo>
                    <a:pt x="771" y="3"/>
                    <a:pt x="766" y="1"/>
                    <a:pt x="760" y="1"/>
                  </a:cubicBez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0"/>
            <p:cNvSpPr/>
            <p:nvPr/>
          </p:nvSpPr>
          <p:spPr>
            <a:xfrm flipH="1">
              <a:off x="1076311" y="2694160"/>
              <a:ext cx="409400" cy="404205"/>
            </a:xfrm>
            <a:custGeom>
              <a:avLst/>
              <a:gdLst/>
              <a:ahLst/>
              <a:cxnLst/>
              <a:rect l="l" t="t" r="r" b="b"/>
              <a:pathLst>
                <a:path w="5595" h="5524" extrusionOk="0">
                  <a:moveTo>
                    <a:pt x="1465" y="0"/>
                  </a:moveTo>
                  <a:cubicBezTo>
                    <a:pt x="1465" y="1575"/>
                    <a:pt x="489" y="2128"/>
                    <a:pt x="148" y="3127"/>
                  </a:cubicBezTo>
                  <a:cubicBezTo>
                    <a:pt x="89" y="3295"/>
                    <a:pt x="49" y="3474"/>
                    <a:pt x="35" y="3674"/>
                  </a:cubicBezTo>
                  <a:cubicBezTo>
                    <a:pt x="1" y="4150"/>
                    <a:pt x="110" y="4734"/>
                    <a:pt x="467" y="5524"/>
                  </a:cubicBezTo>
                  <a:lnTo>
                    <a:pt x="5013" y="5524"/>
                  </a:lnTo>
                  <a:cubicBezTo>
                    <a:pt x="5449" y="4781"/>
                    <a:pt x="5594" y="4182"/>
                    <a:pt x="5569" y="3673"/>
                  </a:cubicBezTo>
                  <a:cubicBezTo>
                    <a:pt x="5560" y="3476"/>
                    <a:pt x="5524" y="3294"/>
                    <a:pt x="5469" y="3121"/>
                  </a:cubicBezTo>
                  <a:cubicBezTo>
                    <a:pt x="5114" y="1966"/>
                    <a:pt x="3931" y="1248"/>
                    <a:pt x="3931" y="0"/>
                  </a:cubicBezTo>
                  <a:close/>
                </a:path>
              </a:pathLst>
            </a:custGeom>
            <a:solidFill>
              <a:srgbClr val="ECE8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0"/>
            <p:cNvSpPr/>
            <p:nvPr/>
          </p:nvSpPr>
          <p:spPr>
            <a:xfrm flipH="1">
              <a:off x="1159508" y="2694160"/>
              <a:ext cx="326203" cy="404205"/>
            </a:xfrm>
            <a:custGeom>
              <a:avLst/>
              <a:gdLst/>
              <a:ahLst/>
              <a:cxnLst/>
              <a:rect l="l" t="t" r="r" b="b"/>
              <a:pathLst>
                <a:path w="4458" h="5524" extrusionOk="0">
                  <a:moveTo>
                    <a:pt x="1465" y="0"/>
                  </a:moveTo>
                  <a:cubicBezTo>
                    <a:pt x="1465" y="1575"/>
                    <a:pt x="489" y="2128"/>
                    <a:pt x="147" y="3127"/>
                  </a:cubicBezTo>
                  <a:cubicBezTo>
                    <a:pt x="89" y="3295"/>
                    <a:pt x="49" y="3474"/>
                    <a:pt x="35" y="3674"/>
                  </a:cubicBezTo>
                  <a:cubicBezTo>
                    <a:pt x="1" y="4150"/>
                    <a:pt x="110" y="4734"/>
                    <a:pt x="467" y="5524"/>
                  </a:cubicBezTo>
                  <a:lnTo>
                    <a:pt x="3877" y="5524"/>
                  </a:lnTo>
                  <a:cubicBezTo>
                    <a:pt x="4313" y="4781"/>
                    <a:pt x="4458" y="4182"/>
                    <a:pt x="4433" y="3673"/>
                  </a:cubicBezTo>
                  <a:cubicBezTo>
                    <a:pt x="4422" y="3476"/>
                    <a:pt x="4388" y="3294"/>
                    <a:pt x="4333" y="3121"/>
                  </a:cubicBezTo>
                  <a:cubicBezTo>
                    <a:pt x="3978" y="1966"/>
                    <a:pt x="2794" y="1248"/>
                    <a:pt x="27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0"/>
            <p:cNvSpPr/>
            <p:nvPr/>
          </p:nvSpPr>
          <p:spPr>
            <a:xfrm flipH="1">
              <a:off x="1107410" y="2010296"/>
              <a:ext cx="150077" cy="683797"/>
            </a:xfrm>
            <a:custGeom>
              <a:avLst/>
              <a:gdLst/>
              <a:ahLst/>
              <a:cxnLst/>
              <a:rect l="l" t="t" r="r" b="b"/>
              <a:pathLst>
                <a:path w="2051" h="9345" extrusionOk="0">
                  <a:moveTo>
                    <a:pt x="1813" y="0"/>
                  </a:moveTo>
                  <a:cubicBezTo>
                    <a:pt x="1701" y="0"/>
                    <a:pt x="1460" y="746"/>
                    <a:pt x="1107" y="2318"/>
                  </a:cubicBezTo>
                  <a:cubicBezTo>
                    <a:pt x="0" y="7237"/>
                    <a:pt x="246" y="9345"/>
                    <a:pt x="246" y="9345"/>
                  </a:cubicBezTo>
                  <a:lnTo>
                    <a:pt x="621" y="9345"/>
                  </a:lnTo>
                  <a:cubicBezTo>
                    <a:pt x="1704" y="3377"/>
                    <a:pt x="2051" y="0"/>
                    <a:pt x="1813" y="0"/>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0"/>
            <p:cNvSpPr/>
            <p:nvPr/>
          </p:nvSpPr>
          <p:spPr>
            <a:xfrm flipH="1">
              <a:off x="1327146" y="2451010"/>
              <a:ext cx="127320" cy="243079"/>
            </a:xfrm>
            <a:custGeom>
              <a:avLst/>
              <a:gdLst/>
              <a:ahLst/>
              <a:cxnLst/>
              <a:rect l="l" t="t" r="r" b="b"/>
              <a:pathLst>
                <a:path w="1740" h="3322" extrusionOk="0">
                  <a:moveTo>
                    <a:pt x="329" y="1"/>
                  </a:moveTo>
                  <a:cubicBezTo>
                    <a:pt x="0" y="1"/>
                    <a:pt x="409" y="1094"/>
                    <a:pt x="1259" y="3322"/>
                  </a:cubicBezTo>
                  <a:lnTo>
                    <a:pt x="1526" y="3322"/>
                  </a:lnTo>
                  <a:cubicBezTo>
                    <a:pt x="1526" y="3322"/>
                    <a:pt x="1740" y="1009"/>
                    <a:pt x="774" y="248"/>
                  </a:cubicBezTo>
                  <a:cubicBezTo>
                    <a:pt x="566" y="83"/>
                    <a:pt x="420" y="1"/>
                    <a:pt x="329" y="1"/>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0"/>
            <p:cNvSpPr/>
            <p:nvPr/>
          </p:nvSpPr>
          <p:spPr>
            <a:xfrm flipH="1">
              <a:off x="1120801" y="2485328"/>
              <a:ext cx="126442" cy="208761"/>
            </a:xfrm>
            <a:custGeom>
              <a:avLst/>
              <a:gdLst/>
              <a:ahLst/>
              <a:cxnLst/>
              <a:rect l="l" t="t" r="r" b="b"/>
              <a:pathLst>
                <a:path w="1728" h="2853" extrusionOk="0">
                  <a:moveTo>
                    <a:pt x="1533" y="0"/>
                  </a:moveTo>
                  <a:cubicBezTo>
                    <a:pt x="1330" y="0"/>
                    <a:pt x="667" y="1004"/>
                    <a:pt x="1" y="2853"/>
                  </a:cubicBezTo>
                  <a:lnTo>
                    <a:pt x="481" y="2853"/>
                  </a:lnTo>
                  <a:cubicBezTo>
                    <a:pt x="1506" y="906"/>
                    <a:pt x="1727" y="0"/>
                    <a:pt x="1533" y="0"/>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0"/>
            <p:cNvSpPr/>
            <p:nvPr/>
          </p:nvSpPr>
          <p:spPr>
            <a:xfrm flipH="1">
              <a:off x="1078213" y="2862968"/>
              <a:ext cx="404937" cy="101929"/>
            </a:xfrm>
            <a:custGeom>
              <a:avLst/>
              <a:gdLst/>
              <a:ahLst/>
              <a:cxnLst/>
              <a:rect l="l" t="t" r="r" b="b"/>
              <a:pathLst>
                <a:path w="5534" h="1393" extrusionOk="0">
                  <a:moveTo>
                    <a:pt x="1491" y="0"/>
                  </a:moveTo>
                  <a:cubicBezTo>
                    <a:pt x="1034" y="0"/>
                    <a:pt x="801" y="305"/>
                    <a:pt x="632" y="528"/>
                  </a:cubicBezTo>
                  <a:cubicBezTo>
                    <a:pt x="466" y="746"/>
                    <a:pt x="381" y="836"/>
                    <a:pt x="216" y="836"/>
                  </a:cubicBezTo>
                  <a:cubicBezTo>
                    <a:pt x="177" y="836"/>
                    <a:pt x="144" y="830"/>
                    <a:pt x="112" y="821"/>
                  </a:cubicBezTo>
                  <a:cubicBezTo>
                    <a:pt x="54" y="988"/>
                    <a:pt x="14" y="1167"/>
                    <a:pt x="1" y="1367"/>
                  </a:cubicBezTo>
                  <a:cubicBezTo>
                    <a:pt x="66" y="1383"/>
                    <a:pt x="138" y="1392"/>
                    <a:pt x="216" y="1392"/>
                  </a:cubicBezTo>
                  <a:cubicBezTo>
                    <a:pt x="673" y="1392"/>
                    <a:pt x="906" y="1088"/>
                    <a:pt x="1076" y="865"/>
                  </a:cubicBezTo>
                  <a:cubicBezTo>
                    <a:pt x="1241" y="646"/>
                    <a:pt x="1326" y="557"/>
                    <a:pt x="1491" y="557"/>
                  </a:cubicBezTo>
                  <a:cubicBezTo>
                    <a:pt x="1655" y="557"/>
                    <a:pt x="1739" y="646"/>
                    <a:pt x="1906" y="865"/>
                  </a:cubicBezTo>
                  <a:cubicBezTo>
                    <a:pt x="2076" y="1088"/>
                    <a:pt x="2308" y="1392"/>
                    <a:pt x="2764" y="1392"/>
                  </a:cubicBezTo>
                  <a:cubicBezTo>
                    <a:pt x="3220" y="1392"/>
                    <a:pt x="3453" y="1088"/>
                    <a:pt x="3623" y="865"/>
                  </a:cubicBezTo>
                  <a:cubicBezTo>
                    <a:pt x="3788" y="646"/>
                    <a:pt x="3874" y="557"/>
                    <a:pt x="4038" y="557"/>
                  </a:cubicBezTo>
                  <a:cubicBezTo>
                    <a:pt x="4202" y="557"/>
                    <a:pt x="4286" y="646"/>
                    <a:pt x="4454" y="865"/>
                  </a:cubicBezTo>
                  <a:cubicBezTo>
                    <a:pt x="4623" y="1088"/>
                    <a:pt x="4856" y="1392"/>
                    <a:pt x="5312" y="1392"/>
                  </a:cubicBezTo>
                  <a:cubicBezTo>
                    <a:pt x="5393" y="1392"/>
                    <a:pt x="5467" y="1383"/>
                    <a:pt x="5534" y="1366"/>
                  </a:cubicBezTo>
                  <a:cubicBezTo>
                    <a:pt x="5524" y="1169"/>
                    <a:pt x="5489" y="987"/>
                    <a:pt x="5434" y="814"/>
                  </a:cubicBezTo>
                  <a:cubicBezTo>
                    <a:pt x="5398" y="829"/>
                    <a:pt x="5358" y="836"/>
                    <a:pt x="5312" y="836"/>
                  </a:cubicBezTo>
                  <a:cubicBezTo>
                    <a:pt x="5148" y="836"/>
                    <a:pt x="5063" y="746"/>
                    <a:pt x="4896" y="528"/>
                  </a:cubicBezTo>
                  <a:cubicBezTo>
                    <a:pt x="4728" y="305"/>
                    <a:pt x="4495" y="0"/>
                    <a:pt x="4038" y="0"/>
                  </a:cubicBezTo>
                  <a:cubicBezTo>
                    <a:pt x="3581" y="0"/>
                    <a:pt x="3348" y="305"/>
                    <a:pt x="3180" y="528"/>
                  </a:cubicBezTo>
                  <a:cubicBezTo>
                    <a:pt x="3013" y="746"/>
                    <a:pt x="2929" y="836"/>
                    <a:pt x="2764" y="836"/>
                  </a:cubicBezTo>
                  <a:cubicBezTo>
                    <a:pt x="2599" y="836"/>
                    <a:pt x="2516" y="746"/>
                    <a:pt x="2349" y="528"/>
                  </a:cubicBezTo>
                  <a:cubicBezTo>
                    <a:pt x="2179" y="305"/>
                    <a:pt x="1947" y="0"/>
                    <a:pt x="1491" y="0"/>
                  </a:cubicBezTo>
                  <a:close/>
                </a:path>
              </a:pathLst>
            </a:custGeom>
            <a:solidFill>
              <a:srgbClr val="EBE2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0"/>
            <p:cNvSpPr/>
            <p:nvPr/>
          </p:nvSpPr>
          <p:spPr>
            <a:xfrm flipH="1">
              <a:off x="1002469" y="3088337"/>
              <a:ext cx="610990" cy="69368"/>
            </a:xfrm>
            <a:custGeom>
              <a:avLst/>
              <a:gdLst/>
              <a:ahLst/>
              <a:cxnLst/>
              <a:rect l="l" t="t" r="r" b="b"/>
              <a:pathLst>
                <a:path w="8350" h="948" extrusionOk="0">
                  <a:moveTo>
                    <a:pt x="0" y="1"/>
                  </a:moveTo>
                  <a:lnTo>
                    <a:pt x="0" y="947"/>
                  </a:lnTo>
                  <a:lnTo>
                    <a:pt x="8349" y="947"/>
                  </a:lnTo>
                  <a:lnTo>
                    <a:pt x="8349" y="1"/>
                  </a:lnTo>
                  <a:close/>
                </a:path>
              </a:pathLst>
            </a:custGeom>
            <a:solidFill>
              <a:srgbClr val="C19E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0"/>
            <p:cNvSpPr/>
            <p:nvPr/>
          </p:nvSpPr>
          <p:spPr>
            <a:xfrm>
              <a:off x="1604128" y="3677140"/>
              <a:ext cx="248055" cy="914949"/>
            </a:xfrm>
            <a:custGeom>
              <a:avLst/>
              <a:gdLst/>
              <a:ahLst/>
              <a:cxnLst/>
              <a:rect l="l" t="t" r="r" b="b"/>
              <a:pathLst>
                <a:path w="3390" h="12504" fill="none" extrusionOk="0">
                  <a:moveTo>
                    <a:pt x="3390" y="1"/>
                  </a:moveTo>
                  <a:lnTo>
                    <a:pt x="0" y="12504"/>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0"/>
            <p:cNvSpPr/>
            <p:nvPr/>
          </p:nvSpPr>
          <p:spPr>
            <a:xfrm>
              <a:off x="2075430" y="3677140"/>
              <a:ext cx="38855" cy="914949"/>
            </a:xfrm>
            <a:custGeom>
              <a:avLst/>
              <a:gdLst/>
              <a:ahLst/>
              <a:cxnLst/>
              <a:rect l="l" t="t" r="r" b="b"/>
              <a:pathLst>
                <a:path w="531" h="12504" fill="none" extrusionOk="0">
                  <a:moveTo>
                    <a:pt x="530" y="1"/>
                  </a:moveTo>
                  <a:lnTo>
                    <a:pt x="0" y="12504"/>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0"/>
            <p:cNvSpPr/>
            <p:nvPr/>
          </p:nvSpPr>
          <p:spPr>
            <a:xfrm>
              <a:off x="2617708" y="3677140"/>
              <a:ext cx="38928" cy="914949"/>
            </a:xfrm>
            <a:custGeom>
              <a:avLst/>
              <a:gdLst/>
              <a:ahLst/>
              <a:cxnLst/>
              <a:rect l="l" t="t" r="r" b="b"/>
              <a:pathLst>
                <a:path w="532" h="12504" fill="none" extrusionOk="0">
                  <a:moveTo>
                    <a:pt x="532" y="1"/>
                  </a:moveTo>
                  <a:lnTo>
                    <a:pt x="0" y="12504"/>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0"/>
            <p:cNvSpPr/>
            <p:nvPr/>
          </p:nvSpPr>
          <p:spPr>
            <a:xfrm>
              <a:off x="1714252" y="4111123"/>
              <a:ext cx="922047" cy="74563"/>
            </a:xfrm>
            <a:custGeom>
              <a:avLst/>
              <a:gdLst/>
              <a:ahLst/>
              <a:cxnLst/>
              <a:rect l="l" t="t" r="r" b="b"/>
              <a:pathLst>
                <a:path w="12601" h="1019" fill="none" extrusionOk="0">
                  <a:moveTo>
                    <a:pt x="1" y="1018"/>
                  </a:moveTo>
                  <a:lnTo>
                    <a:pt x="1" y="1018"/>
                  </a:lnTo>
                  <a:cubicBezTo>
                    <a:pt x="164" y="418"/>
                    <a:pt x="710" y="1"/>
                    <a:pt x="1332" y="1"/>
                  </a:cubicBezTo>
                  <a:lnTo>
                    <a:pt x="3917" y="1"/>
                  </a:lnTo>
                  <a:cubicBezTo>
                    <a:pt x="4523" y="1"/>
                    <a:pt x="5047" y="425"/>
                    <a:pt x="5172" y="1018"/>
                  </a:cubicBezTo>
                  <a:lnTo>
                    <a:pt x="5199" y="924"/>
                  </a:lnTo>
                  <a:cubicBezTo>
                    <a:pt x="5358" y="377"/>
                    <a:pt x="5860" y="1"/>
                    <a:pt x="6429" y="1"/>
                  </a:cubicBezTo>
                  <a:lnTo>
                    <a:pt x="11608" y="1"/>
                  </a:lnTo>
                  <a:cubicBezTo>
                    <a:pt x="12161" y="1"/>
                    <a:pt x="12601" y="466"/>
                    <a:pt x="12570" y="1018"/>
                  </a:cubicBez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0"/>
            <p:cNvSpPr/>
            <p:nvPr/>
          </p:nvSpPr>
          <p:spPr>
            <a:xfrm>
              <a:off x="1652861" y="2080018"/>
              <a:ext cx="940998" cy="1597722"/>
            </a:xfrm>
            <a:custGeom>
              <a:avLst/>
              <a:gdLst/>
              <a:ahLst/>
              <a:cxnLst/>
              <a:rect l="l" t="t" r="r" b="b"/>
              <a:pathLst>
                <a:path w="12860" h="21835" fill="none" extrusionOk="0">
                  <a:moveTo>
                    <a:pt x="2724" y="21828"/>
                  </a:moveTo>
                  <a:cubicBezTo>
                    <a:pt x="1" y="6251"/>
                    <a:pt x="4713" y="0"/>
                    <a:pt x="12859" y="21835"/>
                  </a:cubicBezTo>
                  <a:close/>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0"/>
            <p:cNvSpPr/>
            <p:nvPr/>
          </p:nvSpPr>
          <p:spPr>
            <a:xfrm>
              <a:off x="1815669" y="2851177"/>
              <a:ext cx="388107" cy="0"/>
            </a:xfrm>
            <a:custGeom>
              <a:avLst/>
              <a:gdLst/>
              <a:ahLst/>
              <a:cxnLst/>
              <a:rect l="l" t="t" r="r" b="b"/>
              <a:pathLst>
                <a:path w="5304" fill="none" extrusionOk="0">
                  <a:moveTo>
                    <a:pt x="5304" y="0"/>
                  </a:moveTo>
                  <a:lnTo>
                    <a:pt x="0" y="0"/>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0"/>
            <p:cNvSpPr/>
            <p:nvPr/>
          </p:nvSpPr>
          <p:spPr>
            <a:xfrm>
              <a:off x="1795693" y="3073692"/>
              <a:ext cx="538184" cy="73"/>
            </a:xfrm>
            <a:custGeom>
              <a:avLst/>
              <a:gdLst/>
              <a:ahLst/>
              <a:cxnLst/>
              <a:rect l="l" t="t" r="r" b="b"/>
              <a:pathLst>
                <a:path w="7355" h="1" fill="none" extrusionOk="0">
                  <a:moveTo>
                    <a:pt x="7354" y="1"/>
                  </a:moveTo>
                  <a:lnTo>
                    <a:pt x="0" y="1"/>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0"/>
            <p:cNvSpPr/>
            <p:nvPr/>
          </p:nvSpPr>
          <p:spPr>
            <a:xfrm>
              <a:off x="1803303" y="3296281"/>
              <a:ext cx="636381" cy="73"/>
            </a:xfrm>
            <a:custGeom>
              <a:avLst/>
              <a:gdLst/>
              <a:ahLst/>
              <a:cxnLst/>
              <a:rect l="l" t="t" r="r" b="b"/>
              <a:pathLst>
                <a:path w="8697" h="1" fill="none" extrusionOk="0">
                  <a:moveTo>
                    <a:pt x="8696" y="1"/>
                  </a:moveTo>
                  <a:lnTo>
                    <a:pt x="0" y="1"/>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0"/>
            <p:cNvSpPr/>
            <p:nvPr/>
          </p:nvSpPr>
          <p:spPr>
            <a:xfrm>
              <a:off x="1827376" y="3518870"/>
              <a:ext cx="705456" cy="73"/>
            </a:xfrm>
            <a:custGeom>
              <a:avLst/>
              <a:gdLst/>
              <a:ahLst/>
              <a:cxnLst/>
              <a:rect l="l" t="t" r="r" b="b"/>
              <a:pathLst>
                <a:path w="9641" h="1" fill="none" extrusionOk="0">
                  <a:moveTo>
                    <a:pt x="9641" y="1"/>
                  </a:moveTo>
                  <a:lnTo>
                    <a:pt x="1" y="1"/>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0"/>
            <p:cNvSpPr/>
            <p:nvPr/>
          </p:nvSpPr>
          <p:spPr>
            <a:xfrm>
              <a:off x="1837767" y="3622627"/>
              <a:ext cx="1053757" cy="59197"/>
            </a:xfrm>
            <a:custGeom>
              <a:avLst/>
              <a:gdLst/>
              <a:ahLst/>
              <a:cxnLst/>
              <a:rect l="l" t="t" r="r" b="b"/>
              <a:pathLst>
                <a:path w="14401" h="809" extrusionOk="0">
                  <a:moveTo>
                    <a:pt x="0" y="1"/>
                  </a:moveTo>
                  <a:lnTo>
                    <a:pt x="144" y="809"/>
                  </a:lnTo>
                  <a:lnTo>
                    <a:pt x="14401" y="809"/>
                  </a:lnTo>
                  <a:lnTo>
                    <a:pt x="14256" y="1"/>
                  </a:lnTo>
                  <a:close/>
                </a:path>
              </a:pathLst>
            </a:custGeom>
            <a:solidFill>
              <a:srgbClr val="956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0"/>
            <p:cNvSpPr/>
            <p:nvPr/>
          </p:nvSpPr>
          <p:spPr>
            <a:xfrm>
              <a:off x="2198725" y="3622627"/>
              <a:ext cx="692797" cy="59197"/>
            </a:xfrm>
            <a:custGeom>
              <a:avLst/>
              <a:gdLst/>
              <a:ahLst/>
              <a:cxnLst/>
              <a:rect l="l" t="t" r="r" b="b"/>
              <a:pathLst>
                <a:path w="9468" h="809" extrusionOk="0">
                  <a:moveTo>
                    <a:pt x="0" y="1"/>
                  </a:moveTo>
                  <a:lnTo>
                    <a:pt x="145" y="809"/>
                  </a:lnTo>
                  <a:lnTo>
                    <a:pt x="9468" y="809"/>
                  </a:lnTo>
                  <a:lnTo>
                    <a:pt x="9323" y="1"/>
                  </a:lnTo>
                  <a:close/>
                </a:path>
              </a:pathLst>
            </a:custGeom>
            <a:solidFill>
              <a:srgbClr val="5739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0"/>
            <p:cNvSpPr/>
            <p:nvPr/>
          </p:nvSpPr>
          <p:spPr>
            <a:xfrm>
              <a:off x="2268604" y="3420307"/>
              <a:ext cx="435596" cy="988048"/>
            </a:xfrm>
            <a:custGeom>
              <a:avLst/>
              <a:gdLst/>
              <a:ahLst/>
              <a:cxnLst/>
              <a:rect l="l" t="t" r="r" b="b"/>
              <a:pathLst>
                <a:path w="5953" h="13503" extrusionOk="0">
                  <a:moveTo>
                    <a:pt x="3809" y="0"/>
                  </a:moveTo>
                  <a:cubicBezTo>
                    <a:pt x="3270" y="543"/>
                    <a:pt x="2925" y="1379"/>
                    <a:pt x="2443" y="2255"/>
                  </a:cubicBezTo>
                  <a:cubicBezTo>
                    <a:pt x="1" y="6676"/>
                    <a:pt x="1721" y="11324"/>
                    <a:pt x="1197" y="13130"/>
                  </a:cubicBezTo>
                  <a:lnTo>
                    <a:pt x="2096" y="13502"/>
                  </a:lnTo>
                  <a:lnTo>
                    <a:pt x="5376" y="3161"/>
                  </a:lnTo>
                  <a:lnTo>
                    <a:pt x="5639" y="2335"/>
                  </a:lnTo>
                  <a:cubicBezTo>
                    <a:pt x="5952" y="1345"/>
                    <a:pt x="5336" y="302"/>
                    <a:pt x="4317" y="101"/>
                  </a:cubicBezTo>
                  <a:lnTo>
                    <a:pt x="3809" y="0"/>
                  </a:ln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0"/>
            <p:cNvSpPr/>
            <p:nvPr/>
          </p:nvSpPr>
          <p:spPr>
            <a:xfrm>
              <a:off x="2270360" y="4240198"/>
              <a:ext cx="260494" cy="363301"/>
            </a:xfrm>
            <a:custGeom>
              <a:avLst/>
              <a:gdLst/>
              <a:ahLst/>
              <a:cxnLst/>
              <a:rect l="l" t="t" r="r" b="b"/>
              <a:pathLst>
                <a:path w="3560" h="4965" extrusionOk="0">
                  <a:moveTo>
                    <a:pt x="2094" y="1"/>
                  </a:moveTo>
                  <a:cubicBezTo>
                    <a:pt x="187" y="703"/>
                    <a:pt x="1" y="1953"/>
                    <a:pt x="1" y="1953"/>
                  </a:cubicBezTo>
                  <a:cubicBezTo>
                    <a:pt x="1222" y="2815"/>
                    <a:pt x="1611" y="4964"/>
                    <a:pt x="1611" y="4964"/>
                  </a:cubicBezTo>
                  <a:lnTo>
                    <a:pt x="3559" y="4964"/>
                  </a:lnTo>
                  <a:lnTo>
                    <a:pt x="2416" y="4572"/>
                  </a:lnTo>
                  <a:lnTo>
                    <a:pt x="2094" y="1"/>
                  </a:ln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0"/>
            <p:cNvSpPr/>
            <p:nvPr/>
          </p:nvSpPr>
          <p:spPr>
            <a:xfrm>
              <a:off x="2254409" y="4296394"/>
              <a:ext cx="276446" cy="307105"/>
            </a:xfrm>
            <a:custGeom>
              <a:avLst/>
              <a:gdLst/>
              <a:ahLst/>
              <a:cxnLst/>
              <a:rect l="l" t="t" r="r" b="b"/>
              <a:pathLst>
                <a:path w="3778" h="4197" extrusionOk="0">
                  <a:moveTo>
                    <a:pt x="978" y="1"/>
                  </a:moveTo>
                  <a:cubicBezTo>
                    <a:pt x="0" y="436"/>
                    <a:pt x="219" y="1185"/>
                    <a:pt x="219" y="1185"/>
                  </a:cubicBezTo>
                  <a:cubicBezTo>
                    <a:pt x="1360" y="2134"/>
                    <a:pt x="1829" y="4196"/>
                    <a:pt x="1829" y="4196"/>
                  </a:cubicBezTo>
                  <a:lnTo>
                    <a:pt x="3777" y="4196"/>
                  </a:lnTo>
                  <a:lnTo>
                    <a:pt x="2634" y="3804"/>
                  </a:lnTo>
                  <a:lnTo>
                    <a:pt x="978" y="1"/>
                  </a:lnTo>
                  <a:close/>
                </a:path>
              </a:pathLst>
            </a:custGeom>
            <a:solidFill>
              <a:srgbClr val="232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0"/>
            <p:cNvSpPr/>
            <p:nvPr/>
          </p:nvSpPr>
          <p:spPr>
            <a:xfrm>
              <a:off x="2270360" y="4383102"/>
              <a:ext cx="31976" cy="220396"/>
            </a:xfrm>
            <a:custGeom>
              <a:avLst/>
              <a:gdLst/>
              <a:ahLst/>
              <a:cxnLst/>
              <a:rect l="l" t="t" r="r" b="b"/>
              <a:pathLst>
                <a:path w="437" h="3012" extrusionOk="0">
                  <a:moveTo>
                    <a:pt x="1" y="0"/>
                  </a:moveTo>
                  <a:lnTo>
                    <a:pt x="221" y="3011"/>
                  </a:lnTo>
                  <a:lnTo>
                    <a:pt x="381" y="3011"/>
                  </a:lnTo>
                  <a:lnTo>
                    <a:pt x="436" y="0"/>
                  </a:lnTo>
                  <a:close/>
                </a:path>
              </a:pathLst>
            </a:custGeom>
            <a:solidFill>
              <a:srgbClr val="232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0"/>
            <p:cNvSpPr/>
            <p:nvPr/>
          </p:nvSpPr>
          <p:spPr>
            <a:xfrm>
              <a:off x="2581268" y="3460405"/>
              <a:ext cx="368570" cy="955121"/>
            </a:xfrm>
            <a:custGeom>
              <a:avLst/>
              <a:gdLst/>
              <a:ahLst/>
              <a:cxnLst/>
              <a:rect l="l" t="t" r="r" b="b"/>
              <a:pathLst>
                <a:path w="5037" h="13053" extrusionOk="0">
                  <a:moveTo>
                    <a:pt x="1247" y="0"/>
                  </a:moveTo>
                  <a:cubicBezTo>
                    <a:pt x="1083" y="0"/>
                    <a:pt x="914" y="24"/>
                    <a:pt x="747" y="74"/>
                  </a:cubicBezTo>
                  <a:lnTo>
                    <a:pt x="251" y="223"/>
                  </a:lnTo>
                  <a:cubicBezTo>
                    <a:pt x="30" y="953"/>
                    <a:pt x="114" y="1854"/>
                    <a:pt x="96" y="2854"/>
                  </a:cubicBezTo>
                  <a:cubicBezTo>
                    <a:pt x="1" y="7905"/>
                    <a:pt x="3692" y="11211"/>
                    <a:pt x="4071" y="13053"/>
                  </a:cubicBezTo>
                  <a:lnTo>
                    <a:pt x="5037" y="12998"/>
                  </a:lnTo>
                  <a:lnTo>
                    <a:pt x="3114" y="2286"/>
                  </a:lnTo>
                  <a:lnTo>
                    <a:pt x="2959" y="1432"/>
                  </a:lnTo>
                  <a:cubicBezTo>
                    <a:pt x="2805" y="582"/>
                    <a:pt x="2065" y="0"/>
                    <a:pt x="1247" y="0"/>
                  </a:cubicBez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0"/>
            <p:cNvSpPr/>
            <p:nvPr/>
          </p:nvSpPr>
          <p:spPr>
            <a:xfrm>
              <a:off x="2780150" y="4240198"/>
              <a:ext cx="281934" cy="363301"/>
            </a:xfrm>
            <a:custGeom>
              <a:avLst/>
              <a:gdLst/>
              <a:ahLst/>
              <a:cxnLst/>
              <a:rect l="l" t="t" r="r" b="b"/>
              <a:pathLst>
                <a:path w="3853" h="4965" extrusionOk="0">
                  <a:moveTo>
                    <a:pt x="1907" y="1"/>
                  </a:moveTo>
                  <a:cubicBezTo>
                    <a:pt x="0" y="703"/>
                    <a:pt x="295" y="1953"/>
                    <a:pt x="295" y="1953"/>
                  </a:cubicBezTo>
                  <a:cubicBezTo>
                    <a:pt x="1515" y="2815"/>
                    <a:pt x="1905" y="4964"/>
                    <a:pt x="1905" y="4964"/>
                  </a:cubicBezTo>
                  <a:lnTo>
                    <a:pt x="3853" y="4964"/>
                  </a:lnTo>
                  <a:lnTo>
                    <a:pt x="2710" y="4572"/>
                  </a:lnTo>
                  <a:lnTo>
                    <a:pt x="1907" y="1"/>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0"/>
            <p:cNvSpPr/>
            <p:nvPr/>
          </p:nvSpPr>
          <p:spPr>
            <a:xfrm>
              <a:off x="2754174" y="4301662"/>
              <a:ext cx="307910" cy="301837"/>
            </a:xfrm>
            <a:custGeom>
              <a:avLst/>
              <a:gdLst/>
              <a:ahLst/>
              <a:cxnLst/>
              <a:rect l="l" t="t" r="r" b="b"/>
              <a:pathLst>
                <a:path w="4208" h="4125" extrusionOk="0">
                  <a:moveTo>
                    <a:pt x="978" y="1"/>
                  </a:moveTo>
                  <a:cubicBezTo>
                    <a:pt x="1" y="438"/>
                    <a:pt x="650" y="1113"/>
                    <a:pt x="650" y="1113"/>
                  </a:cubicBezTo>
                  <a:cubicBezTo>
                    <a:pt x="1791" y="2062"/>
                    <a:pt x="2260" y="4124"/>
                    <a:pt x="2260" y="4124"/>
                  </a:cubicBezTo>
                  <a:lnTo>
                    <a:pt x="4208" y="4124"/>
                  </a:lnTo>
                  <a:lnTo>
                    <a:pt x="3065" y="3732"/>
                  </a:lnTo>
                  <a:lnTo>
                    <a:pt x="978" y="1"/>
                  </a:lnTo>
                  <a:close/>
                </a:path>
              </a:pathLst>
            </a:custGeom>
            <a:solidFill>
              <a:srgbClr val="232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0"/>
            <p:cNvSpPr/>
            <p:nvPr/>
          </p:nvSpPr>
          <p:spPr>
            <a:xfrm>
              <a:off x="2801736" y="4383102"/>
              <a:ext cx="31903" cy="220396"/>
            </a:xfrm>
            <a:custGeom>
              <a:avLst/>
              <a:gdLst/>
              <a:ahLst/>
              <a:cxnLst/>
              <a:rect l="l" t="t" r="r" b="b"/>
              <a:pathLst>
                <a:path w="436" h="3012" extrusionOk="0">
                  <a:moveTo>
                    <a:pt x="0" y="0"/>
                  </a:moveTo>
                  <a:lnTo>
                    <a:pt x="221" y="3011"/>
                  </a:lnTo>
                  <a:lnTo>
                    <a:pt x="380" y="3011"/>
                  </a:lnTo>
                  <a:lnTo>
                    <a:pt x="436" y="0"/>
                  </a:lnTo>
                  <a:close/>
                </a:path>
              </a:pathLst>
            </a:custGeom>
            <a:solidFill>
              <a:srgbClr val="232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0"/>
            <p:cNvSpPr/>
            <p:nvPr/>
          </p:nvSpPr>
          <p:spPr>
            <a:xfrm>
              <a:off x="2343898" y="2645930"/>
              <a:ext cx="355472" cy="641650"/>
            </a:xfrm>
            <a:custGeom>
              <a:avLst/>
              <a:gdLst/>
              <a:ahLst/>
              <a:cxnLst/>
              <a:rect l="l" t="t" r="r" b="b"/>
              <a:pathLst>
                <a:path w="4858" h="8769" extrusionOk="0">
                  <a:moveTo>
                    <a:pt x="2881" y="1"/>
                  </a:moveTo>
                  <a:lnTo>
                    <a:pt x="1" y="1294"/>
                  </a:lnTo>
                  <a:lnTo>
                    <a:pt x="1933" y="7745"/>
                  </a:lnTo>
                  <a:cubicBezTo>
                    <a:pt x="2123" y="8381"/>
                    <a:pt x="2703" y="8769"/>
                    <a:pt x="3311" y="8769"/>
                  </a:cubicBezTo>
                  <a:cubicBezTo>
                    <a:pt x="3558" y="8769"/>
                    <a:pt x="3809" y="8705"/>
                    <a:pt x="4041" y="8568"/>
                  </a:cubicBezTo>
                  <a:cubicBezTo>
                    <a:pt x="4590" y="8241"/>
                    <a:pt x="4858" y="7589"/>
                    <a:pt x="4697" y="6971"/>
                  </a:cubicBezTo>
                  <a:lnTo>
                    <a:pt x="2881" y="1"/>
                  </a:ln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0"/>
            <p:cNvSpPr/>
            <p:nvPr/>
          </p:nvSpPr>
          <p:spPr>
            <a:xfrm>
              <a:off x="2372655" y="2860177"/>
              <a:ext cx="181395" cy="473426"/>
            </a:xfrm>
            <a:custGeom>
              <a:avLst/>
              <a:gdLst/>
              <a:ahLst/>
              <a:cxnLst/>
              <a:rect l="l" t="t" r="r" b="b"/>
              <a:pathLst>
                <a:path w="2479" h="6470" extrusionOk="0">
                  <a:moveTo>
                    <a:pt x="1" y="0"/>
                  </a:moveTo>
                  <a:lnTo>
                    <a:pt x="1" y="6470"/>
                  </a:lnTo>
                  <a:lnTo>
                    <a:pt x="2478" y="6470"/>
                  </a:lnTo>
                  <a:lnTo>
                    <a:pt x="2478" y="0"/>
                  </a:ln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0"/>
            <p:cNvSpPr/>
            <p:nvPr/>
          </p:nvSpPr>
          <p:spPr>
            <a:xfrm>
              <a:off x="1936696" y="3091400"/>
              <a:ext cx="893290" cy="565111"/>
            </a:xfrm>
            <a:custGeom>
              <a:avLst/>
              <a:gdLst/>
              <a:ahLst/>
              <a:cxnLst/>
              <a:rect l="l" t="t" r="r" b="b"/>
              <a:pathLst>
                <a:path w="12208" h="7723" extrusionOk="0">
                  <a:moveTo>
                    <a:pt x="2505" y="0"/>
                  </a:moveTo>
                  <a:lnTo>
                    <a:pt x="2504" y="1"/>
                  </a:lnTo>
                  <a:lnTo>
                    <a:pt x="1068" y="2784"/>
                  </a:lnTo>
                  <a:cubicBezTo>
                    <a:pt x="1" y="4851"/>
                    <a:pt x="1502" y="7314"/>
                    <a:pt x="3828" y="7314"/>
                  </a:cubicBezTo>
                  <a:lnTo>
                    <a:pt x="5564" y="7314"/>
                  </a:lnTo>
                  <a:lnTo>
                    <a:pt x="6043" y="7722"/>
                  </a:lnTo>
                  <a:lnTo>
                    <a:pt x="12207" y="7722"/>
                  </a:lnTo>
                  <a:lnTo>
                    <a:pt x="12079" y="6377"/>
                  </a:lnTo>
                  <a:cubicBezTo>
                    <a:pt x="11951" y="5046"/>
                    <a:pt x="10969" y="3958"/>
                    <a:pt x="9659" y="3692"/>
                  </a:cubicBezTo>
                  <a:lnTo>
                    <a:pt x="7991" y="3258"/>
                  </a:lnTo>
                  <a:lnTo>
                    <a:pt x="7311" y="3082"/>
                  </a:lnTo>
                  <a:lnTo>
                    <a:pt x="6386" y="0"/>
                  </a:ln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0"/>
            <p:cNvSpPr/>
            <p:nvPr/>
          </p:nvSpPr>
          <p:spPr>
            <a:xfrm>
              <a:off x="2119918" y="3091400"/>
              <a:ext cx="408010" cy="290568"/>
            </a:xfrm>
            <a:custGeom>
              <a:avLst/>
              <a:gdLst/>
              <a:ahLst/>
              <a:cxnLst/>
              <a:rect l="l" t="t" r="r" b="b"/>
              <a:pathLst>
                <a:path w="5576" h="3971" extrusionOk="0">
                  <a:moveTo>
                    <a:pt x="0" y="0"/>
                  </a:moveTo>
                  <a:lnTo>
                    <a:pt x="0" y="1"/>
                  </a:lnTo>
                  <a:lnTo>
                    <a:pt x="939" y="2632"/>
                  </a:lnTo>
                  <a:lnTo>
                    <a:pt x="2835" y="3910"/>
                  </a:lnTo>
                  <a:lnTo>
                    <a:pt x="5575" y="3970"/>
                  </a:lnTo>
                  <a:lnTo>
                    <a:pt x="5487" y="3258"/>
                  </a:lnTo>
                  <a:lnTo>
                    <a:pt x="4807" y="3082"/>
                  </a:lnTo>
                  <a:lnTo>
                    <a:pt x="3882" y="0"/>
                  </a:ln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0"/>
            <p:cNvSpPr/>
            <p:nvPr/>
          </p:nvSpPr>
          <p:spPr>
            <a:xfrm>
              <a:off x="1936769" y="3091327"/>
              <a:ext cx="541330" cy="565184"/>
            </a:xfrm>
            <a:custGeom>
              <a:avLst/>
              <a:gdLst/>
              <a:ahLst/>
              <a:cxnLst/>
              <a:rect l="l" t="t" r="r" b="b"/>
              <a:pathLst>
                <a:path w="7398" h="7724" extrusionOk="0">
                  <a:moveTo>
                    <a:pt x="2503" y="0"/>
                  </a:moveTo>
                  <a:lnTo>
                    <a:pt x="1066" y="2786"/>
                  </a:lnTo>
                  <a:cubicBezTo>
                    <a:pt x="1" y="4853"/>
                    <a:pt x="1501" y="7315"/>
                    <a:pt x="3826" y="7315"/>
                  </a:cubicBezTo>
                  <a:lnTo>
                    <a:pt x="5562" y="7315"/>
                  </a:lnTo>
                  <a:lnTo>
                    <a:pt x="6041" y="7723"/>
                  </a:lnTo>
                  <a:lnTo>
                    <a:pt x="7397" y="7723"/>
                  </a:lnTo>
                  <a:lnTo>
                    <a:pt x="7086" y="6427"/>
                  </a:lnTo>
                  <a:lnTo>
                    <a:pt x="5350" y="6427"/>
                  </a:lnTo>
                  <a:cubicBezTo>
                    <a:pt x="3024" y="6427"/>
                    <a:pt x="1525" y="3965"/>
                    <a:pt x="2590" y="1898"/>
                  </a:cubicBezTo>
                  <a:lnTo>
                    <a:pt x="3569" y="0"/>
                  </a:ln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0"/>
            <p:cNvSpPr/>
            <p:nvPr/>
          </p:nvSpPr>
          <p:spPr>
            <a:xfrm>
              <a:off x="2159724" y="3343477"/>
              <a:ext cx="293934" cy="51806"/>
            </a:xfrm>
            <a:custGeom>
              <a:avLst/>
              <a:gdLst/>
              <a:ahLst/>
              <a:cxnLst/>
              <a:rect l="l" t="t" r="r" b="b"/>
              <a:pathLst>
                <a:path w="4017" h="708" fill="none" extrusionOk="0">
                  <a:moveTo>
                    <a:pt x="4016" y="1"/>
                  </a:moveTo>
                  <a:lnTo>
                    <a:pt x="0" y="707"/>
                  </a:lnTo>
                </a:path>
              </a:pathLst>
            </a:custGeom>
            <a:noFill/>
            <a:ln w="475" cap="flat" cmpd="sng">
              <a:solidFill>
                <a:srgbClr val="BAA9B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0"/>
            <p:cNvSpPr/>
            <p:nvPr/>
          </p:nvSpPr>
          <p:spPr>
            <a:xfrm>
              <a:off x="2061673" y="3230134"/>
              <a:ext cx="416425" cy="426376"/>
            </a:xfrm>
            <a:custGeom>
              <a:avLst/>
              <a:gdLst/>
              <a:ahLst/>
              <a:cxnLst/>
              <a:rect l="l" t="t" r="r" b="b"/>
              <a:pathLst>
                <a:path w="5691" h="5827" fill="none" extrusionOk="0">
                  <a:moveTo>
                    <a:pt x="883" y="1"/>
                  </a:moveTo>
                  <a:lnTo>
                    <a:pt x="718" y="456"/>
                  </a:lnTo>
                  <a:cubicBezTo>
                    <a:pt x="1" y="2438"/>
                    <a:pt x="1468" y="4530"/>
                    <a:pt x="3576" y="4530"/>
                  </a:cubicBezTo>
                  <a:lnTo>
                    <a:pt x="5379" y="4530"/>
                  </a:lnTo>
                  <a:lnTo>
                    <a:pt x="5690" y="5826"/>
                  </a:lnTo>
                </a:path>
              </a:pathLst>
            </a:custGeom>
            <a:noFill/>
            <a:ln w="475" cap="flat" cmpd="sng">
              <a:solidFill>
                <a:srgbClr val="4C5F39"/>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0"/>
            <p:cNvSpPr/>
            <p:nvPr/>
          </p:nvSpPr>
          <p:spPr>
            <a:xfrm>
              <a:off x="2453583" y="3373916"/>
              <a:ext cx="189956" cy="165004"/>
            </a:xfrm>
            <a:custGeom>
              <a:avLst/>
              <a:gdLst/>
              <a:ahLst/>
              <a:cxnLst/>
              <a:rect l="l" t="t" r="r" b="b"/>
              <a:pathLst>
                <a:path w="2596" h="2255" fill="none" extrusionOk="0">
                  <a:moveTo>
                    <a:pt x="2595" y="2254"/>
                  </a:moveTo>
                  <a:lnTo>
                    <a:pt x="2595" y="2254"/>
                  </a:lnTo>
                  <a:cubicBezTo>
                    <a:pt x="2595" y="1250"/>
                    <a:pt x="1888" y="385"/>
                    <a:pt x="903" y="184"/>
                  </a:cubicBezTo>
                  <a:lnTo>
                    <a:pt x="0" y="1"/>
                  </a:lnTo>
                </a:path>
              </a:pathLst>
            </a:custGeom>
            <a:noFill/>
            <a:ln w="475" cap="flat" cmpd="sng">
              <a:solidFill>
                <a:srgbClr val="4C5F39"/>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0"/>
            <p:cNvSpPr/>
            <p:nvPr/>
          </p:nvSpPr>
          <p:spPr>
            <a:xfrm>
              <a:off x="2343825" y="3524577"/>
              <a:ext cx="166541" cy="102076"/>
            </a:xfrm>
            <a:custGeom>
              <a:avLst/>
              <a:gdLst/>
              <a:ahLst/>
              <a:cxnLst/>
              <a:rect l="l" t="t" r="r" b="b"/>
              <a:pathLst>
                <a:path w="2276" h="1395" fill="none" extrusionOk="0">
                  <a:moveTo>
                    <a:pt x="0" y="1394"/>
                  </a:moveTo>
                  <a:lnTo>
                    <a:pt x="2275" y="1"/>
                  </a:lnTo>
                </a:path>
              </a:pathLst>
            </a:custGeom>
            <a:noFill/>
            <a:ln w="475" cap="flat" cmpd="sng">
              <a:solidFill>
                <a:srgbClr val="4C5F39"/>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0"/>
            <p:cNvSpPr/>
            <p:nvPr/>
          </p:nvSpPr>
          <p:spPr>
            <a:xfrm>
              <a:off x="1987477" y="2565587"/>
              <a:ext cx="550257" cy="562916"/>
            </a:xfrm>
            <a:custGeom>
              <a:avLst/>
              <a:gdLst/>
              <a:ahLst/>
              <a:cxnLst/>
              <a:rect l="l" t="t" r="r" b="b"/>
              <a:pathLst>
                <a:path w="7520" h="7693" extrusionOk="0">
                  <a:moveTo>
                    <a:pt x="4977" y="0"/>
                  </a:moveTo>
                  <a:lnTo>
                    <a:pt x="2602" y="398"/>
                  </a:lnTo>
                  <a:cubicBezTo>
                    <a:pt x="2564" y="406"/>
                    <a:pt x="2520" y="413"/>
                    <a:pt x="2478" y="423"/>
                  </a:cubicBezTo>
                  <a:cubicBezTo>
                    <a:pt x="889" y="766"/>
                    <a:pt x="1" y="2514"/>
                    <a:pt x="712" y="4002"/>
                  </a:cubicBezTo>
                  <a:cubicBezTo>
                    <a:pt x="889" y="4374"/>
                    <a:pt x="1093" y="4709"/>
                    <a:pt x="1320" y="5015"/>
                  </a:cubicBezTo>
                  <a:cubicBezTo>
                    <a:pt x="1379" y="5095"/>
                    <a:pt x="1439" y="5173"/>
                    <a:pt x="1502" y="5251"/>
                  </a:cubicBezTo>
                  <a:cubicBezTo>
                    <a:pt x="2407" y="6369"/>
                    <a:pt x="3581" y="7071"/>
                    <a:pt x="4581" y="7693"/>
                  </a:cubicBezTo>
                  <a:lnTo>
                    <a:pt x="5496" y="5852"/>
                  </a:lnTo>
                  <a:lnTo>
                    <a:pt x="5865" y="5107"/>
                  </a:lnTo>
                  <a:lnTo>
                    <a:pt x="5920" y="4999"/>
                  </a:lnTo>
                  <a:lnTo>
                    <a:pt x="6948" y="2931"/>
                  </a:lnTo>
                  <a:lnTo>
                    <a:pt x="7519" y="1780"/>
                  </a:lnTo>
                  <a:cubicBezTo>
                    <a:pt x="7516" y="1028"/>
                    <a:pt x="7117" y="569"/>
                    <a:pt x="6280" y="291"/>
                  </a:cubicBezTo>
                  <a:cubicBezTo>
                    <a:pt x="6227" y="272"/>
                    <a:pt x="6173" y="256"/>
                    <a:pt x="6114" y="246"/>
                  </a:cubicBezTo>
                  <a:lnTo>
                    <a:pt x="49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0"/>
            <p:cNvSpPr/>
            <p:nvPr/>
          </p:nvSpPr>
          <p:spPr>
            <a:xfrm>
              <a:off x="2168724" y="2549269"/>
              <a:ext cx="309373" cy="217322"/>
            </a:xfrm>
            <a:custGeom>
              <a:avLst/>
              <a:gdLst/>
              <a:ahLst/>
              <a:cxnLst/>
              <a:rect l="l" t="t" r="r" b="b"/>
              <a:pathLst>
                <a:path w="4228" h="2970" extrusionOk="0">
                  <a:moveTo>
                    <a:pt x="2746" y="0"/>
                  </a:moveTo>
                  <a:lnTo>
                    <a:pt x="1" y="646"/>
                  </a:lnTo>
                  <a:lnTo>
                    <a:pt x="876" y="2969"/>
                  </a:lnTo>
                  <a:cubicBezTo>
                    <a:pt x="1373" y="2651"/>
                    <a:pt x="2435" y="2428"/>
                    <a:pt x="3284" y="2354"/>
                  </a:cubicBezTo>
                  <a:cubicBezTo>
                    <a:pt x="3483" y="2336"/>
                    <a:pt x="3670" y="2327"/>
                    <a:pt x="3835" y="2327"/>
                  </a:cubicBezTo>
                  <a:cubicBezTo>
                    <a:pt x="3901" y="2327"/>
                    <a:pt x="3963" y="2328"/>
                    <a:pt x="4021" y="2331"/>
                  </a:cubicBezTo>
                  <a:cubicBezTo>
                    <a:pt x="4097" y="2334"/>
                    <a:pt x="4167" y="2342"/>
                    <a:pt x="4227" y="2350"/>
                  </a:cubicBezTo>
                  <a:lnTo>
                    <a:pt x="2746" y="0"/>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0"/>
            <p:cNvSpPr/>
            <p:nvPr/>
          </p:nvSpPr>
          <p:spPr>
            <a:xfrm>
              <a:off x="2369582" y="2549269"/>
              <a:ext cx="93441" cy="172321"/>
            </a:xfrm>
            <a:custGeom>
              <a:avLst/>
              <a:gdLst/>
              <a:ahLst/>
              <a:cxnLst/>
              <a:rect l="l" t="t" r="r" b="b"/>
              <a:pathLst>
                <a:path w="1277" h="2355" extrusionOk="0">
                  <a:moveTo>
                    <a:pt x="1" y="0"/>
                  </a:moveTo>
                  <a:lnTo>
                    <a:pt x="539" y="2354"/>
                  </a:lnTo>
                  <a:cubicBezTo>
                    <a:pt x="737" y="2336"/>
                    <a:pt x="924" y="2327"/>
                    <a:pt x="1090" y="2327"/>
                  </a:cubicBezTo>
                  <a:cubicBezTo>
                    <a:pt x="1156" y="2327"/>
                    <a:pt x="1218" y="2328"/>
                    <a:pt x="1276" y="2331"/>
                  </a:cubicBezTo>
                  <a:lnTo>
                    <a:pt x="1" y="0"/>
                  </a:ln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0"/>
            <p:cNvSpPr/>
            <p:nvPr/>
          </p:nvSpPr>
          <p:spPr>
            <a:xfrm>
              <a:off x="2052966" y="2937300"/>
              <a:ext cx="436401" cy="227932"/>
            </a:xfrm>
            <a:custGeom>
              <a:avLst/>
              <a:gdLst/>
              <a:ahLst/>
              <a:cxnLst/>
              <a:rect l="l" t="t" r="r" b="b"/>
              <a:pathLst>
                <a:path w="5964" h="3115" extrusionOk="0">
                  <a:moveTo>
                    <a:pt x="5786" y="0"/>
                  </a:moveTo>
                  <a:lnTo>
                    <a:pt x="4970" y="27"/>
                  </a:lnTo>
                  <a:lnTo>
                    <a:pt x="4340" y="48"/>
                  </a:lnTo>
                  <a:lnTo>
                    <a:pt x="3718" y="69"/>
                  </a:lnTo>
                  <a:lnTo>
                    <a:pt x="2686" y="102"/>
                  </a:lnTo>
                  <a:lnTo>
                    <a:pt x="607" y="171"/>
                  </a:lnTo>
                  <a:lnTo>
                    <a:pt x="392" y="178"/>
                  </a:lnTo>
                  <a:lnTo>
                    <a:pt x="65" y="2307"/>
                  </a:lnTo>
                  <a:cubicBezTo>
                    <a:pt x="1" y="2733"/>
                    <a:pt x="329" y="3114"/>
                    <a:pt x="759" y="3114"/>
                  </a:cubicBezTo>
                  <a:cubicBezTo>
                    <a:pt x="761" y="3114"/>
                    <a:pt x="762" y="3114"/>
                    <a:pt x="763" y="3114"/>
                  </a:cubicBezTo>
                  <a:lnTo>
                    <a:pt x="4784" y="3100"/>
                  </a:lnTo>
                  <a:cubicBezTo>
                    <a:pt x="5443" y="3095"/>
                    <a:pt x="5963" y="2535"/>
                    <a:pt x="5919" y="1875"/>
                  </a:cubicBezTo>
                  <a:lnTo>
                    <a:pt x="5855" y="952"/>
                  </a:lnTo>
                  <a:lnTo>
                    <a:pt x="5786" y="0"/>
                  </a:lnTo>
                  <a:close/>
                </a:path>
              </a:pathLst>
            </a:custGeom>
            <a:solidFill>
              <a:srgbClr val="ECCE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0"/>
            <p:cNvSpPr/>
            <p:nvPr/>
          </p:nvSpPr>
          <p:spPr>
            <a:xfrm>
              <a:off x="2365630" y="2766517"/>
              <a:ext cx="189151" cy="264738"/>
            </a:xfrm>
            <a:custGeom>
              <a:avLst/>
              <a:gdLst/>
              <a:ahLst/>
              <a:cxnLst/>
              <a:rect l="l" t="t" r="r" b="b"/>
              <a:pathLst>
                <a:path w="2585" h="3618" extrusionOk="0">
                  <a:moveTo>
                    <a:pt x="1678" y="0"/>
                  </a:moveTo>
                  <a:lnTo>
                    <a:pt x="21" y="2176"/>
                  </a:lnTo>
                  <a:lnTo>
                    <a:pt x="1" y="2201"/>
                  </a:lnTo>
                  <a:lnTo>
                    <a:pt x="16" y="2241"/>
                  </a:lnTo>
                  <a:lnTo>
                    <a:pt x="55" y="2349"/>
                  </a:lnTo>
                  <a:lnTo>
                    <a:pt x="67" y="2382"/>
                  </a:lnTo>
                  <a:lnTo>
                    <a:pt x="328" y="3106"/>
                  </a:lnTo>
                  <a:lnTo>
                    <a:pt x="505" y="3599"/>
                  </a:lnTo>
                  <a:cubicBezTo>
                    <a:pt x="564" y="3612"/>
                    <a:pt x="626" y="3618"/>
                    <a:pt x="688" y="3618"/>
                  </a:cubicBezTo>
                  <a:cubicBezTo>
                    <a:pt x="975" y="3618"/>
                    <a:pt x="1291" y="3488"/>
                    <a:pt x="1582" y="3286"/>
                  </a:cubicBezTo>
                  <a:cubicBezTo>
                    <a:pt x="1604" y="3271"/>
                    <a:pt x="1624" y="3255"/>
                    <a:pt x="1647" y="3239"/>
                  </a:cubicBezTo>
                  <a:cubicBezTo>
                    <a:pt x="1650" y="3234"/>
                    <a:pt x="1654" y="3232"/>
                    <a:pt x="1658" y="3228"/>
                  </a:cubicBezTo>
                  <a:cubicBezTo>
                    <a:pt x="1670" y="3219"/>
                    <a:pt x="1681" y="3210"/>
                    <a:pt x="1693" y="3201"/>
                  </a:cubicBezTo>
                  <a:cubicBezTo>
                    <a:pt x="1792" y="3126"/>
                    <a:pt x="1887" y="3040"/>
                    <a:pt x="1974" y="2947"/>
                  </a:cubicBezTo>
                  <a:cubicBezTo>
                    <a:pt x="1976" y="2945"/>
                    <a:pt x="1979" y="2943"/>
                    <a:pt x="1981" y="2940"/>
                  </a:cubicBezTo>
                  <a:cubicBezTo>
                    <a:pt x="2229" y="2682"/>
                    <a:pt x="2429" y="2379"/>
                    <a:pt x="2524" y="2081"/>
                  </a:cubicBezTo>
                  <a:cubicBezTo>
                    <a:pt x="2546" y="2011"/>
                    <a:pt x="2562" y="1941"/>
                    <a:pt x="2572" y="1874"/>
                  </a:cubicBezTo>
                  <a:cubicBezTo>
                    <a:pt x="2580" y="1820"/>
                    <a:pt x="2584" y="1767"/>
                    <a:pt x="2584" y="1716"/>
                  </a:cubicBezTo>
                  <a:cubicBezTo>
                    <a:pt x="2584" y="1300"/>
                    <a:pt x="2111" y="751"/>
                    <a:pt x="1780" y="185"/>
                  </a:cubicBezTo>
                  <a:cubicBezTo>
                    <a:pt x="1744" y="122"/>
                    <a:pt x="1710" y="63"/>
                    <a:pt x="16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0"/>
            <p:cNvSpPr/>
            <p:nvPr/>
          </p:nvSpPr>
          <p:spPr>
            <a:xfrm>
              <a:off x="2053039" y="2752102"/>
              <a:ext cx="497280" cy="413132"/>
            </a:xfrm>
            <a:custGeom>
              <a:avLst/>
              <a:gdLst/>
              <a:ahLst/>
              <a:cxnLst/>
              <a:rect l="l" t="t" r="r" b="b"/>
              <a:pathLst>
                <a:path w="6796" h="5646" extrusionOk="0">
                  <a:moveTo>
                    <a:pt x="2864" y="0"/>
                  </a:moveTo>
                  <a:lnTo>
                    <a:pt x="762" y="2888"/>
                  </a:lnTo>
                  <a:lnTo>
                    <a:pt x="64" y="4838"/>
                  </a:lnTo>
                  <a:cubicBezTo>
                    <a:pt x="1" y="5264"/>
                    <a:pt x="329" y="5645"/>
                    <a:pt x="760" y="5645"/>
                  </a:cubicBezTo>
                  <a:cubicBezTo>
                    <a:pt x="761" y="5645"/>
                    <a:pt x="761" y="5645"/>
                    <a:pt x="762" y="5645"/>
                  </a:cubicBezTo>
                  <a:lnTo>
                    <a:pt x="4782" y="5631"/>
                  </a:lnTo>
                  <a:cubicBezTo>
                    <a:pt x="5442" y="5626"/>
                    <a:pt x="5962" y="5067"/>
                    <a:pt x="5918" y="4406"/>
                  </a:cubicBezTo>
                  <a:lnTo>
                    <a:pt x="5854" y="3483"/>
                  </a:lnTo>
                  <a:cubicBezTo>
                    <a:pt x="5876" y="3468"/>
                    <a:pt x="5896" y="3452"/>
                    <a:pt x="5919" y="3436"/>
                  </a:cubicBezTo>
                  <a:cubicBezTo>
                    <a:pt x="5922" y="3431"/>
                    <a:pt x="5926" y="3429"/>
                    <a:pt x="5930" y="3425"/>
                  </a:cubicBezTo>
                  <a:cubicBezTo>
                    <a:pt x="5942" y="3416"/>
                    <a:pt x="5953" y="3407"/>
                    <a:pt x="5965" y="3398"/>
                  </a:cubicBezTo>
                  <a:cubicBezTo>
                    <a:pt x="6047" y="3331"/>
                    <a:pt x="6144" y="3243"/>
                    <a:pt x="6246" y="3144"/>
                  </a:cubicBezTo>
                  <a:cubicBezTo>
                    <a:pt x="6248" y="3142"/>
                    <a:pt x="6251" y="3140"/>
                    <a:pt x="6253" y="3137"/>
                  </a:cubicBezTo>
                  <a:cubicBezTo>
                    <a:pt x="6501" y="2879"/>
                    <a:pt x="6701" y="2576"/>
                    <a:pt x="6796" y="2278"/>
                  </a:cubicBezTo>
                  <a:cubicBezTo>
                    <a:pt x="6547" y="2230"/>
                    <a:pt x="6284" y="2209"/>
                    <a:pt x="6018" y="2209"/>
                  </a:cubicBezTo>
                  <a:cubicBezTo>
                    <a:pt x="5412" y="2209"/>
                    <a:pt x="4791" y="2315"/>
                    <a:pt x="4288" y="2438"/>
                  </a:cubicBezTo>
                  <a:cubicBezTo>
                    <a:pt x="4072" y="2491"/>
                    <a:pt x="3880" y="2547"/>
                    <a:pt x="3717" y="2600"/>
                  </a:cubicBezTo>
                  <a:cubicBezTo>
                    <a:pt x="3609" y="825"/>
                    <a:pt x="2864" y="0"/>
                    <a:pt x="2864" y="0"/>
                  </a:cubicBezTo>
                  <a:close/>
                </a:path>
              </a:pathLst>
            </a:custGeom>
            <a:solidFill>
              <a:srgbClr val="ECE7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0"/>
            <p:cNvSpPr/>
            <p:nvPr/>
          </p:nvSpPr>
          <p:spPr>
            <a:xfrm>
              <a:off x="2143626" y="2084043"/>
              <a:ext cx="121247" cy="112466"/>
            </a:xfrm>
            <a:custGeom>
              <a:avLst/>
              <a:gdLst/>
              <a:ahLst/>
              <a:cxnLst/>
              <a:rect l="l" t="t" r="r" b="b"/>
              <a:pathLst>
                <a:path w="1657" h="1537" extrusionOk="0">
                  <a:moveTo>
                    <a:pt x="826" y="0"/>
                  </a:moveTo>
                  <a:cubicBezTo>
                    <a:pt x="459" y="0"/>
                    <a:pt x="134" y="266"/>
                    <a:pt x="71" y="641"/>
                  </a:cubicBezTo>
                  <a:cubicBezTo>
                    <a:pt x="1" y="1060"/>
                    <a:pt x="282" y="1456"/>
                    <a:pt x="702" y="1526"/>
                  </a:cubicBezTo>
                  <a:cubicBezTo>
                    <a:pt x="745" y="1533"/>
                    <a:pt x="788" y="1537"/>
                    <a:pt x="831" y="1537"/>
                  </a:cubicBezTo>
                  <a:cubicBezTo>
                    <a:pt x="1199" y="1537"/>
                    <a:pt x="1523" y="1271"/>
                    <a:pt x="1586" y="896"/>
                  </a:cubicBezTo>
                  <a:cubicBezTo>
                    <a:pt x="1656" y="478"/>
                    <a:pt x="1375" y="81"/>
                    <a:pt x="955" y="11"/>
                  </a:cubicBezTo>
                  <a:cubicBezTo>
                    <a:pt x="912" y="4"/>
                    <a:pt x="869" y="0"/>
                    <a:pt x="826"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0"/>
            <p:cNvSpPr/>
            <p:nvPr/>
          </p:nvSpPr>
          <p:spPr>
            <a:xfrm>
              <a:off x="2058820" y="2115360"/>
              <a:ext cx="142686" cy="132515"/>
            </a:xfrm>
            <a:custGeom>
              <a:avLst/>
              <a:gdLst/>
              <a:ahLst/>
              <a:cxnLst/>
              <a:rect l="l" t="t" r="r" b="b"/>
              <a:pathLst>
                <a:path w="1950" h="1811" extrusionOk="0">
                  <a:moveTo>
                    <a:pt x="975" y="1"/>
                  </a:moveTo>
                  <a:cubicBezTo>
                    <a:pt x="541" y="1"/>
                    <a:pt x="157" y="314"/>
                    <a:pt x="83" y="756"/>
                  </a:cubicBezTo>
                  <a:cubicBezTo>
                    <a:pt x="1" y="1249"/>
                    <a:pt x="332" y="1715"/>
                    <a:pt x="825" y="1798"/>
                  </a:cubicBezTo>
                  <a:cubicBezTo>
                    <a:pt x="876" y="1806"/>
                    <a:pt x="927" y="1811"/>
                    <a:pt x="977" y="1811"/>
                  </a:cubicBezTo>
                  <a:cubicBezTo>
                    <a:pt x="1410" y="1811"/>
                    <a:pt x="1793" y="1497"/>
                    <a:pt x="1867" y="1056"/>
                  </a:cubicBezTo>
                  <a:cubicBezTo>
                    <a:pt x="1950" y="563"/>
                    <a:pt x="1618" y="97"/>
                    <a:pt x="1126" y="13"/>
                  </a:cubicBezTo>
                  <a:cubicBezTo>
                    <a:pt x="1075" y="5"/>
                    <a:pt x="1025" y="1"/>
                    <a:pt x="975" y="1"/>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0"/>
            <p:cNvSpPr/>
            <p:nvPr/>
          </p:nvSpPr>
          <p:spPr>
            <a:xfrm>
              <a:off x="2146773" y="2156703"/>
              <a:ext cx="141150" cy="88173"/>
            </a:xfrm>
            <a:custGeom>
              <a:avLst/>
              <a:gdLst/>
              <a:ahLst/>
              <a:cxnLst/>
              <a:rect l="l" t="t" r="r" b="b"/>
              <a:pathLst>
                <a:path w="1929" h="1205" extrusionOk="0">
                  <a:moveTo>
                    <a:pt x="1180" y="0"/>
                  </a:moveTo>
                  <a:cubicBezTo>
                    <a:pt x="1156" y="0"/>
                    <a:pt x="1133" y="1"/>
                    <a:pt x="1109" y="3"/>
                  </a:cubicBezTo>
                  <a:cubicBezTo>
                    <a:pt x="815" y="21"/>
                    <a:pt x="531" y="154"/>
                    <a:pt x="328" y="367"/>
                  </a:cubicBezTo>
                  <a:cubicBezTo>
                    <a:pt x="119" y="588"/>
                    <a:pt x="0" y="917"/>
                    <a:pt x="101" y="1204"/>
                  </a:cubicBezTo>
                  <a:lnTo>
                    <a:pt x="1929" y="268"/>
                  </a:lnTo>
                  <a:cubicBezTo>
                    <a:pt x="1720" y="95"/>
                    <a:pt x="1450" y="0"/>
                    <a:pt x="1180" y="0"/>
                  </a:cubicBezTo>
                  <a:close/>
                </a:path>
              </a:pathLst>
            </a:custGeom>
            <a:solidFill>
              <a:srgbClr val="E7C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0"/>
            <p:cNvSpPr/>
            <p:nvPr/>
          </p:nvSpPr>
          <p:spPr>
            <a:xfrm>
              <a:off x="2193822" y="2403218"/>
              <a:ext cx="175834" cy="201590"/>
            </a:xfrm>
            <a:custGeom>
              <a:avLst/>
              <a:gdLst/>
              <a:ahLst/>
              <a:cxnLst/>
              <a:rect l="l" t="t" r="r" b="b"/>
              <a:pathLst>
                <a:path w="2403" h="2755" extrusionOk="0">
                  <a:moveTo>
                    <a:pt x="119" y="0"/>
                  </a:moveTo>
                  <a:lnTo>
                    <a:pt x="1" y="2574"/>
                  </a:lnTo>
                  <a:lnTo>
                    <a:pt x="2403" y="2754"/>
                  </a:lnTo>
                  <a:lnTo>
                    <a:pt x="2403" y="41"/>
                  </a:lnTo>
                  <a:lnTo>
                    <a:pt x="119" y="0"/>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0"/>
            <p:cNvSpPr/>
            <p:nvPr/>
          </p:nvSpPr>
          <p:spPr>
            <a:xfrm>
              <a:off x="2078796" y="2087994"/>
              <a:ext cx="379546" cy="364106"/>
            </a:xfrm>
            <a:custGeom>
              <a:avLst/>
              <a:gdLst/>
              <a:ahLst/>
              <a:cxnLst/>
              <a:rect l="l" t="t" r="r" b="b"/>
              <a:pathLst>
                <a:path w="5187" h="4976" extrusionOk="0">
                  <a:moveTo>
                    <a:pt x="3685" y="1"/>
                  </a:moveTo>
                  <a:cubicBezTo>
                    <a:pt x="3242" y="1"/>
                    <a:pt x="2689" y="315"/>
                    <a:pt x="2300" y="1119"/>
                  </a:cubicBezTo>
                  <a:cubicBezTo>
                    <a:pt x="1295" y="1150"/>
                    <a:pt x="1172" y="2000"/>
                    <a:pt x="1172" y="2000"/>
                  </a:cubicBezTo>
                  <a:cubicBezTo>
                    <a:pt x="18" y="2123"/>
                    <a:pt x="1" y="3334"/>
                    <a:pt x="1123" y="3630"/>
                  </a:cubicBezTo>
                  <a:cubicBezTo>
                    <a:pt x="563" y="3893"/>
                    <a:pt x="675" y="4529"/>
                    <a:pt x="1202" y="4884"/>
                  </a:cubicBezTo>
                  <a:cubicBezTo>
                    <a:pt x="1293" y="4946"/>
                    <a:pt x="1397" y="4976"/>
                    <a:pt x="1501" y="4976"/>
                  </a:cubicBezTo>
                  <a:cubicBezTo>
                    <a:pt x="1654" y="4976"/>
                    <a:pt x="1806" y="4910"/>
                    <a:pt x="1912" y="4785"/>
                  </a:cubicBezTo>
                  <a:lnTo>
                    <a:pt x="5014" y="1103"/>
                  </a:lnTo>
                  <a:cubicBezTo>
                    <a:pt x="5187" y="737"/>
                    <a:pt x="5081" y="614"/>
                    <a:pt x="4890" y="614"/>
                  </a:cubicBezTo>
                  <a:cubicBezTo>
                    <a:pt x="4750" y="614"/>
                    <a:pt x="4563" y="681"/>
                    <a:pt x="4408" y="767"/>
                  </a:cubicBezTo>
                  <a:cubicBezTo>
                    <a:pt x="4459" y="314"/>
                    <a:pt x="4127" y="1"/>
                    <a:pt x="3685" y="1"/>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0"/>
            <p:cNvSpPr/>
            <p:nvPr/>
          </p:nvSpPr>
          <p:spPr>
            <a:xfrm>
              <a:off x="2231652" y="2406219"/>
              <a:ext cx="138003" cy="143125"/>
            </a:xfrm>
            <a:custGeom>
              <a:avLst/>
              <a:gdLst/>
              <a:ahLst/>
              <a:cxnLst/>
              <a:rect l="l" t="t" r="r" b="b"/>
              <a:pathLst>
                <a:path w="1886" h="1956" extrusionOk="0">
                  <a:moveTo>
                    <a:pt x="35" y="0"/>
                  </a:moveTo>
                  <a:lnTo>
                    <a:pt x="18" y="713"/>
                  </a:lnTo>
                  <a:cubicBezTo>
                    <a:pt x="0" y="1372"/>
                    <a:pt x="524" y="1922"/>
                    <a:pt x="1184" y="1938"/>
                  </a:cubicBezTo>
                  <a:lnTo>
                    <a:pt x="1886" y="1955"/>
                  </a:lnTo>
                  <a:lnTo>
                    <a:pt x="1886" y="0"/>
                  </a:ln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0"/>
            <p:cNvSpPr/>
            <p:nvPr/>
          </p:nvSpPr>
          <p:spPr>
            <a:xfrm>
              <a:off x="2202310" y="2150776"/>
              <a:ext cx="301544" cy="340325"/>
            </a:xfrm>
            <a:custGeom>
              <a:avLst/>
              <a:gdLst/>
              <a:ahLst/>
              <a:cxnLst/>
              <a:rect l="l" t="t" r="r" b="b"/>
              <a:pathLst>
                <a:path w="4121" h="4651" extrusionOk="0">
                  <a:moveTo>
                    <a:pt x="2266" y="0"/>
                  </a:moveTo>
                  <a:cubicBezTo>
                    <a:pt x="2119" y="0"/>
                    <a:pt x="1965" y="9"/>
                    <a:pt x="1806" y="23"/>
                  </a:cubicBezTo>
                  <a:cubicBezTo>
                    <a:pt x="1378" y="63"/>
                    <a:pt x="992" y="244"/>
                    <a:pt x="688" y="515"/>
                  </a:cubicBezTo>
                  <a:cubicBezTo>
                    <a:pt x="456" y="720"/>
                    <a:pt x="273" y="980"/>
                    <a:pt x="153" y="1270"/>
                  </a:cubicBezTo>
                  <a:cubicBezTo>
                    <a:pt x="83" y="1444"/>
                    <a:pt x="35" y="1628"/>
                    <a:pt x="15" y="1821"/>
                  </a:cubicBezTo>
                  <a:cubicBezTo>
                    <a:pt x="4" y="1915"/>
                    <a:pt x="0" y="2011"/>
                    <a:pt x="3" y="2109"/>
                  </a:cubicBezTo>
                  <a:lnTo>
                    <a:pt x="92" y="4651"/>
                  </a:lnTo>
                  <a:lnTo>
                    <a:pt x="2540" y="4566"/>
                  </a:lnTo>
                  <a:cubicBezTo>
                    <a:pt x="3426" y="4535"/>
                    <a:pt x="4120" y="3791"/>
                    <a:pt x="4089" y="2905"/>
                  </a:cubicBezTo>
                  <a:lnTo>
                    <a:pt x="4056" y="1969"/>
                  </a:lnTo>
                  <a:cubicBezTo>
                    <a:pt x="4053" y="1870"/>
                    <a:pt x="4033" y="1776"/>
                    <a:pt x="4025" y="1682"/>
                  </a:cubicBezTo>
                  <a:cubicBezTo>
                    <a:pt x="3960" y="924"/>
                    <a:pt x="3710" y="483"/>
                    <a:pt x="3326" y="245"/>
                  </a:cubicBezTo>
                  <a:cubicBezTo>
                    <a:pt x="3040" y="66"/>
                    <a:pt x="2679" y="0"/>
                    <a:pt x="2266" y="0"/>
                  </a:cubicBez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0"/>
            <p:cNvSpPr/>
            <p:nvPr/>
          </p:nvSpPr>
          <p:spPr>
            <a:xfrm>
              <a:off x="2160383" y="2188166"/>
              <a:ext cx="143784" cy="168297"/>
            </a:xfrm>
            <a:custGeom>
              <a:avLst/>
              <a:gdLst/>
              <a:ahLst/>
              <a:cxnLst/>
              <a:rect l="l" t="t" r="r" b="b"/>
              <a:pathLst>
                <a:path w="1965" h="2300" extrusionOk="0">
                  <a:moveTo>
                    <a:pt x="912" y="0"/>
                  </a:moveTo>
                  <a:cubicBezTo>
                    <a:pt x="663" y="0"/>
                    <a:pt x="1" y="185"/>
                    <a:pt x="284" y="2226"/>
                  </a:cubicBezTo>
                  <a:lnTo>
                    <a:pt x="992" y="2299"/>
                  </a:lnTo>
                  <a:cubicBezTo>
                    <a:pt x="1964" y="2070"/>
                    <a:pt x="1003" y="9"/>
                    <a:pt x="1003" y="9"/>
                  </a:cubicBezTo>
                  <a:cubicBezTo>
                    <a:pt x="1003" y="9"/>
                    <a:pt x="968" y="0"/>
                    <a:pt x="912"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0"/>
            <p:cNvSpPr/>
            <p:nvPr/>
          </p:nvSpPr>
          <p:spPr>
            <a:xfrm>
              <a:off x="2128480" y="2315485"/>
              <a:ext cx="128564" cy="124613"/>
            </a:xfrm>
            <a:custGeom>
              <a:avLst/>
              <a:gdLst/>
              <a:ahLst/>
              <a:cxnLst/>
              <a:rect l="l" t="t" r="r" b="b"/>
              <a:pathLst>
                <a:path w="1757" h="1703" extrusionOk="0">
                  <a:moveTo>
                    <a:pt x="774" y="0"/>
                  </a:moveTo>
                  <a:cubicBezTo>
                    <a:pt x="653" y="0"/>
                    <a:pt x="541" y="38"/>
                    <a:pt x="438" y="97"/>
                  </a:cubicBezTo>
                  <a:cubicBezTo>
                    <a:pt x="1" y="346"/>
                    <a:pt x="11" y="1195"/>
                    <a:pt x="527" y="1567"/>
                  </a:cubicBezTo>
                  <a:cubicBezTo>
                    <a:pt x="656" y="1661"/>
                    <a:pt x="800" y="1703"/>
                    <a:pt x="944" y="1703"/>
                  </a:cubicBezTo>
                  <a:cubicBezTo>
                    <a:pt x="1300" y="1703"/>
                    <a:pt x="1647" y="1440"/>
                    <a:pt x="1719" y="1050"/>
                  </a:cubicBezTo>
                  <a:lnTo>
                    <a:pt x="1757" y="848"/>
                  </a:lnTo>
                  <a:cubicBezTo>
                    <a:pt x="1388" y="212"/>
                    <a:pt x="1059" y="0"/>
                    <a:pt x="774" y="0"/>
                  </a:cubicBez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0"/>
            <p:cNvSpPr/>
            <p:nvPr/>
          </p:nvSpPr>
          <p:spPr>
            <a:xfrm>
              <a:off x="2403533" y="2288631"/>
              <a:ext cx="54514" cy="107637"/>
            </a:xfrm>
            <a:custGeom>
              <a:avLst/>
              <a:gdLst/>
              <a:ahLst/>
              <a:cxnLst/>
              <a:rect l="l" t="t" r="r" b="b"/>
              <a:pathLst>
                <a:path w="745" h="1471" extrusionOk="0">
                  <a:moveTo>
                    <a:pt x="153" y="0"/>
                  </a:moveTo>
                  <a:lnTo>
                    <a:pt x="1" y="68"/>
                  </a:lnTo>
                  <a:cubicBezTo>
                    <a:pt x="131" y="365"/>
                    <a:pt x="291" y="559"/>
                    <a:pt x="444" y="726"/>
                  </a:cubicBezTo>
                  <a:cubicBezTo>
                    <a:pt x="568" y="860"/>
                    <a:pt x="549" y="1019"/>
                    <a:pt x="492" y="1124"/>
                  </a:cubicBezTo>
                  <a:cubicBezTo>
                    <a:pt x="441" y="1217"/>
                    <a:pt x="339" y="1305"/>
                    <a:pt x="193" y="1305"/>
                  </a:cubicBezTo>
                  <a:cubicBezTo>
                    <a:pt x="172" y="1305"/>
                    <a:pt x="150" y="1303"/>
                    <a:pt x="126" y="1299"/>
                  </a:cubicBezTo>
                  <a:lnTo>
                    <a:pt x="98" y="1462"/>
                  </a:lnTo>
                  <a:cubicBezTo>
                    <a:pt x="129" y="1468"/>
                    <a:pt x="160" y="1471"/>
                    <a:pt x="192" y="1471"/>
                  </a:cubicBezTo>
                  <a:cubicBezTo>
                    <a:pt x="198" y="1471"/>
                    <a:pt x="204" y="1470"/>
                    <a:pt x="210" y="1470"/>
                  </a:cubicBezTo>
                  <a:cubicBezTo>
                    <a:pt x="387" y="1465"/>
                    <a:pt x="548" y="1366"/>
                    <a:pt x="637" y="1204"/>
                  </a:cubicBezTo>
                  <a:cubicBezTo>
                    <a:pt x="745" y="1008"/>
                    <a:pt x="717" y="777"/>
                    <a:pt x="567" y="614"/>
                  </a:cubicBezTo>
                  <a:cubicBezTo>
                    <a:pt x="423" y="457"/>
                    <a:pt x="273" y="276"/>
                    <a:pt x="153" y="0"/>
                  </a:cubicBez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0"/>
            <p:cNvSpPr/>
            <p:nvPr/>
          </p:nvSpPr>
          <p:spPr>
            <a:xfrm>
              <a:off x="2181529" y="2370584"/>
              <a:ext cx="37318" cy="35708"/>
            </a:xfrm>
            <a:custGeom>
              <a:avLst/>
              <a:gdLst/>
              <a:ahLst/>
              <a:cxnLst/>
              <a:rect l="l" t="t" r="r" b="b"/>
              <a:pathLst>
                <a:path w="510" h="488" extrusionOk="0">
                  <a:moveTo>
                    <a:pt x="113" y="0"/>
                  </a:moveTo>
                  <a:lnTo>
                    <a:pt x="1" y="123"/>
                  </a:lnTo>
                  <a:lnTo>
                    <a:pt x="397" y="487"/>
                  </a:lnTo>
                  <a:lnTo>
                    <a:pt x="509" y="365"/>
                  </a:lnTo>
                  <a:lnTo>
                    <a:pt x="113" y="0"/>
                  </a:ln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0"/>
            <p:cNvSpPr/>
            <p:nvPr/>
          </p:nvSpPr>
          <p:spPr>
            <a:xfrm>
              <a:off x="2425485" y="2229216"/>
              <a:ext cx="73392" cy="23635"/>
            </a:xfrm>
            <a:custGeom>
              <a:avLst/>
              <a:gdLst/>
              <a:ahLst/>
              <a:cxnLst/>
              <a:rect l="l" t="t" r="r" b="b"/>
              <a:pathLst>
                <a:path w="1003" h="323" extrusionOk="0">
                  <a:moveTo>
                    <a:pt x="398" y="1"/>
                  </a:moveTo>
                  <a:cubicBezTo>
                    <a:pt x="387" y="1"/>
                    <a:pt x="375" y="1"/>
                    <a:pt x="364" y="2"/>
                  </a:cubicBezTo>
                  <a:cubicBezTo>
                    <a:pt x="0" y="24"/>
                    <a:pt x="2" y="277"/>
                    <a:pt x="471" y="318"/>
                  </a:cubicBezTo>
                  <a:cubicBezTo>
                    <a:pt x="507" y="321"/>
                    <a:pt x="540" y="323"/>
                    <a:pt x="569" y="323"/>
                  </a:cubicBezTo>
                  <a:cubicBezTo>
                    <a:pt x="1003" y="323"/>
                    <a:pt x="748" y="1"/>
                    <a:pt x="398" y="1"/>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0"/>
            <p:cNvSpPr/>
            <p:nvPr/>
          </p:nvSpPr>
          <p:spPr>
            <a:xfrm>
              <a:off x="2298092" y="2232801"/>
              <a:ext cx="65124" cy="26415"/>
            </a:xfrm>
            <a:custGeom>
              <a:avLst/>
              <a:gdLst/>
              <a:ahLst/>
              <a:cxnLst/>
              <a:rect l="l" t="t" r="r" b="b"/>
              <a:pathLst>
                <a:path w="890" h="361" extrusionOk="0">
                  <a:moveTo>
                    <a:pt x="510" y="0"/>
                  </a:moveTo>
                  <a:cubicBezTo>
                    <a:pt x="429" y="0"/>
                    <a:pt x="336" y="19"/>
                    <a:pt x="248" y="65"/>
                  </a:cubicBezTo>
                  <a:cubicBezTo>
                    <a:pt x="0" y="194"/>
                    <a:pt x="5" y="361"/>
                    <a:pt x="223" y="361"/>
                  </a:cubicBezTo>
                  <a:cubicBezTo>
                    <a:pt x="289" y="361"/>
                    <a:pt x="373" y="346"/>
                    <a:pt x="476" y="310"/>
                  </a:cubicBezTo>
                  <a:cubicBezTo>
                    <a:pt x="890" y="168"/>
                    <a:pt x="751" y="0"/>
                    <a:pt x="510"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0"/>
            <p:cNvSpPr/>
            <p:nvPr/>
          </p:nvSpPr>
          <p:spPr>
            <a:xfrm>
              <a:off x="2357801" y="2397950"/>
              <a:ext cx="50270" cy="27367"/>
            </a:xfrm>
            <a:custGeom>
              <a:avLst/>
              <a:gdLst/>
              <a:ahLst/>
              <a:cxnLst/>
              <a:rect l="l" t="t" r="r" b="b"/>
              <a:pathLst>
                <a:path w="687" h="374" extrusionOk="0">
                  <a:moveTo>
                    <a:pt x="155" y="0"/>
                  </a:moveTo>
                  <a:lnTo>
                    <a:pt x="0" y="63"/>
                  </a:lnTo>
                  <a:cubicBezTo>
                    <a:pt x="53" y="190"/>
                    <a:pt x="159" y="294"/>
                    <a:pt x="287" y="342"/>
                  </a:cubicBezTo>
                  <a:cubicBezTo>
                    <a:pt x="343" y="363"/>
                    <a:pt x="404" y="374"/>
                    <a:pt x="464" y="374"/>
                  </a:cubicBezTo>
                  <a:cubicBezTo>
                    <a:pt x="541" y="374"/>
                    <a:pt x="618" y="357"/>
                    <a:pt x="686" y="324"/>
                  </a:cubicBezTo>
                  <a:lnTo>
                    <a:pt x="613" y="174"/>
                  </a:lnTo>
                  <a:cubicBezTo>
                    <a:pt x="567" y="196"/>
                    <a:pt x="516" y="208"/>
                    <a:pt x="464" y="208"/>
                  </a:cubicBezTo>
                  <a:cubicBezTo>
                    <a:pt x="424" y="208"/>
                    <a:pt x="383" y="201"/>
                    <a:pt x="346" y="187"/>
                  </a:cubicBezTo>
                  <a:cubicBezTo>
                    <a:pt x="261" y="155"/>
                    <a:pt x="189" y="85"/>
                    <a:pt x="155" y="0"/>
                  </a:cubicBezTo>
                  <a:close/>
                </a:path>
              </a:pathLst>
            </a:custGeom>
            <a:solidFill>
              <a:srgbClr val="AB4A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0"/>
            <p:cNvSpPr/>
            <p:nvPr/>
          </p:nvSpPr>
          <p:spPr>
            <a:xfrm>
              <a:off x="2252653" y="2150776"/>
              <a:ext cx="193029" cy="44855"/>
            </a:xfrm>
            <a:custGeom>
              <a:avLst/>
              <a:gdLst/>
              <a:ahLst/>
              <a:cxnLst/>
              <a:rect l="l" t="t" r="r" b="b"/>
              <a:pathLst>
                <a:path w="2638" h="613" extrusionOk="0">
                  <a:moveTo>
                    <a:pt x="1578" y="0"/>
                  </a:moveTo>
                  <a:cubicBezTo>
                    <a:pt x="1431" y="0"/>
                    <a:pt x="1277" y="9"/>
                    <a:pt x="1118" y="23"/>
                  </a:cubicBezTo>
                  <a:cubicBezTo>
                    <a:pt x="690" y="63"/>
                    <a:pt x="304" y="244"/>
                    <a:pt x="0" y="515"/>
                  </a:cubicBezTo>
                  <a:lnTo>
                    <a:pt x="77" y="613"/>
                  </a:lnTo>
                  <a:lnTo>
                    <a:pt x="2638" y="245"/>
                  </a:lnTo>
                  <a:cubicBezTo>
                    <a:pt x="2352" y="66"/>
                    <a:pt x="1991" y="0"/>
                    <a:pt x="1578"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0"/>
            <p:cNvSpPr/>
            <p:nvPr/>
          </p:nvSpPr>
          <p:spPr>
            <a:xfrm>
              <a:off x="2218993" y="2177191"/>
              <a:ext cx="100027" cy="100685"/>
            </a:xfrm>
            <a:custGeom>
              <a:avLst/>
              <a:gdLst/>
              <a:ahLst/>
              <a:cxnLst/>
              <a:rect l="l" t="t" r="r" b="b"/>
              <a:pathLst>
                <a:path w="1367" h="1376" extrusionOk="0">
                  <a:moveTo>
                    <a:pt x="981" y="0"/>
                  </a:moveTo>
                  <a:lnTo>
                    <a:pt x="1" y="162"/>
                  </a:lnTo>
                  <a:lnTo>
                    <a:pt x="139" y="1355"/>
                  </a:lnTo>
                  <a:cubicBezTo>
                    <a:pt x="222" y="1369"/>
                    <a:pt x="297" y="1375"/>
                    <a:pt x="366" y="1375"/>
                  </a:cubicBezTo>
                  <a:cubicBezTo>
                    <a:pt x="1367" y="1375"/>
                    <a:pt x="981" y="1"/>
                    <a:pt x="981"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0"/>
            <p:cNvSpPr/>
            <p:nvPr/>
          </p:nvSpPr>
          <p:spPr>
            <a:xfrm>
              <a:off x="2447144" y="2294485"/>
              <a:ext cx="28976" cy="42879"/>
            </a:xfrm>
            <a:custGeom>
              <a:avLst/>
              <a:gdLst/>
              <a:ahLst/>
              <a:cxnLst/>
              <a:rect l="l" t="t" r="r" b="b"/>
              <a:pathLst>
                <a:path w="396" h="586" extrusionOk="0">
                  <a:moveTo>
                    <a:pt x="194" y="0"/>
                  </a:moveTo>
                  <a:cubicBezTo>
                    <a:pt x="193" y="0"/>
                    <a:pt x="191" y="0"/>
                    <a:pt x="190" y="0"/>
                  </a:cubicBezTo>
                  <a:cubicBezTo>
                    <a:pt x="83" y="2"/>
                    <a:pt x="0" y="136"/>
                    <a:pt x="5" y="299"/>
                  </a:cubicBezTo>
                  <a:cubicBezTo>
                    <a:pt x="9" y="458"/>
                    <a:pt x="98" y="585"/>
                    <a:pt x="203" y="585"/>
                  </a:cubicBezTo>
                  <a:cubicBezTo>
                    <a:pt x="204" y="585"/>
                    <a:pt x="205" y="585"/>
                    <a:pt x="206" y="585"/>
                  </a:cubicBezTo>
                  <a:cubicBezTo>
                    <a:pt x="314" y="582"/>
                    <a:pt x="396" y="448"/>
                    <a:pt x="391" y="287"/>
                  </a:cubicBezTo>
                  <a:cubicBezTo>
                    <a:pt x="387" y="127"/>
                    <a:pt x="299" y="0"/>
                    <a:pt x="19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0"/>
            <p:cNvSpPr/>
            <p:nvPr/>
          </p:nvSpPr>
          <p:spPr>
            <a:xfrm>
              <a:off x="2335776" y="2304583"/>
              <a:ext cx="29123" cy="42879"/>
            </a:xfrm>
            <a:custGeom>
              <a:avLst/>
              <a:gdLst/>
              <a:ahLst/>
              <a:cxnLst/>
              <a:rect l="l" t="t" r="r" b="b"/>
              <a:pathLst>
                <a:path w="398" h="586" extrusionOk="0">
                  <a:moveTo>
                    <a:pt x="195" y="0"/>
                  </a:moveTo>
                  <a:cubicBezTo>
                    <a:pt x="193" y="0"/>
                    <a:pt x="192" y="0"/>
                    <a:pt x="190" y="0"/>
                  </a:cubicBezTo>
                  <a:cubicBezTo>
                    <a:pt x="84" y="4"/>
                    <a:pt x="1" y="138"/>
                    <a:pt x="5" y="299"/>
                  </a:cubicBezTo>
                  <a:cubicBezTo>
                    <a:pt x="11" y="458"/>
                    <a:pt x="98" y="586"/>
                    <a:pt x="203" y="586"/>
                  </a:cubicBezTo>
                  <a:cubicBezTo>
                    <a:pt x="205" y="586"/>
                    <a:pt x="206" y="586"/>
                    <a:pt x="208" y="586"/>
                  </a:cubicBezTo>
                  <a:cubicBezTo>
                    <a:pt x="314" y="582"/>
                    <a:pt x="397" y="450"/>
                    <a:pt x="393" y="287"/>
                  </a:cubicBezTo>
                  <a:cubicBezTo>
                    <a:pt x="388" y="128"/>
                    <a:pt x="300" y="0"/>
                    <a:pt x="1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0"/>
            <p:cNvSpPr/>
            <p:nvPr/>
          </p:nvSpPr>
          <p:spPr>
            <a:xfrm>
              <a:off x="1972038" y="2943812"/>
              <a:ext cx="273592" cy="457035"/>
            </a:xfrm>
            <a:custGeom>
              <a:avLst/>
              <a:gdLst/>
              <a:ahLst/>
              <a:cxnLst/>
              <a:rect l="l" t="t" r="r" b="b"/>
              <a:pathLst>
                <a:path w="3739" h="6246" extrusionOk="0">
                  <a:moveTo>
                    <a:pt x="1340" y="1"/>
                  </a:moveTo>
                  <a:lnTo>
                    <a:pt x="0" y="6246"/>
                  </a:lnTo>
                  <a:lnTo>
                    <a:pt x="3738" y="6246"/>
                  </a:lnTo>
                  <a:lnTo>
                    <a:pt x="3236" y="818"/>
                  </a:lnTo>
                  <a:lnTo>
                    <a:pt x="1340" y="1"/>
                  </a:ln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0"/>
            <p:cNvSpPr/>
            <p:nvPr/>
          </p:nvSpPr>
          <p:spPr>
            <a:xfrm>
              <a:off x="1868645" y="2537342"/>
              <a:ext cx="474743" cy="627747"/>
            </a:xfrm>
            <a:custGeom>
              <a:avLst/>
              <a:gdLst/>
              <a:ahLst/>
              <a:cxnLst/>
              <a:rect l="l" t="t" r="r" b="b"/>
              <a:pathLst>
                <a:path w="6488" h="8579" extrusionOk="0">
                  <a:moveTo>
                    <a:pt x="4494" y="1"/>
                  </a:moveTo>
                  <a:lnTo>
                    <a:pt x="3953" y="131"/>
                  </a:lnTo>
                  <a:lnTo>
                    <a:pt x="2753" y="1263"/>
                  </a:lnTo>
                  <a:lnTo>
                    <a:pt x="982" y="1196"/>
                  </a:lnTo>
                  <a:cubicBezTo>
                    <a:pt x="978" y="1195"/>
                    <a:pt x="974" y="1195"/>
                    <a:pt x="970" y="1195"/>
                  </a:cubicBezTo>
                  <a:cubicBezTo>
                    <a:pt x="851" y="1195"/>
                    <a:pt x="740" y="1263"/>
                    <a:pt x="697" y="1375"/>
                  </a:cubicBezTo>
                  <a:cubicBezTo>
                    <a:pt x="0" y="3234"/>
                    <a:pt x="3638" y="8578"/>
                    <a:pt x="3638" y="8578"/>
                  </a:cubicBezTo>
                  <a:cubicBezTo>
                    <a:pt x="6285" y="6924"/>
                    <a:pt x="6488" y="4519"/>
                    <a:pt x="4445" y="741"/>
                  </a:cubicBezTo>
                  <a:lnTo>
                    <a:pt x="4494" y="1"/>
                  </a:ln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0"/>
            <p:cNvSpPr/>
            <p:nvPr/>
          </p:nvSpPr>
          <p:spPr>
            <a:xfrm>
              <a:off x="2440485" y="3109912"/>
              <a:ext cx="261592" cy="321886"/>
            </a:xfrm>
            <a:custGeom>
              <a:avLst/>
              <a:gdLst/>
              <a:ahLst/>
              <a:cxnLst/>
              <a:rect l="l" t="t" r="r" b="b"/>
              <a:pathLst>
                <a:path w="3575" h="4399" extrusionOk="0">
                  <a:moveTo>
                    <a:pt x="2048" y="0"/>
                  </a:moveTo>
                  <a:cubicBezTo>
                    <a:pt x="1433" y="0"/>
                    <a:pt x="901" y="331"/>
                    <a:pt x="711" y="970"/>
                  </a:cubicBezTo>
                  <a:lnTo>
                    <a:pt x="1" y="4399"/>
                  </a:lnTo>
                  <a:cubicBezTo>
                    <a:pt x="1" y="4399"/>
                    <a:pt x="1527" y="3843"/>
                    <a:pt x="3021" y="1851"/>
                  </a:cubicBezTo>
                  <a:cubicBezTo>
                    <a:pt x="3575" y="1111"/>
                    <a:pt x="3075" y="219"/>
                    <a:pt x="2563" y="74"/>
                  </a:cubicBezTo>
                  <a:cubicBezTo>
                    <a:pt x="2389" y="25"/>
                    <a:pt x="2215" y="0"/>
                    <a:pt x="2048" y="0"/>
                  </a:cubicBez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0"/>
            <p:cNvSpPr/>
            <p:nvPr/>
          </p:nvSpPr>
          <p:spPr>
            <a:xfrm>
              <a:off x="1985574" y="3134205"/>
              <a:ext cx="462231" cy="297593"/>
            </a:xfrm>
            <a:custGeom>
              <a:avLst/>
              <a:gdLst/>
              <a:ahLst/>
              <a:cxnLst/>
              <a:rect l="l" t="t" r="r" b="b"/>
              <a:pathLst>
                <a:path w="6317" h="4067" extrusionOk="0">
                  <a:moveTo>
                    <a:pt x="1600" y="1"/>
                  </a:moveTo>
                  <a:lnTo>
                    <a:pt x="0" y="2451"/>
                  </a:lnTo>
                  <a:cubicBezTo>
                    <a:pt x="2380" y="3567"/>
                    <a:pt x="5795" y="4067"/>
                    <a:pt x="5795" y="4067"/>
                  </a:cubicBezTo>
                  <a:lnTo>
                    <a:pt x="6316" y="3059"/>
                  </a:lnTo>
                  <a:lnTo>
                    <a:pt x="1600" y="1"/>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0"/>
            <p:cNvSpPr/>
            <p:nvPr/>
          </p:nvSpPr>
          <p:spPr>
            <a:xfrm>
              <a:off x="1916793" y="2669198"/>
              <a:ext cx="277104" cy="682407"/>
            </a:xfrm>
            <a:custGeom>
              <a:avLst/>
              <a:gdLst/>
              <a:ahLst/>
              <a:cxnLst/>
              <a:rect l="l" t="t" r="r" b="b"/>
              <a:pathLst>
                <a:path w="3787" h="9326" extrusionOk="0">
                  <a:moveTo>
                    <a:pt x="1479" y="0"/>
                  </a:moveTo>
                  <a:cubicBezTo>
                    <a:pt x="1414" y="0"/>
                    <a:pt x="1349" y="5"/>
                    <a:pt x="1283" y="15"/>
                  </a:cubicBezTo>
                  <a:cubicBezTo>
                    <a:pt x="724" y="103"/>
                    <a:pt x="293" y="554"/>
                    <a:pt x="230" y="1116"/>
                  </a:cubicBezTo>
                  <a:lnTo>
                    <a:pt x="31" y="6944"/>
                  </a:lnTo>
                  <a:cubicBezTo>
                    <a:pt x="1" y="7871"/>
                    <a:pt x="414" y="8756"/>
                    <a:pt x="1146" y="9325"/>
                  </a:cubicBezTo>
                  <a:cubicBezTo>
                    <a:pt x="3787" y="7482"/>
                    <a:pt x="3347" y="3685"/>
                    <a:pt x="2694" y="946"/>
                  </a:cubicBezTo>
                  <a:cubicBezTo>
                    <a:pt x="2559" y="381"/>
                    <a:pt x="2046" y="0"/>
                    <a:pt x="1479" y="0"/>
                  </a:cubicBez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0"/>
            <p:cNvSpPr/>
            <p:nvPr/>
          </p:nvSpPr>
          <p:spPr>
            <a:xfrm>
              <a:off x="2445534" y="3315891"/>
              <a:ext cx="180151" cy="65343"/>
            </a:xfrm>
            <a:custGeom>
              <a:avLst/>
              <a:gdLst/>
              <a:ahLst/>
              <a:cxnLst/>
              <a:rect l="l" t="t" r="r" b="b"/>
              <a:pathLst>
                <a:path w="2462" h="893" extrusionOk="0">
                  <a:moveTo>
                    <a:pt x="1238" y="0"/>
                  </a:moveTo>
                  <a:cubicBezTo>
                    <a:pt x="1184" y="0"/>
                    <a:pt x="1129" y="7"/>
                    <a:pt x="1075" y="21"/>
                  </a:cubicBezTo>
                  <a:lnTo>
                    <a:pt x="1" y="297"/>
                  </a:lnTo>
                  <a:lnTo>
                    <a:pt x="2202" y="891"/>
                  </a:lnTo>
                  <a:cubicBezTo>
                    <a:pt x="2210" y="892"/>
                    <a:pt x="2218" y="892"/>
                    <a:pt x="2226" y="892"/>
                  </a:cubicBezTo>
                  <a:cubicBezTo>
                    <a:pt x="2265" y="892"/>
                    <a:pt x="2303" y="881"/>
                    <a:pt x="2335" y="859"/>
                  </a:cubicBezTo>
                  <a:cubicBezTo>
                    <a:pt x="2462" y="776"/>
                    <a:pt x="2455" y="587"/>
                    <a:pt x="2322" y="513"/>
                  </a:cubicBezTo>
                  <a:lnTo>
                    <a:pt x="1558" y="84"/>
                  </a:lnTo>
                  <a:cubicBezTo>
                    <a:pt x="1459" y="29"/>
                    <a:pt x="1349" y="0"/>
                    <a:pt x="1238" y="0"/>
                  </a:cubicBez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0"/>
            <p:cNvSpPr/>
            <p:nvPr/>
          </p:nvSpPr>
          <p:spPr>
            <a:xfrm>
              <a:off x="2347118" y="3334038"/>
              <a:ext cx="212859" cy="152126"/>
            </a:xfrm>
            <a:custGeom>
              <a:avLst/>
              <a:gdLst/>
              <a:ahLst/>
              <a:cxnLst/>
              <a:rect l="l" t="t" r="r" b="b"/>
              <a:pathLst>
                <a:path w="2909" h="2079" extrusionOk="0">
                  <a:moveTo>
                    <a:pt x="847" y="1"/>
                  </a:moveTo>
                  <a:lnTo>
                    <a:pt x="0" y="1176"/>
                  </a:lnTo>
                  <a:lnTo>
                    <a:pt x="1375" y="2079"/>
                  </a:lnTo>
                  <a:lnTo>
                    <a:pt x="2908" y="197"/>
                  </a:lnTo>
                  <a:lnTo>
                    <a:pt x="847" y="1"/>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0"/>
            <p:cNvSpPr/>
            <p:nvPr/>
          </p:nvSpPr>
          <p:spPr>
            <a:xfrm>
              <a:off x="2500340" y="3348452"/>
              <a:ext cx="139759" cy="83417"/>
            </a:xfrm>
            <a:custGeom>
              <a:avLst/>
              <a:gdLst/>
              <a:ahLst/>
              <a:cxnLst/>
              <a:rect l="l" t="t" r="r" b="b"/>
              <a:pathLst>
                <a:path w="1910" h="1140" extrusionOk="0">
                  <a:moveTo>
                    <a:pt x="814" y="0"/>
                  </a:moveTo>
                  <a:lnTo>
                    <a:pt x="0" y="804"/>
                  </a:lnTo>
                  <a:lnTo>
                    <a:pt x="922" y="746"/>
                  </a:lnTo>
                  <a:lnTo>
                    <a:pt x="1565" y="1117"/>
                  </a:lnTo>
                  <a:cubicBezTo>
                    <a:pt x="1595" y="1132"/>
                    <a:pt x="1627" y="1139"/>
                    <a:pt x="1658" y="1139"/>
                  </a:cubicBezTo>
                  <a:cubicBezTo>
                    <a:pt x="1676" y="1139"/>
                    <a:pt x="1694" y="1137"/>
                    <a:pt x="1712" y="1132"/>
                  </a:cubicBezTo>
                  <a:cubicBezTo>
                    <a:pt x="1869" y="1087"/>
                    <a:pt x="1909" y="884"/>
                    <a:pt x="1781" y="783"/>
                  </a:cubicBezTo>
                  <a:lnTo>
                    <a:pt x="814" y="0"/>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0"/>
            <p:cNvSpPr/>
            <p:nvPr/>
          </p:nvSpPr>
          <p:spPr>
            <a:xfrm>
              <a:off x="2499243" y="3381892"/>
              <a:ext cx="101637" cy="62562"/>
            </a:xfrm>
            <a:custGeom>
              <a:avLst/>
              <a:gdLst/>
              <a:ahLst/>
              <a:cxnLst/>
              <a:rect l="l" t="t" r="r" b="b"/>
              <a:pathLst>
                <a:path w="1389" h="855" extrusionOk="0">
                  <a:moveTo>
                    <a:pt x="393" y="0"/>
                  </a:moveTo>
                  <a:lnTo>
                    <a:pt x="0" y="567"/>
                  </a:lnTo>
                  <a:lnTo>
                    <a:pt x="978" y="844"/>
                  </a:lnTo>
                  <a:cubicBezTo>
                    <a:pt x="1004" y="851"/>
                    <a:pt x="1030" y="855"/>
                    <a:pt x="1056" y="855"/>
                  </a:cubicBezTo>
                  <a:cubicBezTo>
                    <a:pt x="1164" y="855"/>
                    <a:pt x="1266" y="794"/>
                    <a:pt x="1316" y="692"/>
                  </a:cubicBezTo>
                  <a:cubicBezTo>
                    <a:pt x="1388" y="540"/>
                    <a:pt x="1317" y="359"/>
                    <a:pt x="1161" y="299"/>
                  </a:cubicBezTo>
                  <a:lnTo>
                    <a:pt x="393" y="0"/>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0"/>
            <p:cNvSpPr/>
            <p:nvPr/>
          </p:nvSpPr>
          <p:spPr>
            <a:xfrm>
              <a:off x="2473120" y="3414380"/>
              <a:ext cx="101710" cy="62562"/>
            </a:xfrm>
            <a:custGeom>
              <a:avLst/>
              <a:gdLst/>
              <a:ahLst/>
              <a:cxnLst/>
              <a:rect l="l" t="t" r="r" b="b"/>
              <a:pathLst>
                <a:path w="1390" h="855" extrusionOk="0">
                  <a:moveTo>
                    <a:pt x="393" y="0"/>
                  </a:moveTo>
                  <a:lnTo>
                    <a:pt x="1" y="567"/>
                  </a:lnTo>
                  <a:lnTo>
                    <a:pt x="979" y="844"/>
                  </a:lnTo>
                  <a:cubicBezTo>
                    <a:pt x="1005" y="851"/>
                    <a:pt x="1031" y="854"/>
                    <a:pt x="1057" y="854"/>
                  </a:cubicBezTo>
                  <a:cubicBezTo>
                    <a:pt x="1165" y="854"/>
                    <a:pt x="1268" y="793"/>
                    <a:pt x="1317" y="692"/>
                  </a:cubicBezTo>
                  <a:cubicBezTo>
                    <a:pt x="1390" y="541"/>
                    <a:pt x="1318" y="359"/>
                    <a:pt x="1161" y="298"/>
                  </a:cubicBezTo>
                  <a:lnTo>
                    <a:pt x="393" y="0"/>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0"/>
            <p:cNvSpPr/>
            <p:nvPr/>
          </p:nvSpPr>
          <p:spPr>
            <a:xfrm>
              <a:off x="2447729" y="3444600"/>
              <a:ext cx="101710" cy="62636"/>
            </a:xfrm>
            <a:custGeom>
              <a:avLst/>
              <a:gdLst/>
              <a:ahLst/>
              <a:cxnLst/>
              <a:rect l="l" t="t" r="r" b="b"/>
              <a:pathLst>
                <a:path w="1390" h="856" extrusionOk="0">
                  <a:moveTo>
                    <a:pt x="392" y="1"/>
                  </a:moveTo>
                  <a:lnTo>
                    <a:pt x="0" y="568"/>
                  </a:lnTo>
                  <a:lnTo>
                    <a:pt x="979" y="845"/>
                  </a:lnTo>
                  <a:cubicBezTo>
                    <a:pt x="1005" y="852"/>
                    <a:pt x="1031" y="855"/>
                    <a:pt x="1057" y="855"/>
                  </a:cubicBezTo>
                  <a:cubicBezTo>
                    <a:pt x="1165" y="855"/>
                    <a:pt x="1267" y="794"/>
                    <a:pt x="1316" y="692"/>
                  </a:cubicBezTo>
                  <a:cubicBezTo>
                    <a:pt x="1389" y="542"/>
                    <a:pt x="1317" y="360"/>
                    <a:pt x="1162" y="299"/>
                  </a:cubicBezTo>
                  <a:lnTo>
                    <a:pt x="392" y="1"/>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0"/>
            <p:cNvSpPr/>
            <p:nvPr/>
          </p:nvSpPr>
          <p:spPr>
            <a:xfrm>
              <a:off x="2369582" y="2549269"/>
              <a:ext cx="262323" cy="324886"/>
            </a:xfrm>
            <a:custGeom>
              <a:avLst/>
              <a:gdLst/>
              <a:ahLst/>
              <a:cxnLst/>
              <a:rect l="l" t="t" r="r" b="b"/>
              <a:pathLst>
                <a:path w="3585" h="4440" extrusionOk="0">
                  <a:moveTo>
                    <a:pt x="1" y="0"/>
                  </a:moveTo>
                  <a:lnTo>
                    <a:pt x="1726" y="3154"/>
                  </a:lnTo>
                  <a:lnTo>
                    <a:pt x="2493" y="4439"/>
                  </a:lnTo>
                  <a:lnTo>
                    <a:pt x="3150" y="3434"/>
                  </a:lnTo>
                  <a:cubicBezTo>
                    <a:pt x="3584" y="2487"/>
                    <a:pt x="3171" y="557"/>
                    <a:pt x="2830" y="483"/>
                  </a:cubicBezTo>
                  <a:cubicBezTo>
                    <a:pt x="2686" y="451"/>
                    <a:pt x="2264" y="447"/>
                    <a:pt x="1907" y="447"/>
                  </a:cubicBezTo>
                  <a:cubicBezTo>
                    <a:pt x="1782" y="447"/>
                    <a:pt x="1666" y="447"/>
                    <a:pt x="1573" y="447"/>
                  </a:cubicBezTo>
                  <a:cubicBezTo>
                    <a:pt x="1453" y="447"/>
                    <a:pt x="1371" y="446"/>
                    <a:pt x="1355" y="443"/>
                  </a:cubicBezTo>
                  <a:lnTo>
                    <a:pt x="1" y="0"/>
                  </a:ln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0"/>
            <p:cNvSpPr/>
            <p:nvPr/>
          </p:nvSpPr>
          <p:spPr>
            <a:xfrm>
              <a:off x="2329890" y="2281138"/>
              <a:ext cx="170700" cy="170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0"/>
            <p:cNvSpPr/>
            <p:nvPr/>
          </p:nvSpPr>
          <p:spPr>
            <a:xfrm>
              <a:off x="2415388" y="3290200"/>
              <a:ext cx="170700" cy="170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0"/>
            <p:cNvSpPr/>
            <p:nvPr/>
          </p:nvSpPr>
          <p:spPr>
            <a:xfrm>
              <a:off x="2788603" y="4336500"/>
              <a:ext cx="170700" cy="170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0"/>
            <p:cNvSpPr/>
            <p:nvPr/>
          </p:nvSpPr>
          <p:spPr>
            <a:xfrm>
              <a:off x="2436275" y="2658450"/>
              <a:ext cx="170700" cy="170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0"/>
            <p:cNvSpPr/>
            <p:nvPr/>
          </p:nvSpPr>
          <p:spPr>
            <a:xfrm>
              <a:off x="2353388" y="2897425"/>
              <a:ext cx="170700" cy="170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1331;p31">
            <a:extLst>
              <a:ext uri="{FF2B5EF4-FFF2-40B4-BE49-F238E27FC236}">
                <a16:creationId xmlns:a16="http://schemas.microsoft.com/office/drawing/2014/main" id="{BE1BBDB3-24A0-6892-DA94-20F278A89B3E}"/>
              </a:ext>
            </a:extLst>
          </p:cNvPr>
          <p:cNvSpPr/>
          <p:nvPr/>
        </p:nvSpPr>
        <p:spPr>
          <a:xfrm>
            <a:off x="115173" y="121650"/>
            <a:ext cx="4179925"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7" name="Google Shape;1333;p31">
            <a:extLst>
              <a:ext uri="{FF2B5EF4-FFF2-40B4-BE49-F238E27FC236}">
                <a16:creationId xmlns:a16="http://schemas.microsoft.com/office/drawing/2014/main" id="{40BA80F5-36C5-0A5D-DAEC-8C2CA831234F}"/>
              </a:ext>
            </a:extLst>
          </p:cNvPr>
          <p:cNvGrpSpPr/>
          <p:nvPr/>
        </p:nvGrpSpPr>
        <p:grpSpPr>
          <a:xfrm>
            <a:off x="361398" y="309435"/>
            <a:ext cx="441436" cy="441224"/>
            <a:chOff x="5020347" y="2784874"/>
            <a:chExt cx="441436" cy="441224"/>
          </a:xfrm>
        </p:grpSpPr>
        <p:sp>
          <p:nvSpPr>
            <p:cNvPr id="8" name="Google Shape;1334;p31">
              <a:extLst>
                <a:ext uri="{FF2B5EF4-FFF2-40B4-BE49-F238E27FC236}">
                  <a16:creationId xmlns:a16="http://schemas.microsoft.com/office/drawing/2014/main" id="{7401E566-8696-E0AD-E818-F9819988A362}"/>
                </a:ext>
              </a:extLst>
            </p:cNvPr>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35;p31">
              <a:extLst>
                <a:ext uri="{FF2B5EF4-FFF2-40B4-BE49-F238E27FC236}">
                  <a16:creationId xmlns:a16="http://schemas.microsoft.com/office/drawing/2014/main" id="{77C5D130-227E-F9AA-DBC1-CE903D75A316}"/>
                </a:ext>
              </a:extLst>
            </p:cNvPr>
            <p:cNvSpPr/>
            <p:nvPr/>
          </p:nvSpPr>
          <p:spPr>
            <a:xfrm>
              <a:off x="5139915" y="2924267"/>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TextBox 9">
            <a:extLst>
              <a:ext uri="{FF2B5EF4-FFF2-40B4-BE49-F238E27FC236}">
                <a16:creationId xmlns:a16="http://schemas.microsoft.com/office/drawing/2014/main" id="{A9392FD1-A2AD-BEBE-FE16-7A67FBC67218}"/>
              </a:ext>
            </a:extLst>
          </p:cNvPr>
          <p:cNvSpPr txBox="1"/>
          <p:nvPr/>
        </p:nvSpPr>
        <p:spPr>
          <a:xfrm>
            <a:off x="942379" y="309435"/>
            <a:ext cx="4061460" cy="461665"/>
          </a:xfrm>
          <a:prstGeom prst="rect">
            <a:avLst/>
          </a:prstGeom>
          <a:noFill/>
        </p:spPr>
        <p:txBody>
          <a:bodyPr wrap="square" rtlCol="0">
            <a:spAutoFit/>
          </a:bodyPr>
          <a:lstStyle/>
          <a:p>
            <a:r>
              <a:rPr lang="en-IN" sz="2400" dirty="0">
                <a:latin typeface="Fira Sans Extra Condensed SemiBold" panose="020B0604020202020204" charset="0"/>
              </a:rPr>
              <a:t>Task 3 Overview</a:t>
            </a:r>
          </a:p>
        </p:txBody>
      </p:sp>
      <p:sp>
        <p:nvSpPr>
          <p:cNvPr id="11" name="TextBox 10">
            <a:extLst>
              <a:ext uri="{FF2B5EF4-FFF2-40B4-BE49-F238E27FC236}">
                <a16:creationId xmlns:a16="http://schemas.microsoft.com/office/drawing/2014/main" id="{D0C1F021-15FC-5759-B60B-6AD57E00D9A6}"/>
              </a:ext>
            </a:extLst>
          </p:cNvPr>
          <p:cNvSpPr txBox="1"/>
          <p:nvPr/>
        </p:nvSpPr>
        <p:spPr>
          <a:xfrm>
            <a:off x="2777818" y="2878038"/>
            <a:ext cx="6047082" cy="1815882"/>
          </a:xfrm>
          <a:prstGeom prst="rect">
            <a:avLst/>
          </a:prstGeom>
          <a:noFill/>
        </p:spPr>
        <p:txBody>
          <a:bodyPr wrap="square" rtlCol="0">
            <a:spAutoFit/>
          </a:bodyPr>
          <a:lstStyle/>
          <a:p>
            <a:r>
              <a:rPr lang="en-US" b="1" dirty="0">
                <a:latin typeface="Fira Sans Extra Condensed SemiBold" panose="020B0604020202020204" charset="0"/>
              </a:rPr>
              <a:t>Task 3: Average Minimal and Maximal Salaries in Different States</a:t>
            </a:r>
          </a:p>
          <a:p>
            <a:endParaRPr lang="en-US" b="1" dirty="0">
              <a:latin typeface="Fira Sans Extra Condensed SemiBold" panose="020B0604020202020204" charset="0"/>
            </a:endParaRPr>
          </a:p>
          <a:p>
            <a:endParaRPr lang="en-US" b="1" dirty="0">
              <a:latin typeface="Fira Sans Extra Condensed SemiBold" panose="020B0604020202020204" charset="0"/>
            </a:endParaRPr>
          </a:p>
          <a:p>
            <a:pPr algn="just"/>
            <a:r>
              <a:rPr lang="en-US" dirty="0">
                <a:latin typeface="Fira Sans Extra Condensed SemiBold" panose="020B0604020202020204" charset="0"/>
              </a:rPr>
              <a:t>This task compares the </a:t>
            </a:r>
            <a:r>
              <a:rPr lang="en-US" b="1" dirty="0">
                <a:latin typeface="Fira Sans Extra Condensed SemiBold" panose="020B0604020202020204" charset="0"/>
              </a:rPr>
              <a:t>average minimum and maximum salary ranges</a:t>
            </a:r>
            <a:r>
              <a:rPr lang="en-US" dirty="0">
                <a:latin typeface="Fira Sans Extra Condensed SemiBold" panose="020B0604020202020204" charset="0"/>
              </a:rPr>
              <a:t> across different states. By analyzing salary boundaries state-wise, the visualization highlights how compensation varies geographically. Some states offer wider salary ranges, reflecting differences in cost of living, demand, and industry presence.</a:t>
            </a:r>
          </a:p>
          <a:p>
            <a:endParaRPr lang="en-IN" dirty="0">
              <a:latin typeface="Fira Sans Extra Condensed SemiBold" panose="020B0604020202020204" charset="0"/>
            </a:endParaRPr>
          </a:p>
        </p:txBody>
      </p:sp>
      <p:pic>
        <p:nvPicPr>
          <p:cNvPr id="13" name="Picture 12" descr="A graph of blue bars&#10;&#10;AI-generated content may be incorrect.">
            <a:extLst>
              <a:ext uri="{FF2B5EF4-FFF2-40B4-BE49-F238E27FC236}">
                <a16:creationId xmlns:a16="http://schemas.microsoft.com/office/drawing/2014/main" id="{273FAE53-FD8F-DE09-7421-1A9299DDCFE1}"/>
              </a:ext>
            </a:extLst>
          </p:cNvPr>
          <p:cNvPicPr>
            <a:picLocks noChangeAspect="1"/>
          </p:cNvPicPr>
          <p:nvPr/>
        </p:nvPicPr>
        <p:blipFill>
          <a:blip r:embed="rId3"/>
          <a:stretch>
            <a:fillRect/>
          </a:stretch>
        </p:blipFill>
        <p:spPr>
          <a:xfrm>
            <a:off x="4572000" y="182880"/>
            <a:ext cx="4295096" cy="23165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683;p24">
            <a:extLst>
              <a:ext uri="{FF2B5EF4-FFF2-40B4-BE49-F238E27FC236}">
                <a16:creationId xmlns:a16="http://schemas.microsoft.com/office/drawing/2014/main" id="{F5288284-5126-EE18-0918-2FFF1E7D44D0}"/>
              </a:ext>
            </a:extLst>
          </p:cNvPr>
          <p:cNvGrpSpPr/>
          <p:nvPr/>
        </p:nvGrpSpPr>
        <p:grpSpPr>
          <a:xfrm>
            <a:off x="5870592" y="1331142"/>
            <a:ext cx="3095796" cy="3511715"/>
            <a:chOff x="5276497" y="1224462"/>
            <a:chExt cx="3095796" cy="3511715"/>
          </a:xfrm>
        </p:grpSpPr>
        <p:grpSp>
          <p:nvGrpSpPr>
            <p:cNvPr id="4" name="Google Shape;684;p24">
              <a:extLst>
                <a:ext uri="{FF2B5EF4-FFF2-40B4-BE49-F238E27FC236}">
                  <a16:creationId xmlns:a16="http://schemas.microsoft.com/office/drawing/2014/main" id="{1BFD42E9-B2F7-2E0A-5067-8E0F3FAC370E}"/>
                </a:ext>
              </a:extLst>
            </p:cNvPr>
            <p:cNvGrpSpPr/>
            <p:nvPr/>
          </p:nvGrpSpPr>
          <p:grpSpPr>
            <a:xfrm flipH="1">
              <a:off x="5276497" y="4685097"/>
              <a:ext cx="3095796" cy="51081"/>
              <a:chOff x="5638950" y="4069774"/>
              <a:chExt cx="2579400" cy="42560"/>
            </a:xfrm>
          </p:grpSpPr>
          <p:sp>
            <p:nvSpPr>
              <p:cNvPr id="97" name="Google Shape;685;p24">
                <a:extLst>
                  <a:ext uri="{FF2B5EF4-FFF2-40B4-BE49-F238E27FC236}">
                    <a16:creationId xmlns:a16="http://schemas.microsoft.com/office/drawing/2014/main" id="{EF648FFD-7017-9718-04B9-F3D4B2330103}"/>
                  </a:ext>
                </a:extLst>
              </p:cNvPr>
              <p:cNvSpPr/>
              <p:nvPr/>
            </p:nvSpPr>
            <p:spPr>
              <a:xfrm rot="5400000">
                <a:off x="6087689" y="3987641"/>
                <a:ext cx="42560" cy="206826"/>
              </a:xfrm>
              <a:custGeom>
                <a:avLst/>
                <a:gdLst/>
                <a:ahLst/>
                <a:cxnLst/>
                <a:rect l="l" t="t" r="r" b="b"/>
                <a:pathLst>
                  <a:path w="560" h="20631" extrusionOk="0">
                    <a:moveTo>
                      <a:pt x="0" y="0"/>
                    </a:moveTo>
                    <a:lnTo>
                      <a:pt x="0" y="20630"/>
                    </a:lnTo>
                    <a:lnTo>
                      <a:pt x="559" y="20630"/>
                    </a:lnTo>
                    <a:lnTo>
                      <a:pt x="5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8" name="Google Shape;686;p24">
                <a:extLst>
                  <a:ext uri="{FF2B5EF4-FFF2-40B4-BE49-F238E27FC236}">
                    <a16:creationId xmlns:a16="http://schemas.microsoft.com/office/drawing/2014/main" id="{29CEC333-C679-F877-2C21-37ACC429793B}"/>
                  </a:ext>
                </a:extLst>
              </p:cNvPr>
              <p:cNvCxnSpPr/>
              <p:nvPr/>
            </p:nvCxnSpPr>
            <p:spPr>
              <a:xfrm>
                <a:off x="5638950" y="4108193"/>
                <a:ext cx="2579400" cy="0"/>
              </a:xfrm>
              <a:prstGeom prst="straightConnector1">
                <a:avLst/>
              </a:prstGeom>
              <a:noFill/>
              <a:ln w="19050" cap="flat" cmpd="sng">
                <a:solidFill>
                  <a:srgbClr val="CCCCCC"/>
                </a:solidFill>
                <a:prstDash val="solid"/>
                <a:round/>
                <a:headEnd type="none" w="med" len="med"/>
                <a:tailEnd type="none" w="med" len="med"/>
              </a:ln>
            </p:spPr>
          </p:cxnSp>
        </p:grpSp>
        <p:grpSp>
          <p:nvGrpSpPr>
            <p:cNvPr id="5" name="Google Shape;687;p24">
              <a:extLst>
                <a:ext uri="{FF2B5EF4-FFF2-40B4-BE49-F238E27FC236}">
                  <a16:creationId xmlns:a16="http://schemas.microsoft.com/office/drawing/2014/main" id="{FDA3DE86-CE3A-8454-2B15-7D3EA67AA010}"/>
                </a:ext>
              </a:extLst>
            </p:cNvPr>
            <p:cNvGrpSpPr/>
            <p:nvPr/>
          </p:nvGrpSpPr>
          <p:grpSpPr>
            <a:xfrm>
              <a:off x="5613730" y="1224462"/>
              <a:ext cx="2582905" cy="3504837"/>
              <a:chOff x="6079351" y="1210839"/>
              <a:chExt cx="2152062" cy="2920210"/>
            </a:xfrm>
          </p:grpSpPr>
          <p:sp>
            <p:nvSpPr>
              <p:cNvPr id="6" name="Google Shape;688;p24">
                <a:extLst>
                  <a:ext uri="{FF2B5EF4-FFF2-40B4-BE49-F238E27FC236}">
                    <a16:creationId xmlns:a16="http://schemas.microsoft.com/office/drawing/2014/main" id="{08EB1A6B-E870-EFC3-F2D8-BA2D59ED67FF}"/>
                  </a:ext>
                </a:extLst>
              </p:cNvPr>
              <p:cNvSpPr/>
              <p:nvPr/>
            </p:nvSpPr>
            <p:spPr>
              <a:xfrm flipH="1">
                <a:off x="7887262" y="2356283"/>
                <a:ext cx="42784" cy="1743681"/>
              </a:xfrm>
              <a:custGeom>
                <a:avLst/>
                <a:gdLst/>
                <a:ahLst/>
                <a:cxnLst/>
                <a:rect l="l" t="t" r="r" b="b"/>
                <a:pathLst>
                  <a:path w="560" h="20631" extrusionOk="0">
                    <a:moveTo>
                      <a:pt x="0" y="0"/>
                    </a:moveTo>
                    <a:lnTo>
                      <a:pt x="0" y="20630"/>
                    </a:lnTo>
                    <a:lnTo>
                      <a:pt x="559" y="20630"/>
                    </a:lnTo>
                    <a:lnTo>
                      <a:pt x="5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89;p24">
                <a:extLst>
                  <a:ext uri="{FF2B5EF4-FFF2-40B4-BE49-F238E27FC236}">
                    <a16:creationId xmlns:a16="http://schemas.microsoft.com/office/drawing/2014/main" id="{17025F08-F67C-2E91-9C59-3231E996345C}"/>
                  </a:ext>
                </a:extLst>
              </p:cNvPr>
              <p:cNvSpPr/>
              <p:nvPr/>
            </p:nvSpPr>
            <p:spPr>
              <a:xfrm flipH="1">
                <a:off x="7585886" y="2018468"/>
                <a:ext cx="645528" cy="484413"/>
              </a:xfrm>
              <a:custGeom>
                <a:avLst/>
                <a:gdLst/>
                <a:ahLst/>
                <a:cxnLst/>
                <a:rect l="l" t="t" r="r" b="b"/>
                <a:pathLst>
                  <a:path w="8446" h="6338" extrusionOk="0">
                    <a:moveTo>
                      <a:pt x="1149" y="1"/>
                    </a:moveTo>
                    <a:lnTo>
                      <a:pt x="1" y="6338"/>
                    </a:lnTo>
                    <a:lnTo>
                      <a:pt x="8445" y="6338"/>
                    </a:lnTo>
                    <a:lnTo>
                      <a:pt x="729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90;p24">
                <a:extLst>
                  <a:ext uri="{FF2B5EF4-FFF2-40B4-BE49-F238E27FC236}">
                    <a16:creationId xmlns:a16="http://schemas.microsoft.com/office/drawing/2014/main" id="{05609936-23AD-CB44-A81F-DD67FEC815DF}"/>
                  </a:ext>
                </a:extLst>
              </p:cNvPr>
              <p:cNvSpPr/>
              <p:nvPr/>
            </p:nvSpPr>
            <p:spPr>
              <a:xfrm flipH="1">
                <a:off x="7323929" y="1283446"/>
                <a:ext cx="79258" cy="352648"/>
              </a:xfrm>
              <a:custGeom>
                <a:avLst/>
                <a:gdLst/>
                <a:ahLst/>
                <a:cxnLst/>
                <a:rect l="l" t="t" r="r" b="b"/>
                <a:pathLst>
                  <a:path w="1037" h="4614" extrusionOk="0">
                    <a:moveTo>
                      <a:pt x="749" y="1"/>
                    </a:moveTo>
                    <a:lnTo>
                      <a:pt x="0" y="49"/>
                    </a:lnTo>
                    <a:lnTo>
                      <a:pt x="288" y="4614"/>
                    </a:lnTo>
                    <a:lnTo>
                      <a:pt x="1037" y="4567"/>
                    </a:lnTo>
                    <a:lnTo>
                      <a:pt x="74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24">
                <a:extLst>
                  <a:ext uri="{FF2B5EF4-FFF2-40B4-BE49-F238E27FC236}">
                    <a16:creationId xmlns:a16="http://schemas.microsoft.com/office/drawing/2014/main" id="{6F4F1ACE-F97A-4BEA-9811-6410A0AE2D87}"/>
                  </a:ext>
                </a:extLst>
              </p:cNvPr>
              <p:cNvSpPr/>
              <p:nvPr/>
            </p:nvSpPr>
            <p:spPr>
              <a:xfrm flipH="1">
                <a:off x="7250251" y="1368588"/>
                <a:ext cx="79258" cy="268116"/>
              </a:xfrm>
              <a:custGeom>
                <a:avLst/>
                <a:gdLst/>
                <a:ahLst/>
                <a:cxnLst/>
                <a:rect l="l" t="t" r="r" b="b"/>
                <a:pathLst>
                  <a:path w="1037" h="3508" extrusionOk="0">
                    <a:moveTo>
                      <a:pt x="749" y="0"/>
                    </a:moveTo>
                    <a:lnTo>
                      <a:pt x="1" y="63"/>
                    </a:lnTo>
                    <a:lnTo>
                      <a:pt x="289" y="3508"/>
                    </a:lnTo>
                    <a:lnTo>
                      <a:pt x="1037" y="3445"/>
                    </a:lnTo>
                    <a:lnTo>
                      <a:pt x="7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92;p24">
                <a:extLst>
                  <a:ext uri="{FF2B5EF4-FFF2-40B4-BE49-F238E27FC236}">
                    <a16:creationId xmlns:a16="http://schemas.microsoft.com/office/drawing/2014/main" id="{39D9B986-A55E-3CC1-679A-17F1274EC466}"/>
                  </a:ext>
                </a:extLst>
              </p:cNvPr>
              <p:cNvSpPr/>
              <p:nvPr/>
            </p:nvSpPr>
            <p:spPr>
              <a:xfrm flipH="1">
                <a:off x="7149823" y="1238506"/>
                <a:ext cx="107996" cy="398200"/>
              </a:xfrm>
              <a:custGeom>
                <a:avLst/>
                <a:gdLst/>
                <a:ahLst/>
                <a:cxnLst/>
                <a:rect l="l" t="t" r="r" b="b"/>
                <a:pathLst>
                  <a:path w="1413" h="5210" extrusionOk="0">
                    <a:moveTo>
                      <a:pt x="1124" y="0"/>
                    </a:moveTo>
                    <a:lnTo>
                      <a:pt x="0" y="63"/>
                    </a:lnTo>
                    <a:lnTo>
                      <a:pt x="290" y="5210"/>
                    </a:lnTo>
                    <a:lnTo>
                      <a:pt x="1412" y="5147"/>
                    </a:lnTo>
                    <a:lnTo>
                      <a:pt x="112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93;p24">
                <a:extLst>
                  <a:ext uri="{FF2B5EF4-FFF2-40B4-BE49-F238E27FC236}">
                    <a16:creationId xmlns:a16="http://schemas.microsoft.com/office/drawing/2014/main" id="{B9164A28-DC8F-1D7C-6B69-A721BF82607C}"/>
                  </a:ext>
                </a:extLst>
              </p:cNvPr>
              <p:cNvSpPr/>
              <p:nvPr/>
            </p:nvSpPr>
            <p:spPr>
              <a:xfrm flipH="1">
                <a:off x="7078132" y="1313024"/>
                <a:ext cx="79334" cy="323222"/>
              </a:xfrm>
              <a:custGeom>
                <a:avLst/>
                <a:gdLst/>
                <a:ahLst/>
                <a:cxnLst/>
                <a:rect l="l" t="t" r="r" b="b"/>
                <a:pathLst>
                  <a:path w="1038" h="4229" extrusionOk="0">
                    <a:moveTo>
                      <a:pt x="748" y="0"/>
                    </a:moveTo>
                    <a:lnTo>
                      <a:pt x="1" y="52"/>
                    </a:lnTo>
                    <a:lnTo>
                      <a:pt x="289" y="4229"/>
                    </a:lnTo>
                    <a:lnTo>
                      <a:pt x="1038" y="4177"/>
                    </a:lnTo>
                    <a:lnTo>
                      <a:pt x="7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94;p24">
                <a:extLst>
                  <a:ext uri="{FF2B5EF4-FFF2-40B4-BE49-F238E27FC236}">
                    <a16:creationId xmlns:a16="http://schemas.microsoft.com/office/drawing/2014/main" id="{57C8DCD1-6F91-F4D2-5DBD-E0F5FD646B72}"/>
                  </a:ext>
                </a:extLst>
              </p:cNvPr>
              <p:cNvSpPr/>
              <p:nvPr/>
            </p:nvSpPr>
            <p:spPr>
              <a:xfrm flipH="1">
                <a:off x="6940941" y="1343290"/>
                <a:ext cx="122517" cy="296548"/>
              </a:xfrm>
              <a:custGeom>
                <a:avLst/>
                <a:gdLst/>
                <a:ahLst/>
                <a:cxnLst/>
                <a:rect l="l" t="t" r="r" b="b"/>
                <a:pathLst>
                  <a:path w="1603" h="3880" extrusionOk="0">
                    <a:moveTo>
                      <a:pt x="487" y="1"/>
                    </a:moveTo>
                    <a:lnTo>
                      <a:pt x="1" y="3735"/>
                    </a:lnTo>
                    <a:lnTo>
                      <a:pt x="1117" y="3880"/>
                    </a:lnTo>
                    <a:lnTo>
                      <a:pt x="1602" y="146"/>
                    </a:lnTo>
                    <a:lnTo>
                      <a:pt x="4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95;p24">
                <a:extLst>
                  <a:ext uri="{FF2B5EF4-FFF2-40B4-BE49-F238E27FC236}">
                    <a16:creationId xmlns:a16="http://schemas.microsoft.com/office/drawing/2014/main" id="{6D4504D2-3AD2-537C-1B84-B2EE32822452}"/>
                  </a:ext>
                </a:extLst>
              </p:cNvPr>
              <p:cNvSpPr/>
              <p:nvPr/>
            </p:nvSpPr>
            <p:spPr>
              <a:xfrm flipH="1">
                <a:off x="6827673" y="1210839"/>
                <a:ext cx="135969" cy="428696"/>
              </a:xfrm>
              <a:custGeom>
                <a:avLst/>
                <a:gdLst/>
                <a:ahLst/>
                <a:cxnLst/>
                <a:rect l="l" t="t" r="r" b="b"/>
                <a:pathLst>
                  <a:path w="1779" h="5609" extrusionOk="0">
                    <a:moveTo>
                      <a:pt x="661" y="1"/>
                    </a:moveTo>
                    <a:lnTo>
                      <a:pt x="0" y="5473"/>
                    </a:lnTo>
                    <a:lnTo>
                      <a:pt x="1117" y="5608"/>
                    </a:lnTo>
                    <a:lnTo>
                      <a:pt x="1778" y="136"/>
                    </a:lnTo>
                    <a:lnTo>
                      <a:pt x="66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96;p24">
                <a:extLst>
                  <a:ext uri="{FF2B5EF4-FFF2-40B4-BE49-F238E27FC236}">
                    <a16:creationId xmlns:a16="http://schemas.microsoft.com/office/drawing/2014/main" id="{8C6F0D35-8644-2B48-223A-51E1956B200E}"/>
                  </a:ext>
                </a:extLst>
              </p:cNvPr>
              <p:cNvSpPr/>
              <p:nvPr/>
            </p:nvSpPr>
            <p:spPr>
              <a:xfrm flipH="1">
                <a:off x="6755983" y="1272593"/>
                <a:ext cx="107384" cy="365718"/>
              </a:xfrm>
              <a:custGeom>
                <a:avLst/>
                <a:gdLst/>
                <a:ahLst/>
                <a:cxnLst/>
                <a:rect l="l" t="t" r="r" b="b"/>
                <a:pathLst>
                  <a:path w="1405" h="4785" extrusionOk="0">
                    <a:moveTo>
                      <a:pt x="662" y="0"/>
                    </a:moveTo>
                    <a:lnTo>
                      <a:pt x="1" y="4680"/>
                    </a:lnTo>
                    <a:lnTo>
                      <a:pt x="744" y="4784"/>
                    </a:lnTo>
                    <a:lnTo>
                      <a:pt x="1405" y="105"/>
                    </a:lnTo>
                    <a:lnTo>
                      <a:pt x="6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97;p24">
                <a:extLst>
                  <a:ext uri="{FF2B5EF4-FFF2-40B4-BE49-F238E27FC236}">
                    <a16:creationId xmlns:a16="http://schemas.microsoft.com/office/drawing/2014/main" id="{32EA2498-A289-0AB7-F340-0C503C6877DC}"/>
                  </a:ext>
                </a:extLst>
              </p:cNvPr>
              <p:cNvSpPr/>
              <p:nvPr/>
            </p:nvSpPr>
            <p:spPr>
              <a:xfrm flipH="1">
                <a:off x="6655707" y="1242786"/>
                <a:ext cx="135816" cy="397054"/>
              </a:xfrm>
              <a:custGeom>
                <a:avLst/>
                <a:gdLst/>
                <a:ahLst/>
                <a:cxnLst/>
                <a:rect l="l" t="t" r="r" b="b"/>
                <a:pathLst>
                  <a:path w="1777" h="5195" extrusionOk="0">
                    <a:moveTo>
                      <a:pt x="661" y="0"/>
                    </a:moveTo>
                    <a:lnTo>
                      <a:pt x="0" y="5050"/>
                    </a:lnTo>
                    <a:lnTo>
                      <a:pt x="1116" y="5195"/>
                    </a:lnTo>
                    <a:lnTo>
                      <a:pt x="1777" y="147"/>
                    </a:lnTo>
                    <a:lnTo>
                      <a:pt x="66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98;p24">
                <a:extLst>
                  <a:ext uri="{FF2B5EF4-FFF2-40B4-BE49-F238E27FC236}">
                    <a16:creationId xmlns:a16="http://schemas.microsoft.com/office/drawing/2014/main" id="{4C4B5626-CD49-2660-4BE8-B3F8FAB5BA94}"/>
                  </a:ext>
                </a:extLst>
              </p:cNvPr>
              <p:cNvSpPr/>
              <p:nvPr/>
            </p:nvSpPr>
            <p:spPr>
              <a:xfrm flipH="1">
                <a:off x="6393629" y="1529548"/>
                <a:ext cx="365947" cy="88430"/>
              </a:xfrm>
              <a:custGeom>
                <a:avLst/>
                <a:gdLst/>
                <a:ahLst/>
                <a:cxnLst/>
                <a:rect l="l" t="t" r="r" b="b"/>
                <a:pathLst>
                  <a:path w="4788" h="1157" extrusionOk="0">
                    <a:moveTo>
                      <a:pt x="1" y="0"/>
                    </a:moveTo>
                    <a:lnTo>
                      <a:pt x="1" y="1157"/>
                    </a:lnTo>
                    <a:lnTo>
                      <a:pt x="4787" y="1157"/>
                    </a:lnTo>
                    <a:lnTo>
                      <a:pt x="47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99;p24">
                <a:extLst>
                  <a:ext uri="{FF2B5EF4-FFF2-40B4-BE49-F238E27FC236}">
                    <a16:creationId xmlns:a16="http://schemas.microsoft.com/office/drawing/2014/main" id="{8AE5177D-E5A9-271B-221B-A27BE95C4B35}"/>
                  </a:ext>
                </a:extLst>
              </p:cNvPr>
              <p:cNvSpPr/>
              <p:nvPr/>
            </p:nvSpPr>
            <p:spPr>
              <a:xfrm flipH="1">
                <a:off x="6442545" y="1438444"/>
                <a:ext cx="274766" cy="77424"/>
              </a:xfrm>
              <a:custGeom>
                <a:avLst/>
                <a:gdLst/>
                <a:ahLst/>
                <a:cxnLst/>
                <a:rect l="l" t="t" r="r" b="b"/>
                <a:pathLst>
                  <a:path w="3595" h="1013" extrusionOk="0">
                    <a:moveTo>
                      <a:pt x="0" y="1"/>
                    </a:moveTo>
                    <a:lnTo>
                      <a:pt x="0" y="1013"/>
                    </a:lnTo>
                    <a:lnTo>
                      <a:pt x="3594" y="1013"/>
                    </a:lnTo>
                    <a:lnTo>
                      <a:pt x="359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00;p24">
                <a:extLst>
                  <a:ext uri="{FF2B5EF4-FFF2-40B4-BE49-F238E27FC236}">
                    <a16:creationId xmlns:a16="http://schemas.microsoft.com/office/drawing/2014/main" id="{2E02BE25-8AC6-4FA9-0A59-5A2EE5623353}"/>
                  </a:ext>
                </a:extLst>
              </p:cNvPr>
              <p:cNvSpPr/>
              <p:nvPr/>
            </p:nvSpPr>
            <p:spPr>
              <a:xfrm flipH="1">
                <a:off x="6519815" y="1375467"/>
                <a:ext cx="218208" cy="46469"/>
              </a:xfrm>
              <a:custGeom>
                <a:avLst/>
                <a:gdLst/>
                <a:ahLst/>
                <a:cxnLst/>
                <a:rect l="l" t="t" r="r" b="b"/>
                <a:pathLst>
                  <a:path w="2855" h="608" extrusionOk="0">
                    <a:moveTo>
                      <a:pt x="0" y="1"/>
                    </a:moveTo>
                    <a:lnTo>
                      <a:pt x="0" y="608"/>
                    </a:lnTo>
                    <a:lnTo>
                      <a:pt x="2855" y="608"/>
                    </a:lnTo>
                    <a:lnTo>
                      <a:pt x="2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01;p24">
                <a:extLst>
                  <a:ext uri="{FF2B5EF4-FFF2-40B4-BE49-F238E27FC236}">
                    <a16:creationId xmlns:a16="http://schemas.microsoft.com/office/drawing/2014/main" id="{09BFA21E-43E1-DF7F-90E8-C4D089652E8D}"/>
                  </a:ext>
                </a:extLst>
              </p:cNvPr>
              <p:cNvSpPr/>
              <p:nvPr/>
            </p:nvSpPr>
            <p:spPr>
              <a:xfrm flipH="1">
                <a:off x="6337293" y="1608575"/>
                <a:ext cx="1114044" cy="66647"/>
              </a:xfrm>
              <a:custGeom>
                <a:avLst/>
                <a:gdLst/>
                <a:ahLst/>
                <a:cxnLst/>
                <a:rect l="l" t="t" r="r" b="b"/>
                <a:pathLst>
                  <a:path w="14576" h="872" extrusionOk="0">
                    <a:moveTo>
                      <a:pt x="0" y="1"/>
                    </a:moveTo>
                    <a:lnTo>
                      <a:pt x="0" y="872"/>
                    </a:lnTo>
                    <a:lnTo>
                      <a:pt x="14576" y="872"/>
                    </a:lnTo>
                    <a:lnTo>
                      <a:pt x="145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02;p24">
                <a:extLst>
                  <a:ext uri="{FF2B5EF4-FFF2-40B4-BE49-F238E27FC236}">
                    <a16:creationId xmlns:a16="http://schemas.microsoft.com/office/drawing/2014/main" id="{5E5D4196-9332-93BD-D797-17A67D26DF06}"/>
                  </a:ext>
                </a:extLst>
              </p:cNvPr>
              <p:cNvSpPr/>
              <p:nvPr/>
            </p:nvSpPr>
            <p:spPr>
              <a:xfrm flipH="1">
                <a:off x="6385378" y="1769458"/>
                <a:ext cx="79411" cy="352572"/>
              </a:xfrm>
              <a:custGeom>
                <a:avLst/>
                <a:gdLst/>
                <a:ahLst/>
                <a:cxnLst/>
                <a:rect l="l" t="t" r="r" b="b"/>
                <a:pathLst>
                  <a:path w="1039" h="4613" extrusionOk="0">
                    <a:moveTo>
                      <a:pt x="290" y="0"/>
                    </a:moveTo>
                    <a:lnTo>
                      <a:pt x="1" y="4566"/>
                    </a:lnTo>
                    <a:lnTo>
                      <a:pt x="750" y="4613"/>
                    </a:lnTo>
                    <a:lnTo>
                      <a:pt x="1039" y="47"/>
                    </a:lnTo>
                    <a:lnTo>
                      <a:pt x="29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03;p24">
                <a:extLst>
                  <a:ext uri="{FF2B5EF4-FFF2-40B4-BE49-F238E27FC236}">
                    <a16:creationId xmlns:a16="http://schemas.microsoft.com/office/drawing/2014/main" id="{D0E51FF3-DCFB-E454-C2E0-8664450FC0BC}"/>
                  </a:ext>
                </a:extLst>
              </p:cNvPr>
              <p:cNvSpPr/>
              <p:nvPr/>
            </p:nvSpPr>
            <p:spPr>
              <a:xfrm flipH="1">
                <a:off x="6459056" y="1854524"/>
                <a:ext cx="79334" cy="268116"/>
              </a:xfrm>
              <a:custGeom>
                <a:avLst/>
                <a:gdLst/>
                <a:ahLst/>
                <a:cxnLst/>
                <a:rect l="l" t="t" r="r" b="b"/>
                <a:pathLst>
                  <a:path w="1038" h="3508" extrusionOk="0">
                    <a:moveTo>
                      <a:pt x="289" y="1"/>
                    </a:moveTo>
                    <a:lnTo>
                      <a:pt x="0" y="3445"/>
                    </a:lnTo>
                    <a:lnTo>
                      <a:pt x="748" y="3508"/>
                    </a:lnTo>
                    <a:lnTo>
                      <a:pt x="1037" y="64"/>
                    </a:lnTo>
                    <a:lnTo>
                      <a:pt x="2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04;p24">
                <a:extLst>
                  <a:ext uri="{FF2B5EF4-FFF2-40B4-BE49-F238E27FC236}">
                    <a16:creationId xmlns:a16="http://schemas.microsoft.com/office/drawing/2014/main" id="{CE75956B-7F8F-9158-F123-C649CB1CB41D}"/>
                  </a:ext>
                </a:extLst>
              </p:cNvPr>
              <p:cNvSpPr/>
              <p:nvPr/>
            </p:nvSpPr>
            <p:spPr>
              <a:xfrm flipH="1">
                <a:off x="6530746" y="1724442"/>
                <a:ext cx="108072" cy="398200"/>
              </a:xfrm>
              <a:custGeom>
                <a:avLst/>
                <a:gdLst/>
                <a:ahLst/>
                <a:cxnLst/>
                <a:rect l="l" t="t" r="r" b="b"/>
                <a:pathLst>
                  <a:path w="1414" h="5210" extrusionOk="0">
                    <a:moveTo>
                      <a:pt x="290" y="1"/>
                    </a:moveTo>
                    <a:lnTo>
                      <a:pt x="1" y="5147"/>
                    </a:lnTo>
                    <a:lnTo>
                      <a:pt x="1124" y="5210"/>
                    </a:lnTo>
                    <a:lnTo>
                      <a:pt x="1414" y="63"/>
                    </a:lnTo>
                    <a:lnTo>
                      <a:pt x="29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05;p24">
                <a:extLst>
                  <a:ext uri="{FF2B5EF4-FFF2-40B4-BE49-F238E27FC236}">
                    <a16:creationId xmlns:a16="http://schemas.microsoft.com/office/drawing/2014/main" id="{A0C57844-B584-7D15-AC1D-1F522C60E584}"/>
                  </a:ext>
                </a:extLst>
              </p:cNvPr>
              <p:cNvSpPr/>
              <p:nvPr/>
            </p:nvSpPr>
            <p:spPr>
              <a:xfrm flipH="1">
                <a:off x="6631098" y="1798960"/>
                <a:ext cx="79334" cy="323299"/>
              </a:xfrm>
              <a:custGeom>
                <a:avLst/>
                <a:gdLst/>
                <a:ahLst/>
                <a:cxnLst/>
                <a:rect l="l" t="t" r="r" b="b"/>
                <a:pathLst>
                  <a:path w="1038" h="4230" extrusionOk="0">
                    <a:moveTo>
                      <a:pt x="288" y="1"/>
                    </a:moveTo>
                    <a:lnTo>
                      <a:pt x="0" y="4178"/>
                    </a:lnTo>
                    <a:lnTo>
                      <a:pt x="748" y="4229"/>
                    </a:lnTo>
                    <a:lnTo>
                      <a:pt x="1037" y="52"/>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06;p24">
                <a:extLst>
                  <a:ext uri="{FF2B5EF4-FFF2-40B4-BE49-F238E27FC236}">
                    <a16:creationId xmlns:a16="http://schemas.microsoft.com/office/drawing/2014/main" id="{67411617-1D58-72EF-A5DA-501D71AD4F5B}"/>
                  </a:ext>
                </a:extLst>
              </p:cNvPr>
              <p:cNvSpPr/>
              <p:nvPr/>
            </p:nvSpPr>
            <p:spPr>
              <a:xfrm flipH="1">
                <a:off x="6725258" y="1829302"/>
                <a:ext cx="122441" cy="296548"/>
              </a:xfrm>
              <a:custGeom>
                <a:avLst/>
                <a:gdLst/>
                <a:ahLst/>
                <a:cxnLst/>
                <a:rect l="l" t="t" r="r" b="b"/>
                <a:pathLst>
                  <a:path w="1602" h="3880" extrusionOk="0">
                    <a:moveTo>
                      <a:pt x="1116" y="0"/>
                    </a:moveTo>
                    <a:lnTo>
                      <a:pt x="0" y="146"/>
                    </a:lnTo>
                    <a:lnTo>
                      <a:pt x="486" y="3879"/>
                    </a:lnTo>
                    <a:lnTo>
                      <a:pt x="1602" y="3734"/>
                    </a:lnTo>
                    <a:lnTo>
                      <a:pt x="11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07;p24">
                <a:extLst>
                  <a:ext uri="{FF2B5EF4-FFF2-40B4-BE49-F238E27FC236}">
                    <a16:creationId xmlns:a16="http://schemas.microsoft.com/office/drawing/2014/main" id="{090954D4-20FB-169E-2998-224EDEDE86D5}"/>
                  </a:ext>
                </a:extLst>
              </p:cNvPr>
              <p:cNvSpPr/>
              <p:nvPr/>
            </p:nvSpPr>
            <p:spPr>
              <a:xfrm flipH="1">
                <a:off x="6824922" y="1696851"/>
                <a:ext cx="136045" cy="428543"/>
              </a:xfrm>
              <a:custGeom>
                <a:avLst/>
                <a:gdLst/>
                <a:ahLst/>
                <a:cxnLst/>
                <a:rect l="l" t="t" r="r" b="b"/>
                <a:pathLst>
                  <a:path w="1780" h="5607" extrusionOk="0">
                    <a:moveTo>
                      <a:pt x="1119" y="0"/>
                    </a:moveTo>
                    <a:lnTo>
                      <a:pt x="1" y="135"/>
                    </a:lnTo>
                    <a:lnTo>
                      <a:pt x="662" y="5606"/>
                    </a:lnTo>
                    <a:lnTo>
                      <a:pt x="1780" y="5472"/>
                    </a:lnTo>
                    <a:lnTo>
                      <a:pt x="111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08;p24">
                <a:extLst>
                  <a:ext uri="{FF2B5EF4-FFF2-40B4-BE49-F238E27FC236}">
                    <a16:creationId xmlns:a16="http://schemas.microsoft.com/office/drawing/2014/main" id="{AFA1457E-DB29-7ED6-6084-66BFCFD710C1}"/>
                  </a:ext>
                </a:extLst>
              </p:cNvPr>
              <p:cNvSpPr/>
              <p:nvPr/>
            </p:nvSpPr>
            <p:spPr>
              <a:xfrm flipH="1">
                <a:off x="6925274" y="1758529"/>
                <a:ext cx="107384" cy="365718"/>
              </a:xfrm>
              <a:custGeom>
                <a:avLst/>
                <a:gdLst/>
                <a:ahLst/>
                <a:cxnLst/>
                <a:rect l="l" t="t" r="r" b="b"/>
                <a:pathLst>
                  <a:path w="1405" h="4785" extrusionOk="0">
                    <a:moveTo>
                      <a:pt x="743" y="0"/>
                    </a:moveTo>
                    <a:lnTo>
                      <a:pt x="0" y="106"/>
                    </a:lnTo>
                    <a:lnTo>
                      <a:pt x="662" y="4785"/>
                    </a:lnTo>
                    <a:lnTo>
                      <a:pt x="1404" y="4679"/>
                    </a:lnTo>
                    <a:lnTo>
                      <a:pt x="7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09;p24">
                <a:extLst>
                  <a:ext uri="{FF2B5EF4-FFF2-40B4-BE49-F238E27FC236}">
                    <a16:creationId xmlns:a16="http://schemas.microsoft.com/office/drawing/2014/main" id="{8A55B431-C66C-685D-9FFD-E4113A38D752}"/>
                  </a:ext>
                </a:extLst>
              </p:cNvPr>
              <p:cNvSpPr/>
              <p:nvPr/>
            </p:nvSpPr>
            <p:spPr>
              <a:xfrm flipH="1">
                <a:off x="6997040" y="1728722"/>
                <a:ext cx="135816" cy="397130"/>
              </a:xfrm>
              <a:custGeom>
                <a:avLst/>
                <a:gdLst/>
                <a:ahLst/>
                <a:cxnLst/>
                <a:rect l="l" t="t" r="r" b="b"/>
                <a:pathLst>
                  <a:path w="1777" h="5196" extrusionOk="0">
                    <a:moveTo>
                      <a:pt x="1116" y="1"/>
                    </a:moveTo>
                    <a:lnTo>
                      <a:pt x="0" y="147"/>
                    </a:lnTo>
                    <a:lnTo>
                      <a:pt x="661" y="5195"/>
                    </a:lnTo>
                    <a:lnTo>
                      <a:pt x="1777" y="5049"/>
                    </a:lnTo>
                    <a:lnTo>
                      <a:pt x="111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10;p24">
                <a:extLst>
                  <a:ext uri="{FF2B5EF4-FFF2-40B4-BE49-F238E27FC236}">
                    <a16:creationId xmlns:a16="http://schemas.microsoft.com/office/drawing/2014/main" id="{367CDB8E-6A09-D0B9-704D-F73012D189D3}"/>
                  </a:ext>
                </a:extLst>
              </p:cNvPr>
              <p:cNvSpPr/>
              <p:nvPr/>
            </p:nvSpPr>
            <p:spPr>
              <a:xfrm flipH="1">
                <a:off x="7028985" y="2015407"/>
                <a:ext cx="366023" cy="88582"/>
              </a:xfrm>
              <a:custGeom>
                <a:avLst/>
                <a:gdLst/>
                <a:ahLst/>
                <a:cxnLst/>
                <a:rect l="l" t="t" r="r" b="b"/>
                <a:pathLst>
                  <a:path w="4789" h="1159" extrusionOk="0">
                    <a:moveTo>
                      <a:pt x="1" y="0"/>
                    </a:moveTo>
                    <a:lnTo>
                      <a:pt x="1" y="1158"/>
                    </a:lnTo>
                    <a:lnTo>
                      <a:pt x="4788" y="1158"/>
                    </a:lnTo>
                    <a:lnTo>
                      <a:pt x="47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11;p24">
                <a:extLst>
                  <a:ext uri="{FF2B5EF4-FFF2-40B4-BE49-F238E27FC236}">
                    <a16:creationId xmlns:a16="http://schemas.microsoft.com/office/drawing/2014/main" id="{5FAE8B8B-9702-AE62-6B6F-F9ECC41A0E85}"/>
                  </a:ext>
                </a:extLst>
              </p:cNvPr>
              <p:cNvSpPr/>
              <p:nvPr/>
            </p:nvSpPr>
            <p:spPr>
              <a:xfrm flipH="1">
                <a:off x="7071175" y="1924456"/>
                <a:ext cx="274842" cy="77347"/>
              </a:xfrm>
              <a:custGeom>
                <a:avLst/>
                <a:gdLst/>
                <a:ahLst/>
                <a:cxnLst/>
                <a:rect l="l" t="t" r="r" b="b"/>
                <a:pathLst>
                  <a:path w="3596" h="1012" extrusionOk="0">
                    <a:moveTo>
                      <a:pt x="1" y="0"/>
                    </a:moveTo>
                    <a:lnTo>
                      <a:pt x="1" y="1012"/>
                    </a:lnTo>
                    <a:lnTo>
                      <a:pt x="3595" y="1012"/>
                    </a:lnTo>
                    <a:lnTo>
                      <a:pt x="359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12;p24">
                <a:extLst>
                  <a:ext uri="{FF2B5EF4-FFF2-40B4-BE49-F238E27FC236}">
                    <a16:creationId xmlns:a16="http://schemas.microsoft.com/office/drawing/2014/main" id="{778517CE-F716-099D-D98F-8D07B722C145}"/>
                  </a:ext>
                </a:extLst>
              </p:cNvPr>
              <p:cNvSpPr/>
              <p:nvPr/>
            </p:nvSpPr>
            <p:spPr>
              <a:xfrm flipH="1">
                <a:off x="7050540" y="1861326"/>
                <a:ext cx="218208" cy="46469"/>
              </a:xfrm>
              <a:custGeom>
                <a:avLst/>
                <a:gdLst/>
                <a:ahLst/>
                <a:cxnLst/>
                <a:rect l="l" t="t" r="r" b="b"/>
                <a:pathLst>
                  <a:path w="2855" h="608" extrusionOk="0">
                    <a:moveTo>
                      <a:pt x="0" y="1"/>
                    </a:moveTo>
                    <a:lnTo>
                      <a:pt x="0" y="608"/>
                    </a:lnTo>
                    <a:lnTo>
                      <a:pt x="2855" y="608"/>
                    </a:lnTo>
                    <a:lnTo>
                      <a:pt x="2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13;p24">
                <a:extLst>
                  <a:ext uri="{FF2B5EF4-FFF2-40B4-BE49-F238E27FC236}">
                    <a16:creationId xmlns:a16="http://schemas.microsoft.com/office/drawing/2014/main" id="{B54EF6C1-2164-7C90-A78B-BD71310E9215}"/>
                  </a:ext>
                </a:extLst>
              </p:cNvPr>
              <p:cNvSpPr/>
              <p:nvPr/>
            </p:nvSpPr>
            <p:spPr>
              <a:xfrm flipH="1">
                <a:off x="6337293" y="2094435"/>
                <a:ext cx="1114044" cy="66647"/>
              </a:xfrm>
              <a:custGeom>
                <a:avLst/>
                <a:gdLst/>
                <a:ahLst/>
                <a:cxnLst/>
                <a:rect l="l" t="t" r="r" b="b"/>
                <a:pathLst>
                  <a:path w="14576" h="872" extrusionOk="0">
                    <a:moveTo>
                      <a:pt x="0" y="1"/>
                    </a:moveTo>
                    <a:lnTo>
                      <a:pt x="0" y="872"/>
                    </a:lnTo>
                    <a:lnTo>
                      <a:pt x="14576" y="872"/>
                    </a:lnTo>
                    <a:lnTo>
                      <a:pt x="145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714;p24">
                <a:extLst>
                  <a:ext uri="{FF2B5EF4-FFF2-40B4-BE49-F238E27FC236}">
                    <a16:creationId xmlns:a16="http://schemas.microsoft.com/office/drawing/2014/main" id="{6C92B5F6-1B0C-1842-195F-520E9461A08D}"/>
                  </a:ext>
                </a:extLst>
              </p:cNvPr>
              <p:cNvSpPr/>
              <p:nvPr/>
            </p:nvSpPr>
            <p:spPr>
              <a:xfrm flipH="1">
                <a:off x="6327214" y="3313936"/>
                <a:ext cx="215456" cy="811610"/>
              </a:xfrm>
              <a:custGeom>
                <a:avLst/>
                <a:gdLst/>
                <a:ahLst/>
                <a:cxnLst/>
                <a:rect l="l" t="t" r="r" b="b"/>
                <a:pathLst>
                  <a:path w="2819" h="10619" extrusionOk="0">
                    <a:moveTo>
                      <a:pt x="1634" y="0"/>
                    </a:moveTo>
                    <a:lnTo>
                      <a:pt x="0" y="10618"/>
                    </a:lnTo>
                    <a:lnTo>
                      <a:pt x="592" y="10618"/>
                    </a:lnTo>
                    <a:lnTo>
                      <a:pt x="28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715;p24">
                <a:extLst>
                  <a:ext uri="{FF2B5EF4-FFF2-40B4-BE49-F238E27FC236}">
                    <a16:creationId xmlns:a16="http://schemas.microsoft.com/office/drawing/2014/main" id="{ACEAD33A-EA6E-1F39-5025-8219F0D760CD}"/>
                  </a:ext>
                </a:extLst>
              </p:cNvPr>
              <p:cNvSpPr/>
              <p:nvPr/>
            </p:nvSpPr>
            <p:spPr>
              <a:xfrm flipH="1">
                <a:off x="6574845" y="3319439"/>
                <a:ext cx="215456" cy="811610"/>
              </a:xfrm>
              <a:custGeom>
                <a:avLst/>
                <a:gdLst/>
                <a:ahLst/>
                <a:cxnLst/>
                <a:rect l="l" t="t" r="r" b="b"/>
                <a:pathLst>
                  <a:path w="2819" h="10619" extrusionOk="0">
                    <a:moveTo>
                      <a:pt x="1633" y="0"/>
                    </a:moveTo>
                    <a:lnTo>
                      <a:pt x="0" y="10618"/>
                    </a:lnTo>
                    <a:lnTo>
                      <a:pt x="593"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716;p24">
                <a:extLst>
                  <a:ext uri="{FF2B5EF4-FFF2-40B4-BE49-F238E27FC236}">
                    <a16:creationId xmlns:a16="http://schemas.microsoft.com/office/drawing/2014/main" id="{A21EE940-A539-CCF9-3868-A24559F0CDD7}"/>
                  </a:ext>
                </a:extLst>
              </p:cNvPr>
              <p:cNvSpPr/>
              <p:nvPr/>
            </p:nvSpPr>
            <p:spPr>
              <a:xfrm flipH="1">
                <a:off x="6403252" y="2855668"/>
                <a:ext cx="1065281" cy="480133"/>
              </a:xfrm>
              <a:custGeom>
                <a:avLst/>
                <a:gdLst/>
                <a:ahLst/>
                <a:cxnLst/>
                <a:rect l="l" t="t" r="r" b="b"/>
                <a:pathLst>
                  <a:path w="13938" h="6282" extrusionOk="0">
                    <a:moveTo>
                      <a:pt x="120" y="0"/>
                    </a:moveTo>
                    <a:lnTo>
                      <a:pt x="25" y="4077"/>
                    </a:lnTo>
                    <a:cubicBezTo>
                      <a:pt x="0" y="5140"/>
                      <a:pt x="841" y="6021"/>
                      <a:pt x="1905" y="6047"/>
                    </a:cubicBezTo>
                    <a:lnTo>
                      <a:pt x="11891" y="6281"/>
                    </a:lnTo>
                    <a:cubicBezTo>
                      <a:pt x="11907" y="6281"/>
                      <a:pt x="11922" y="6281"/>
                      <a:pt x="11938" y="6281"/>
                    </a:cubicBezTo>
                    <a:cubicBezTo>
                      <a:pt x="12980" y="6281"/>
                      <a:pt x="13837" y="5448"/>
                      <a:pt x="13862" y="4400"/>
                    </a:cubicBezTo>
                    <a:lnTo>
                      <a:pt x="13912" y="2250"/>
                    </a:lnTo>
                    <a:cubicBezTo>
                      <a:pt x="13938" y="1187"/>
                      <a:pt x="13095" y="304"/>
                      <a:pt x="12032" y="279"/>
                    </a:cubicBezTo>
                    <a:lnTo>
                      <a:pt x="12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717;p24">
                <a:extLst>
                  <a:ext uri="{FF2B5EF4-FFF2-40B4-BE49-F238E27FC236}">
                    <a16:creationId xmlns:a16="http://schemas.microsoft.com/office/drawing/2014/main" id="{FC1B0D9D-C2BA-7EC6-E2F1-5CDCF48ED5E2}"/>
                  </a:ext>
                </a:extLst>
              </p:cNvPr>
              <p:cNvSpPr/>
              <p:nvPr/>
            </p:nvSpPr>
            <p:spPr>
              <a:xfrm flipH="1">
                <a:off x="6843871" y="2361630"/>
                <a:ext cx="627567" cy="924268"/>
              </a:xfrm>
              <a:custGeom>
                <a:avLst/>
                <a:gdLst/>
                <a:ahLst/>
                <a:cxnLst/>
                <a:rect l="l" t="t" r="r" b="b"/>
                <a:pathLst>
                  <a:path w="8211" h="12093" extrusionOk="0">
                    <a:moveTo>
                      <a:pt x="3828" y="1"/>
                    </a:moveTo>
                    <a:cubicBezTo>
                      <a:pt x="1849" y="1"/>
                      <a:pt x="221" y="1582"/>
                      <a:pt x="175" y="3571"/>
                    </a:cubicBezTo>
                    <a:lnTo>
                      <a:pt x="27" y="9905"/>
                    </a:lnTo>
                    <a:cubicBezTo>
                      <a:pt x="0" y="11010"/>
                      <a:pt x="875" y="11926"/>
                      <a:pt x="1980" y="11953"/>
                    </a:cubicBezTo>
                    <a:lnTo>
                      <a:pt x="7967" y="12092"/>
                    </a:lnTo>
                    <a:lnTo>
                      <a:pt x="8163" y="3758"/>
                    </a:lnTo>
                    <a:cubicBezTo>
                      <a:pt x="8211" y="1739"/>
                      <a:pt x="6612" y="66"/>
                      <a:pt x="4595" y="18"/>
                    </a:cubicBezTo>
                    <a:lnTo>
                      <a:pt x="3915" y="2"/>
                    </a:lnTo>
                    <a:cubicBezTo>
                      <a:pt x="3886" y="1"/>
                      <a:pt x="3857" y="1"/>
                      <a:pt x="38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718;p24">
                <a:extLst>
                  <a:ext uri="{FF2B5EF4-FFF2-40B4-BE49-F238E27FC236}">
                    <a16:creationId xmlns:a16="http://schemas.microsoft.com/office/drawing/2014/main" id="{5D830963-0174-0C7C-7C31-A1C5C74113BC}"/>
                  </a:ext>
                </a:extLst>
              </p:cNvPr>
              <p:cNvSpPr/>
              <p:nvPr/>
            </p:nvSpPr>
            <p:spPr>
              <a:xfrm flipH="1">
                <a:off x="6884686" y="2363847"/>
                <a:ext cx="493509" cy="922052"/>
              </a:xfrm>
              <a:custGeom>
                <a:avLst/>
                <a:gdLst/>
                <a:ahLst/>
                <a:cxnLst/>
                <a:rect l="l" t="t" r="r" b="b"/>
                <a:pathLst>
                  <a:path w="6457" h="12064" extrusionOk="0">
                    <a:moveTo>
                      <a:pt x="3302" y="1"/>
                    </a:moveTo>
                    <a:cubicBezTo>
                      <a:pt x="1617" y="1"/>
                      <a:pt x="230" y="1348"/>
                      <a:pt x="191" y="3041"/>
                    </a:cubicBezTo>
                    <a:lnTo>
                      <a:pt x="23" y="10213"/>
                    </a:lnTo>
                    <a:cubicBezTo>
                      <a:pt x="0" y="11154"/>
                      <a:pt x="745" y="11935"/>
                      <a:pt x="1686" y="11958"/>
                    </a:cubicBezTo>
                    <a:lnTo>
                      <a:pt x="6209" y="12063"/>
                    </a:lnTo>
                    <a:lnTo>
                      <a:pt x="6417" y="3187"/>
                    </a:lnTo>
                    <a:cubicBezTo>
                      <a:pt x="6457" y="1468"/>
                      <a:pt x="5095" y="43"/>
                      <a:pt x="3376" y="1"/>
                    </a:cubicBezTo>
                    <a:cubicBezTo>
                      <a:pt x="3351" y="1"/>
                      <a:pt x="3327" y="1"/>
                      <a:pt x="33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719;p24">
                <a:extLst>
                  <a:ext uri="{FF2B5EF4-FFF2-40B4-BE49-F238E27FC236}">
                    <a16:creationId xmlns:a16="http://schemas.microsoft.com/office/drawing/2014/main" id="{53CCE7E8-0024-7F0C-A6D4-873DFF216547}"/>
                  </a:ext>
                </a:extLst>
              </p:cNvPr>
              <p:cNvSpPr/>
              <p:nvPr/>
            </p:nvSpPr>
            <p:spPr>
              <a:xfrm flipH="1">
                <a:off x="6773023" y="2904047"/>
                <a:ext cx="508718" cy="368622"/>
              </a:xfrm>
              <a:custGeom>
                <a:avLst/>
                <a:gdLst/>
                <a:ahLst/>
                <a:cxnLst/>
                <a:rect l="l" t="t" r="r" b="b"/>
                <a:pathLst>
                  <a:path w="6656" h="4823" extrusionOk="0">
                    <a:moveTo>
                      <a:pt x="1822" y="1"/>
                    </a:moveTo>
                    <a:lnTo>
                      <a:pt x="708" y="299"/>
                    </a:lnTo>
                    <a:lnTo>
                      <a:pt x="448" y="1287"/>
                    </a:lnTo>
                    <a:cubicBezTo>
                      <a:pt x="0" y="2981"/>
                      <a:pt x="1230" y="4648"/>
                      <a:pt x="2967" y="4733"/>
                    </a:cubicBezTo>
                    <a:cubicBezTo>
                      <a:pt x="2992" y="4737"/>
                      <a:pt x="3017" y="4738"/>
                      <a:pt x="3042" y="4738"/>
                    </a:cubicBezTo>
                    <a:lnTo>
                      <a:pt x="6656" y="4822"/>
                    </a:lnTo>
                    <a:lnTo>
                      <a:pt x="6352" y="1444"/>
                    </a:lnTo>
                    <a:lnTo>
                      <a:pt x="6282" y="400"/>
                    </a:lnTo>
                    <a:lnTo>
                      <a:pt x="18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720;p24">
                <a:extLst>
                  <a:ext uri="{FF2B5EF4-FFF2-40B4-BE49-F238E27FC236}">
                    <a16:creationId xmlns:a16="http://schemas.microsoft.com/office/drawing/2014/main" id="{7A694E89-8A9F-BFEC-6FBB-03CCD051C74B}"/>
                  </a:ext>
                </a:extLst>
              </p:cNvPr>
              <p:cNvSpPr/>
              <p:nvPr/>
            </p:nvSpPr>
            <p:spPr>
              <a:xfrm flipH="1">
                <a:off x="6324997" y="3076013"/>
                <a:ext cx="275301" cy="911963"/>
              </a:xfrm>
              <a:custGeom>
                <a:avLst/>
                <a:gdLst/>
                <a:ahLst/>
                <a:cxnLst/>
                <a:rect l="l" t="t" r="r" b="b"/>
                <a:pathLst>
                  <a:path w="3602" h="11932" extrusionOk="0">
                    <a:moveTo>
                      <a:pt x="1678" y="0"/>
                    </a:moveTo>
                    <a:cubicBezTo>
                      <a:pt x="1624" y="0"/>
                      <a:pt x="1570" y="3"/>
                      <a:pt x="1514" y="7"/>
                    </a:cubicBezTo>
                    <a:cubicBezTo>
                      <a:pt x="1" y="2775"/>
                      <a:pt x="1774" y="9914"/>
                      <a:pt x="1441" y="11932"/>
                    </a:cubicBezTo>
                    <a:lnTo>
                      <a:pt x="3284" y="11885"/>
                    </a:lnTo>
                    <a:lnTo>
                      <a:pt x="3572" y="1948"/>
                    </a:lnTo>
                    <a:cubicBezTo>
                      <a:pt x="3602" y="873"/>
                      <a:pt x="2734" y="0"/>
                      <a:pt x="16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721;p24">
                <a:extLst>
                  <a:ext uri="{FF2B5EF4-FFF2-40B4-BE49-F238E27FC236}">
                    <a16:creationId xmlns:a16="http://schemas.microsoft.com/office/drawing/2014/main" id="{FD95C972-9E06-1B68-4048-AEDCBE5D9549}"/>
                  </a:ext>
                </a:extLst>
              </p:cNvPr>
              <p:cNvSpPr/>
              <p:nvPr/>
            </p:nvSpPr>
            <p:spPr>
              <a:xfrm flipH="1">
                <a:off x="6079351" y="3932018"/>
                <a:ext cx="497712" cy="199024"/>
              </a:xfrm>
              <a:custGeom>
                <a:avLst/>
                <a:gdLst/>
                <a:ahLst/>
                <a:cxnLst/>
                <a:rect l="l" t="t" r="r" b="b"/>
                <a:pathLst>
                  <a:path w="6512" h="2604" extrusionOk="0">
                    <a:moveTo>
                      <a:pt x="3370" y="0"/>
                    </a:moveTo>
                    <a:lnTo>
                      <a:pt x="2789" y="474"/>
                    </a:lnTo>
                    <a:lnTo>
                      <a:pt x="952" y="378"/>
                    </a:lnTo>
                    <a:cubicBezTo>
                      <a:pt x="1" y="1044"/>
                      <a:pt x="22" y="2598"/>
                      <a:pt x="22" y="2598"/>
                    </a:cubicBezTo>
                    <a:lnTo>
                      <a:pt x="6243" y="2603"/>
                    </a:lnTo>
                    <a:cubicBezTo>
                      <a:pt x="6511" y="1256"/>
                      <a:pt x="4076" y="881"/>
                      <a:pt x="4076" y="881"/>
                    </a:cubicBezTo>
                    <a:lnTo>
                      <a:pt x="33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722;p24">
                <a:extLst>
                  <a:ext uri="{FF2B5EF4-FFF2-40B4-BE49-F238E27FC236}">
                    <a16:creationId xmlns:a16="http://schemas.microsoft.com/office/drawing/2014/main" id="{43AF48E0-889C-1F42-CA2F-C4ABB97B0182}"/>
                  </a:ext>
                </a:extLst>
              </p:cNvPr>
              <p:cNvSpPr/>
              <p:nvPr/>
            </p:nvSpPr>
            <p:spPr>
              <a:xfrm flipH="1">
                <a:off x="6278143" y="3014411"/>
                <a:ext cx="518195" cy="888652"/>
              </a:xfrm>
              <a:custGeom>
                <a:avLst/>
                <a:gdLst/>
                <a:ahLst/>
                <a:cxnLst/>
                <a:rect l="l" t="t" r="r" b="b"/>
                <a:pathLst>
                  <a:path w="6780" h="11627" extrusionOk="0">
                    <a:moveTo>
                      <a:pt x="1" y="0"/>
                    </a:moveTo>
                    <a:lnTo>
                      <a:pt x="556" y="3384"/>
                    </a:lnTo>
                    <a:lnTo>
                      <a:pt x="3183" y="3446"/>
                    </a:lnTo>
                    <a:cubicBezTo>
                      <a:pt x="3183" y="3446"/>
                      <a:pt x="2845" y="6701"/>
                      <a:pt x="3099" y="10347"/>
                    </a:cubicBezTo>
                    <a:cubicBezTo>
                      <a:pt x="3127" y="10749"/>
                      <a:pt x="3163" y="11157"/>
                      <a:pt x="3206" y="11566"/>
                    </a:cubicBezTo>
                    <a:lnTo>
                      <a:pt x="6538" y="11627"/>
                    </a:lnTo>
                    <a:lnTo>
                      <a:pt x="6780" y="10441"/>
                    </a:lnTo>
                    <a:lnTo>
                      <a:pt x="6466" y="10426"/>
                    </a:lnTo>
                    <a:lnTo>
                      <a:pt x="6372" y="2162"/>
                    </a:lnTo>
                    <a:cubicBezTo>
                      <a:pt x="6360" y="1040"/>
                      <a:pt x="5459" y="128"/>
                      <a:pt x="4338" y="102"/>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723;p24">
                <a:extLst>
                  <a:ext uri="{FF2B5EF4-FFF2-40B4-BE49-F238E27FC236}">
                    <a16:creationId xmlns:a16="http://schemas.microsoft.com/office/drawing/2014/main" id="{1CD2E8BF-87F8-4A48-FF79-5B6485466667}"/>
                  </a:ext>
                </a:extLst>
              </p:cNvPr>
              <p:cNvSpPr/>
              <p:nvPr/>
            </p:nvSpPr>
            <p:spPr>
              <a:xfrm flipH="1">
                <a:off x="6465168" y="3179039"/>
                <a:ext cx="256270" cy="628407"/>
              </a:xfrm>
              <a:custGeom>
                <a:avLst/>
                <a:gdLst/>
                <a:ahLst/>
                <a:cxnLst/>
                <a:rect l="l" t="t" r="r" b="b"/>
                <a:pathLst>
                  <a:path w="3353" h="8222" extrusionOk="0">
                    <a:moveTo>
                      <a:pt x="1004" y="0"/>
                    </a:moveTo>
                    <a:lnTo>
                      <a:pt x="0" y="1240"/>
                    </a:lnTo>
                    <a:lnTo>
                      <a:pt x="2203" y="1292"/>
                    </a:lnTo>
                    <a:cubicBezTo>
                      <a:pt x="2203" y="1292"/>
                      <a:pt x="1865" y="4547"/>
                      <a:pt x="2119" y="8193"/>
                    </a:cubicBezTo>
                    <a:lnTo>
                      <a:pt x="3352" y="8222"/>
                    </a:lnTo>
                    <a:lnTo>
                      <a:pt x="2987" y="84"/>
                    </a:lnTo>
                    <a:lnTo>
                      <a:pt x="10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724;p24">
                <a:extLst>
                  <a:ext uri="{FF2B5EF4-FFF2-40B4-BE49-F238E27FC236}">
                    <a16:creationId xmlns:a16="http://schemas.microsoft.com/office/drawing/2014/main" id="{E1B6A9C3-0191-B038-AF80-5AC4031CDB46}"/>
                  </a:ext>
                </a:extLst>
              </p:cNvPr>
              <p:cNvSpPr/>
              <p:nvPr/>
            </p:nvSpPr>
            <p:spPr>
              <a:xfrm flipH="1">
                <a:off x="6312157" y="3805680"/>
                <a:ext cx="226080" cy="5350"/>
              </a:xfrm>
              <a:custGeom>
                <a:avLst/>
                <a:gdLst/>
                <a:ahLst/>
                <a:cxnLst/>
                <a:rect l="l" t="t" r="r" b="b"/>
                <a:pathLst>
                  <a:path w="2958" h="70" fill="none" extrusionOk="0">
                    <a:moveTo>
                      <a:pt x="2958" y="70"/>
                    </a:moveTo>
                    <a:lnTo>
                      <a:pt x="1" y="0"/>
                    </a:lnTo>
                  </a:path>
                </a:pathLst>
              </a:custGeom>
              <a:noFill/>
              <a:ln w="475" cap="flat" cmpd="sng">
                <a:solidFill>
                  <a:srgbClr val="3B3B3A"/>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725;p24">
                <a:extLst>
                  <a:ext uri="{FF2B5EF4-FFF2-40B4-BE49-F238E27FC236}">
                    <a16:creationId xmlns:a16="http://schemas.microsoft.com/office/drawing/2014/main" id="{A31B4EBB-01C5-E187-FF5E-018F4BE8ABA3}"/>
                  </a:ext>
                </a:extLst>
              </p:cNvPr>
              <p:cNvSpPr/>
              <p:nvPr/>
            </p:nvSpPr>
            <p:spPr>
              <a:xfrm flipH="1">
                <a:off x="6691704" y="3055147"/>
                <a:ext cx="317032" cy="949337"/>
              </a:xfrm>
              <a:custGeom>
                <a:avLst/>
                <a:gdLst/>
                <a:ahLst/>
                <a:cxnLst/>
                <a:rect l="l" t="t" r="r" b="b"/>
                <a:pathLst>
                  <a:path w="4148" h="12421" extrusionOk="0">
                    <a:moveTo>
                      <a:pt x="2230" y="0"/>
                    </a:moveTo>
                    <a:cubicBezTo>
                      <a:pt x="262" y="2466"/>
                      <a:pt x="483" y="9554"/>
                      <a:pt x="1" y="12270"/>
                    </a:cubicBezTo>
                    <a:lnTo>
                      <a:pt x="1857" y="12421"/>
                    </a:lnTo>
                    <a:lnTo>
                      <a:pt x="3923" y="2267"/>
                    </a:lnTo>
                    <a:cubicBezTo>
                      <a:pt x="4148" y="1158"/>
                      <a:pt x="3358" y="100"/>
                      <a:pt x="22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726;p24">
                <a:extLst>
                  <a:ext uri="{FF2B5EF4-FFF2-40B4-BE49-F238E27FC236}">
                    <a16:creationId xmlns:a16="http://schemas.microsoft.com/office/drawing/2014/main" id="{3BFA5C16-3901-7652-B714-5C8862E0E7A1}"/>
                  </a:ext>
                </a:extLst>
              </p:cNvPr>
              <p:cNvSpPr/>
              <p:nvPr/>
            </p:nvSpPr>
            <p:spPr>
              <a:xfrm flipH="1">
                <a:off x="6588828" y="3927967"/>
                <a:ext cx="497559" cy="200094"/>
              </a:xfrm>
              <a:custGeom>
                <a:avLst/>
                <a:gdLst/>
                <a:ahLst/>
                <a:cxnLst/>
                <a:rect l="l" t="t" r="r" b="b"/>
                <a:pathLst>
                  <a:path w="6510" h="2618" extrusionOk="0">
                    <a:moveTo>
                      <a:pt x="3374" y="0"/>
                    </a:moveTo>
                    <a:lnTo>
                      <a:pt x="2791" y="474"/>
                    </a:lnTo>
                    <a:lnTo>
                      <a:pt x="954" y="370"/>
                    </a:lnTo>
                    <a:cubicBezTo>
                      <a:pt x="0" y="1030"/>
                      <a:pt x="14" y="2585"/>
                      <a:pt x="14" y="2585"/>
                    </a:cubicBezTo>
                    <a:lnTo>
                      <a:pt x="6235" y="2617"/>
                    </a:lnTo>
                    <a:cubicBezTo>
                      <a:pt x="6509" y="1272"/>
                      <a:pt x="4076" y="886"/>
                      <a:pt x="4076" y="886"/>
                    </a:cubicBezTo>
                    <a:lnTo>
                      <a:pt x="33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727;p24">
                <a:extLst>
                  <a:ext uri="{FF2B5EF4-FFF2-40B4-BE49-F238E27FC236}">
                    <a16:creationId xmlns:a16="http://schemas.microsoft.com/office/drawing/2014/main" id="{19EB7A28-3E8D-80FC-1245-CDE6FD8AE6A0}"/>
                  </a:ext>
                </a:extLst>
              </p:cNvPr>
              <p:cNvSpPr/>
              <p:nvPr/>
            </p:nvSpPr>
            <p:spPr>
              <a:xfrm flipH="1">
                <a:off x="6627807" y="3007303"/>
                <a:ext cx="469815" cy="895760"/>
              </a:xfrm>
              <a:custGeom>
                <a:avLst/>
                <a:gdLst/>
                <a:ahLst/>
                <a:cxnLst/>
                <a:rect l="l" t="t" r="r" b="b"/>
                <a:pathLst>
                  <a:path w="6147" h="11720" extrusionOk="0">
                    <a:moveTo>
                      <a:pt x="1" y="1"/>
                    </a:moveTo>
                    <a:lnTo>
                      <a:pt x="423" y="2572"/>
                    </a:lnTo>
                    <a:lnTo>
                      <a:pt x="557" y="3382"/>
                    </a:lnTo>
                    <a:lnTo>
                      <a:pt x="557" y="3386"/>
                    </a:lnTo>
                    <a:lnTo>
                      <a:pt x="2221" y="3425"/>
                    </a:lnTo>
                    <a:cubicBezTo>
                      <a:pt x="2221" y="3425"/>
                      <a:pt x="1317" y="7148"/>
                      <a:pt x="1074" y="10301"/>
                    </a:cubicBezTo>
                    <a:cubicBezTo>
                      <a:pt x="1042" y="10718"/>
                      <a:pt x="1022" y="11127"/>
                      <a:pt x="1017" y="11515"/>
                    </a:cubicBezTo>
                    <a:lnTo>
                      <a:pt x="4276" y="11720"/>
                    </a:lnTo>
                    <a:lnTo>
                      <a:pt x="4627" y="10391"/>
                    </a:lnTo>
                    <a:lnTo>
                      <a:pt x="4276" y="10375"/>
                    </a:lnTo>
                    <a:lnTo>
                      <a:pt x="5926" y="2247"/>
                    </a:lnTo>
                    <a:cubicBezTo>
                      <a:pt x="6147" y="1154"/>
                      <a:pt x="5326" y="125"/>
                      <a:pt x="4211" y="100"/>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728;p24">
                <a:extLst>
                  <a:ext uri="{FF2B5EF4-FFF2-40B4-BE49-F238E27FC236}">
                    <a16:creationId xmlns:a16="http://schemas.microsoft.com/office/drawing/2014/main" id="{FE1E4213-CF9F-CB9A-4DCD-E0141AD20A31}"/>
                  </a:ext>
                </a:extLst>
              </p:cNvPr>
              <p:cNvSpPr/>
              <p:nvPr/>
            </p:nvSpPr>
            <p:spPr>
              <a:xfrm flipH="1">
                <a:off x="6861376" y="2904047"/>
                <a:ext cx="420365" cy="891556"/>
              </a:xfrm>
              <a:custGeom>
                <a:avLst/>
                <a:gdLst/>
                <a:ahLst/>
                <a:cxnLst/>
                <a:rect l="l" t="t" r="r" b="b"/>
                <a:pathLst>
                  <a:path w="5500" h="11665" extrusionOk="0">
                    <a:moveTo>
                      <a:pt x="1822" y="1"/>
                    </a:moveTo>
                    <a:lnTo>
                      <a:pt x="708" y="299"/>
                    </a:lnTo>
                    <a:lnTo>
                      <a:pt x="448" y="1287"/>
                    </a:lnTo>
                    <a:cubicBezTo>
                      <a:pt x="0" y="2981"/>
                      <a:pt x="1230" y="4648"/>
                      <a:pt x="2967" y="4733"/>
                    </a:cubicBezTo>
                    <a:lnTo>
                      <a:pt x="2966" y="4737"/>
                    </a:lnTo>
                    <a:lnTo>
                      <a:pt x="4630" y="4776"/>
                    </a:lnTo>
                    <a:cubicBezTo>
                      <a:pt x="4630" y="4776"/>
                      <a:pt x="3726" y="8499"/>
                      <a:pt x="3483" y="11652"/>
                    </a:cubicBezTo>
                    <a:lnTo>
                      <a:pt x="4053" y="11664"/>
                    </a:lnTo>
                    <a:lnTo>
                      <a:pt x="5350" y="4793"/>
                    </a:lnTo>
                    <a:lnTo>
                      <a:pt x="5500" y="4001"/>
                    </a:lnTo>
                    <a:lnTo>
                      <a:pt x="3060" y="3943"/>
                    </a:lnTo>
                    <a:cubicBezTo>
                      <a:pt x="2982" y="3941"/>
                      <a:pt x="2905" y="3934"/>
                      <a:pt x="2832" y="3923"/>
                    </a:cubicBezTo>
                    <a:cubicBezTo>
                      <a:pt x="1826" y="3771"/>
                      <a:pt x="1139" y="2782"/>
                      <a:pt x="1387" y="1762"/>
                    </a:cubicBezTo>
                    <a:lnTo>
                      <a:pt x="18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729;p24">
                <a:extLst>
                  <a:ext uri="{FF2B5EF4-FFF2-40B4-BE49-F238E27FC236}">
                    <a16:creationId xmlns:a16="http://schemas.microsoft.com/office/drawing/2014/main" id="{9B9020C4-A717-67B4-EFA5-986C0EE6FCD8}"/>
                  </a:ext>
                </a:extLst>
              </p:cNvPr>
              <p:cNvSpPr/>
              <p:nvPr/>
            </p:nvSpPr>
            <p:spPr>
              <a:xfrm flipH="1">
                <a:off x="6779369" y="3794751"/>
                <a:ext cx="226156" cy="5350"/>
              </a:xfrm>
              <a:custGeom>
                <a:avLst/>
                <a:gdLst/>
                <a:ahLst/>
                <a:cxnLst/>
                <a:rect l="l" t="t" r="r" b="b"/>
                <a:pathLst>
                  <a:path w="2959" h="70" fill="none" extrusionOk="0">
                    <a:moveTo>
                      <a:pt x="2958" y="70"/>
                    </a:moveTo>
                    <a:lnTo>
                      <a:pt x="1" y="0"/>
                    </a:lnTo>
                  </a:path>
                </a:pathLst>
              </a:custGeom>
              <a:noFill/>
              <a:ln w="475" cap="flat" cmpd="sng">
                <a:solidFill>
                  <a:srgbClr val="3B3B3A"/>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730;p24">
                <a:extLst>
                  <a:ext uri="{FF2B5EF4-FFF2-40B4-BE49-F238E27FC236}">
                    <a16:creationId xmlns:a16="http://schemas.microsoft.com/office/drawing/2014/main" id="{6FFA370D-630D-3286-C14F-A30F342D5F9C}"/>
                  </a:ext>
                </a:extLst>
              </p:cNvPr>
              <p:cNvSpPr/>
              <p:nvPr/>
            </p:nvSpPr>
            <p:spPr>
              <a:xfrm flipH="1">
                <a:off x="6861224" y="2963968"/>
                <a:ext cx="334916" cy="831635"/>
              </a:xfrm>
              <a:custGeom>
                <a:avLst/>
                <a:gdLst/>
                <a:ahLst/>
                <a:cxnLst/>
                <a:rect l="l" t="t" r="r" b="b"/>
                <a:pathLst>
                  <a:path w="4382" h="10881" fill="none" extrusionOk="0">
                    <a:moveTo>
                      <a:pt x="2932" y="10880"/>
                    </a:moveTo>
                    <a:lnTo>
                      <a:pt x="4381" y="3217"/>
                    </a:lnTo>
                    <a:lnTo>
                      <a:pt x="1940" y="3159"/>
                    </a:lnTo>
                    <a:cubicBezTo>
                      <a:pt x="813" y="3133"/>
                      <a:pt x="0" y="2072"/>
                      <a:pt x="267" y="978"/>
                    </a:cubicBezTo>
                    <a:lnTo>
                      <a:pt x="505" y="1"/>
                    </a:lnTo>
                  </a:path>
                </a:pathLst>
              </a:custGeom>
              <a:noFill/>
              <a:ln w="475" cap="flat" cmpd="sng">
                <a:solidFill>
                  <a:srgbClr val="3B3B3A"/>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31;p24">
                <a:extLst>
                  <a:ext uri="{FF2B5EF4-FFF2-40B4-BE49-F238E27FC236}">
                    <a16:creationId xmlns:a16="http://schemas.microsoft.com/office/drawing/2014/main" id="{DBDBDA03-5F3A-363F-18D8-E76B1540EFA4}"/>
                  </a:ext>
                </a:extLst>
              </p:cNvPr>
              <p:cNvSpPr/>
              <p:nvPr/>
            </p:nvSpPr>
            <p:spPr>
              <a:xfrm flipH="1">
                <a:off x="7066056" y="2970770"/>
                <a:ext cx="106926" cy="56482"/>
              </a:xfrm>
              <a:custGeom>
                <a:avLst/>
                <a:gdLst/>
                <a:ahLst/>
                <a:cxnLst/>
                <a:rect l="l" t="t" r="r" b="b"/>
                <a:pathLst>
                  <a:path w="1399" h="739" fill="none" extrusionOk="0">
                    <a:moveTo>
                      <a:pt x="0" y="738"/>
                    </a:moveTo>
                    <a:lnTo>
                      <a:pt x="1243" y="599"/>
                    </a:lnTo>
                    <a:lnTo>
                      <a:pt x="1398" y="1"/>
                    </a:lnTo>
                  </a:path>
                </a:pathLst>
              </a:custGeom>
              <a:noFill/>
              <a:ln w="475" cap="flat" cmpd="sng">
                <a:solidFill>
                  <a:srgbClr val="3B3B3A"/>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732;p24">
                <a:extLst>
                  <a:ext uri="{FF2B5EF4-FFF2-40B4-BE49-F238E27FC236}">
                    <a16:creationId xmlns:a16="http://schemas.microsoft.com/office/drawing/2014/main" id="{2812A9DB-4128-57EB-427D-59A969A29C0A}"/>
                  </a:ext>
                </a:extLst>
              </p:cNvPr>
              <p:cNvSpPr/>
              <p:nvPr/>
            </p:nvSpPr>
            <p:spPr>
              <a:xfrm flipH="1">
                <a:off x="6465169" y="3179039"/>
                <a:ext cx="179687" cy="628407"/>
              </a:xfrm>
              <a:custGeom>
                <a:avLst/>
                <a:gdLst/>
                <a:ahLst/>
                <a:cxnLst/>
                <a:rect l="l" t="t" r="r" b="b"/>
                <a:pathLst>
                  <a:path w="2351" h="8222" fill="none" extrusionOk="0">
                    <a:moveTo>
                      <a:pt x="2350" y="8222"/>
                    </a:moveTo>
                    <a:lnTo>
                      <a:pt x="1985" y="85"/>
                    </a:lnTo>
                    <a:lnTo>
                      <a:pt x="1" y="0"/>
                    </a:lnTo>
                  </a:path>
                </a:pathLst>
              </a:custGeom>
              <a:noFill/>
              <a:ln w="475" cap="flat" cmpd="sng">
                <a:solidFill>
                  <a:srgbClr val="3B3B3A"/>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33;p24">
                <a:extLst>
                  <a:ext uri="{FF2B5EF4-FFF2-40B4-BE49-F238E27FC236}">
                    <a16:creationId xmlns:a16="http://schemas.microsoft.com/office/drawing/2014/main" id="{645B1666-6B5E-D496-95CC-81966EEC189C}"/>
                  </a:ext>
                </a:extLst>
              </p:cNvPr>
              <p:cNvSpPr/>
              <p:nvPr/>
            </p:nvSpPr>
            <p:spPr>
              <a:xfrm flipH="1">
                <a:off x="6556117" y="2345733"/>
                <a:ext cx="428237" cy="516973"/>
              </a:xfrm>
              <a:custGeom>
                <a:avLst/>
                <a:gdLst/>
                <a:ahLst/>
                <a:cxnLst/>
                <a:rect l="l" t="t" r="r" b="b"/>
                <a:pathLst>
                  <a:path w="5603" h="6764" extrusionOk="0">
                    <a:moveTo>
                      <a:pt x="1638" y="1"/>
                    </a:moveTo>
                    <a:cubicBezTo>
                      <a:pt x="1495" y="1"/>
                      <a:pt x="1350" y="20"/>
                      <a:pt x="1207" y="61"/>
                    </a:cubicBezTo>
                    <a:cubicBezTo>
                      <a:pt x="459" y="275"/>
                      <a:pt x="0" y="1004"/>
                      <a:pt x="156" y="1731"/>
                    </a:cubicBezTo>
                    <a:cubicBezTo>
                      <a:pt x="686" y="4213"/>
                      <a:pt x="1341" y="4601"/>
                      <a:pt x="2982" y="6344"/>
                    </a:cubicBezTo>
                    <a:cubicBezTo>
                      <a:pt x="3237" y="6614"/>
                      <a:pt x="3596" y="6763"/>
                      <a:pt x="3969" y="6763"/>
                    </a:cubicBezTo>
                    <a:cubicBezTo>
                      <a:pt x="4088" y="6763"/>
                      <a:pt x="4208" y="6748"/>
                      <a:pt x="4326" y="6717"/>
                    </a:cubicBezTo>
                    <a:cubicBezTo>
                      <a:pt x="5197" y="6487"/>
                      <a:pt x="5602" y="5524"/>
                      <a:pt x="5134" y="4796"/>
                    </a:cubicBezTo>
                    <a:lnTo>
                      <a:pt x="2892" y="668"/>
                    </a:lnTo>
                    <a:cubicBezTo>
                      <a:pt x="2710" y="386"/>
                      <a:pt x="2438" y="184"/>
                      <a:pt x="2126" y="80"/>
                    </a:cubicBezTo>
                    <a:cubicBezTo>
                      <a:pt x="1970" y="28"/>
                      <a:pt x="1806" y="1"/>
                      <a:pt x="16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734;p24">
                <a:extLst>
                  <a:ext uri="{FF2B5EF4-FFF2-40B4-BE49-F238E27FC236}">
                    <a16:creationId xmlns:a16="http://schemas.microsoft.com/office/drawing/2014/main" id="{8D0D37B1-4E11-24FA-2888-BE280D5894A5}"/>
                  </a:ext>
                </a:extLst>
              </p:cNvPr>
              <p:cNvSpPr/>
              <p:nvPr/>
            </p:nvSpPr>
            <p:spPr>
              <a:xfrm flipH="1">
                <a:off x="6305200" y="2535889"/>
                <a:ext cx="433970" cy="299300"/>
              </a:xfrm>
              <a:custGeom>
                <a:avLst/>
                <a:gdLst/>
                <a:ahLst/>
                <a:cxnLst/>
                <a:rect l="l" t="t" r="r" b="b"/>
                <a:pathLst>
                  <a:path w="5678" h="3916" extrusionOk="0">
                    <a:moveTo>
                      <a:pt x="4640" y="0"/>
                    </a:moveTo>
                    <a:cubicBezTo>
                      <a:pt x="4267" y="807"/>
                      <a:pt x="0" y="997"/>
                      <a:pt x="243" y="3027"/>
                    </a:cubicBezTo>
                    <a:cubicBezTo>
                      <a:pt x="306" y="3562"/>
                      <a:pt x="765" y="3915"/>
                      <a:pt x="1255" y="3915"/>
                    </a:cubicBezTo>
                    <a:cubicBezTo>
                      <a:pt x="1426" y="3915"/>
                      <a:pt x="1601" y="3872"/>
                      <a:pt x="1764" y="3780"/>
                    </a:cubicBezTo>
                    <a:cubicBezTo>
                      <a:pt x="2716" y="3239"/>
                      <a:pt x="4240" y="2170"/>
                      <a:pt x="5677" y="292"/>
                    </a:cubicBezTo>
                    <a:lnTo>
                      <a:pt x="4640" y="0"/>
                    </a:lnTo>
                    <a:close/>
                  </a:path>
                </a:pathLst>
              </a:custGeom>
              <a:solidFill>
                <a:srgbClr val="B97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735;p24">
                <a:extLst>
                  <a:ext uri="{FF2B5EF4-FFF2-40B4-BE49-F238E27FC236}">
                    <a16:creationId xmlns:a16="http://schemas.microsoft.com/office/drawing/2014/main" id="{4D177748-FF73-A314-F2D3-ECA83A8CFAD7}"/>
                  </a:ext>
                </a:extLst>
              </p:cNvPr>
              <p:cNvSpPr/>
              <p:nvPr/>
            </p:nvSpPr>
            <p:spPr>
              <a:xfrm flipH="1">
                <a:off x="6264845" y="2363923"/>
                <a:ext cx="512005" cy="321617"/>
              </a:xfrm>
              <a:custGeom>
                <a:avLst/>
                <a:gdLst/>
                <a:ahLst/>
                <a:cxnLst/>
                <a:rect l="l" t="t" r="r" b="b"/>
                <a:pathLst>
                  <a:path w="6699" h="4208" extrusionOk="0">
                    <a:moveTo>
                      <a:pt x="1319" y="0"/>
                    </a:moveTo>
                    <a:cubicBezTo>
                      <a:pt x="1122" y="0"/>
                      <a:pt x="949" y="134"/>
                      <a:pt x="902" y="326"/>
                    </a:cubicBezTo>
                    <a:lnTo>
                      <a:pt x="68" y="3675"/>
                    </a:lnTo>
                    <a:cubicBezTo>
                      <a:pt x="1" y="3946"/>
                      <a:pt x="205" y="4207"/>
                      <a:pt x="484" y="4207"/>
                    </a:cubicBezTo>
                    <a:lnTo>
                      <a:pt x="5380" y="4207"/>
                    </a:lnTo>
                    <a:cubicBezTo>
                      <a:pt x="5577" y="4207"/>
                      <a:pt x="5750" y="4074"/>
                      <a:pt x="5796" y="3883"/>
                    </a:cubicBezTo>
                    <a:lnTo>
                      <a:pt x="6631" y="533"/>
                    </a:lnTo>
                    <a:cubicBezTo>
                      <a:pt x="6698" y="262"/>
                      <a:pt x="6494" y="0"/>
                      <a:pt x="62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736;p24">
                <a:extLst>
                  <a:ext uri="{FF2B5EF4-FFF2-40B4-BE49-F238E27FC236}">
                    <a16:creationId xmlns:a16="http://schemas.microsoft.com/office/drawing/2014/main" id="{98307842-DA95-A6CF-CD84-544ADB36173E}"/>
                  </a:ext>
                </a:extLst>
              </p:cNvPr>
              <p:cNvSpPr/>
              <p:nvPr/>
            </p:nvSpPr>
            <p:spPr>
              <a:xfrm flipH="1">
                <a:off x="6239852" y="2363923"/>
                <a:ext cx="512005" cy="321617"/>
              </a:xfrm>
              <a:custGeom>
                <a:avLst/>
                <a:gdLst/>
                <a:ahLst/>
                <a:cxnLst/>
                <a:rect l="l" t="t" r="r" b="b"/>
                <a:pathLst>
                  <a:path w="6699" h="4208" extrusionOk="0">
                    <a:moveTo>
                      <a:pt x="1319" y="0"/>
                    </a:moveTo>
                    <a:cubicBezTo>
                      <a:pt x="1122" y="0"/>
                      <a:pt x="949" y="134"/>
                      <a:pt x="902" y="326"/>
                    </a:cubicBezTo>
                    <a:lnTo>
                      <a:pt x="68" y="3675"/>
                    </a:lnTo>
                    <a:cubicBezTo>
                      <a:pt x="0" y="3946"/>
                      <a:pt x="205" y="4207"/>
                      <a:pt x="484" y="4207"/>
                    </a:cubicBezTo>
                    <a:lnTo>
                      <a:pt x="5380" y="4207"/>
                    </a:lnTo>
                    <a:cubicBezTo>
                      <a:pt x="5577" y="4207"/>
                      <a:pt x="5750" y="4074"/>
                      <a:pt x="5796" y="3883"/>
                    </a:cubicBezTo>
                    <a:lnTo>
                      <a:pt x="6631" y="533"/>
                    </a:lnTo>
                    <a:cubicBezTo>
                      <a:pt x="6698" y="262"/>
                      <a:pt x="6494" y="0"/>
                      <a:pt x="6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737;p24">
                <a:extLst>
                  <a:ext uri="{FF2B5EF4-FFF2-40B4-BE49-F238E27FC236}">
                    <a16:creationId xmlns:a16="http://schemas.microsoft.com/office/drawing/2014/main" id="{FCD480B1-2FC4-0462-55C0-64C22E991328}"/>
                  </a:ext>
                </a:extLst>
              </p:cNvPr>
              <p:cNvSpPr/>
              <p:nvPr/>
            </p:nvSpPr>
            <p:spPr>
              <a:xfrm flipH="1">
                <a:off x="6429554" y="2480707"/>
                <a:ext cx="98824" cy="88124"/>
              </a:xfrm>
              <a:custGeom>
                <a:avLst/>
                <a:gdLst/>
                <a:ahLst/>
                <a:cxnLst/>
                <a:rect l="l" t="t" r="r" b="b"/>
                <a:pathLst>
                  <a:path w="1293" h="1153" extrusionOk="0">
                    <a:moveTo>
                      <a:pt x="775" y="1"/>
                    </a:moveTo>
                    <a:cubicBezTo>
                      <a:pt x="456" y="1"/>
                      <a:pt x="141" y="258"/>
                      <a:pt x="72" y="576"/>
                    </a:cubicBezTo>
                    <a:cubicBezTo>
                      <a:pt x="1" y="894"/>
                      <a:pt x="202" y="1152"/>
                      <a:pt x="520" y="1152"/>
                    </a:cubicBezTo>
                    <a:cubicBezTo>
                      <a:pt x="838" y="1152"/>
                      <a:pt x="1152" y="894"/>
                      <a:pt x="1223" y="576"/>
                    </a:cubicBezTo>
                    <a:cubicBezTo>
                      <a:pt x="1293" y="258"/>
                      <a:pt x="1092" y="1"/>
                      <a:pt x="7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738;p24">
                <a:extLst>
                  <a:ext uri="{FF2B5EF4-FFF2-40B4-BE49-F238E27FC236}">
                    <a16:creationId xmlns:a16="http://schemas.microsoft.com/office/drawing/2014/main" id="{B910945E-EA91-BCDF-CBC6-DF6A00BC6C3E}"/>
                  </a:ext>
                </a:extLst>
              </p:cNvPr>
              <p:cNvSpPr/>
              <p:nvPr/>
            </p:nvSpPr>
            <p:spPr>
              <a:xfrm flipH="1">
                <a:off x="6265767" y="2394266"/>
                <a:ext cx="28126" cy="25069"/>
              </a:xfrm>
              <a:custGeom>
                <a:avLst/>
                <a:gdLst/>
                <a:ahLst/>
                <a:cxnLst/>
                <a:rect l="l" t="t" r="r" b="b"/>
                <a:pathLst>
                  <a:path w="368" h="328" extrusionOk="0">
                    <a:moveTo>
                      <a:pt x="220" y="0"/>
                    </a:moveTo>
                    <a:cubicBezTo>
                      <a:pt x="130" y="0"/>
                      <a:pt x="41" y="73"/>
                      <a:pt x="20" y="164"/>
                    </a:cubicBezTo>
                    <a:cubicBezTo>
                      <a:pt x="1" y="254"/>
                      <a:pt x="57" y="327"/>
                      <a:pt x="148" y="327"/>
                    </a:cubicBezTo>
                    <a:cubicBezTo>
                      <a:pt x="239" y="327"/>
                      <a:pt x="328" y="254"/>
                      <a:pt x="347" y="164"/>
                    </a:cubicBezTo>
                    <a:cubicBezTo>
                      <a:pt x="368" y="73"/>
                      <a:pt x="311" y="0"/>
                      <a:pt x="22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39;p24">
                <a:extLst>
                  <a:ext uri="{FF2B5EF4-FFF2-40B4-BE49-F238E27FC236}">
                    <a16:creationId xmlns:a16="http://schemas.microsoft.com/office/drawing/2014/main" id="{D6FCBC01-678D-CA14-226F-626B57AA80F2}"/>
                  </a:ext>
                </a:extLst>
              </p:cNvPr>
              <p:cNvSpPr/>
              <p:nvPr/>
            </p:nvSpPr>
            <p:spPr>
              <a:xfrm flipH="1">
                <a:off x="6264161" y="2593440"/>
                <a:ext cx="92098" cy="41654"/>
              </a:xfrm>
              <a:custGeom>
                <a:avLst/>
                <a:gdLst/>
                <a:ahLst/>
                <a:cxnLst/>
                <a:rect l="l" t="t" r="r" b="b"/>
                <a:pathLst>
                  <a:path w="1205" h="545" extrusionOk="0">
                    <a:moveTo>
                      <a:pt x="944" y="1"/>
                    </a:moveTo>
                    <a:lnTo>
                      <a:pt x="306" y="12"/>
                    </a:lnTo>
                    <a:lnTo>
                      <a:pt x="269" y="12"/>
                    </a:lnTo>
                    <a:cubicBezTo>
                      <a:pt x="268" y="12"/>
                      <a:pt x="267" y="12"/>
                      <a:pt x="266" y="12"/>
                    </a:cubicBezTo>
                    <a:cubicBezTo>
                      <a:pt x="169" y="12"/>
                      <a:pt x="84" y="65"/>
                      <a:pt x="40" y="145"/>
                    </a:cubicBezTo>
                    <a:cubicBezTo>
                      <a:pt x="36" y="149"/>
                      <a:pt x="33" y="155"/>
                      <a:pt x="30" y="159"/>
                    </a:cubicBezTo>
                    <a:cubicBezTo>
                      <a:pt x="27" y="166"/>
                      <a:pt x="25" y="172"/>
                      <a:pt x="22" y="179"/>
                    </a:cubicBezTo>
                    <a:cubicBezTo>
                      <a:pt x="9" y="214"/>
                      <a:pt x="1" y="254"/>
                      <a:pt x="3" y="296"/>
                    </a:cubicBezTo>
                    <a:cubicBezTo>
                      <a:pt x="12" y="436"/>
                      <a:pt x="130" y="545"/>
                      <a:pt x="269" y="545"/>
                    </a:cubicBezTo>
                    <a:cubicBezTo>
                      <a:pt x="272" y="545"/>
                      <a:pt x="275" y="545"/>
                      <a:pt x="277" y="545"/>
                    </a:cubicBezTo>
                    <a:lnTo>
                      <a:pt x="953" y="515"/>
                    </a:lnTo>
                    <a:cubicBezTo>
                      <a:pt x="1051" y="510"/>
                      <a:pt x="1135" y="453"/>
                      <a:pt x="1175" y="371"/>
                    </a:cubicBezTo>
                    <a:cubicBezTo>
                      <a:pt x="1195" y="331"/>
                      <a:pt x="1205" y="285"/>
                      <a:pt x="1201" y="237"/>
                    </a:cubicBezTo>
                    <a:cubicBezTo>
                      <a:pt x="1200" y="227"/>
                      <a:pt x="1199" y="215"/>
                      <a:pt x="1197" y="206"/>
                    </a:cubicBezTo>
                    <a:cubicBezTo>
                      <a:pt x="1191" y="175"/>
                      <a:pt x="1178" y="147"/>
                      <a:pt x="1161" y="122"/>
                    </a:cubicBezTo>
                    <a:cubicBezTo>
                      <a:pt x="1155" y="114"/>
                      <a:pt x="1150" y="103"/>
                      <a:pt x="1142" y="95"/>
                    </a:cubicBezTo>
                    <a:cubicBezTo>
                      <a:pt x="1096" y="37"/>
                      <a:pt x="1024" y="2"/>
                      <a:pt x="944" y="1"/>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740;p24">
                <a:extLst>
                  <a:ext uri="{FF2B5EF4-FFF2-40B4-BE49-F238E27FC236}">
                    <a16:creationId xmlns:a16="http://schemas.microsoft.com/office/drawing/2014/main" id="{65259D82-9826-4F6C-2D4B-A35719EA4D55}"/>
                  </a:ext>
                </a:extLst>
              </p:cNvPr>
              <p:cNvSpPr/>
              <p:nvPr/>
            </p:nvSpPr>
            <p:spPr>
              <a:xfrm flipH="1">
                <a:off x="6264773" y="2593440"/>
                <a:ext cx="68176" cy="17655"/>
              </a:xfrm>
              <a:custGeom>
                <a:avLst/>
                <a:gdLst/>
                <a:ahLst/>
                <a:cxnLst/>
                <a:rect l="l" t="t" r="r" b="b"/>
                <a:pathLst>
                  <a:path w="892" h="231" extrusionOk="0">
                    <a:moveTo>
                      <a:pt x="639" y="1"/>
                    </a:moveTo>
                    <a:lnTo>
                      <a:pt x="1" y="12"/>
                    </a:lnTo>
                    <a:cubicBezTo>
                      <a:pt x="18" y="22"/>
                      <a:pt x="36" y="31"/>
                      <a:pt x="57" y="38"/>
                    </a:cubicBezTo>
                    <a:lnTo>
                      <a:pt x="704" y="218"/>
                    </a:lnTo>
                    <a:cubicBezTo>
                      <a:pt x="730" y="226"/>
                      <a:pt x="757" y="230"/>
                      <a:pt x="782" y="230"/>
                    </a:cubicBezTo>
                    <a:cubicBezTo>
                      <a:pt x="821" y="230"/>
                      <a:pt x="857" y="222"/>
                      <a:pt x="892" y="206"/>
                    </a:cubicBezTo>
                    <a:cubicBezTo>
                      <a:pt x="886" y="175"/>
                      <a:pt x="873" y="147"/>
                      <a:pt x="856" y="122"/>
                    </a:cubicBezTo>
                    <a:cubicBezTo>
                      <a:pt x="850" y="114"/>
                      <a:pt x="845" y="103"/>
                      <a:pt x="837" y="95"/>
                    </a:cubicBezTo>
                    <a:cubicBezTo>
                      <a:pt x="791" y="37"/>
                      <a:pt x="719" y="2"/>
                      <a:pt x="639" y="1"/>
                    </a:cubicBezTo>
                    <a:close/>
                  </a:path>
                </a:pathLst>
              </a:custGeom>
              <a:solidFill>
                <a:srgbClr val="B97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741;p24">
                <a:extLst>
                  <a:ext uri="{FF2B5EF4-FFF2-40B4-BE49-F238E27FC236}">
                    <a16:creationId xmlns:a16="http://schemas.microsoft.com/office/drawing/2014/main" id="{4B048FBC-C2BC-7D1C-B856-CAE256398F56}"/>
                  </a:ext>
                </a:extLst>
              </p:cNvPr>
              <p:cNvSpPr/>
              <p:nvPr/>
            </p:nvSpPr>
            <p:spPr>
              <a:xfrm flipH="1">
                <a:off x="6248952" y="2552550"/>
                <a:ext cx="92404" cy="48457"/>
              </a:xfrm>
              <a:custGeom>
                <a:avLst/>
                <a:gdLst/>
                <a:ahLst/>
                <a:cxnLst/>
                <a:rect l="l" t="t" r="r" b="b"/>
                <a:pathLst>
                  <a:path w="1209" h="634" extrusionOk="0">
                    <a:moveTo>
                      <a:pt x="287" y="0"/>
                    </a:moveTo>
                    <a:cubicBezTo>
                      <a:pt x="255" y="0"/>
                      <a:pt x="224" y="6"/>
                      <a:pt x="196" y="17"/>
                    </a:cubicBezTo>
                    <a:cubicBezTo>
                      <a:pt x="170" y="27"/>
                      <a:pt x="145" y="39"/>
                      <a:pt x="124" y="57"/>
                    </a:cubicBezTo>
                    <a:cubicBezTo>
                      <a:pt x="119" y="61"/>
                      <a:pt x="113" y="65"/>
                      <a:pt x="110" y="69"/>
                    </a:cubicBezTo>
                    <a:cubicBezTo>
                      <a:pt x="104" y="74"/>
                      <a:pt x="100" y="78"/>
                      <a:pt x="95" y="83"/>
                    </a:cubicBezTo>
                    <a:lnTo>
                      <a:pt x="95" y="84"/>
                    </a:lnTo>
                    <a:cubicBezTo>
                      <a:pt x="60" y="121"/>
                      <a:pt x="34" y="167"/>
                      <a:pt x="24" y="222"/>
                    </a:cubicBezTo>
                    <a:cubicBezTo>
                      <a:pt x="0" y="363"/>
                      <a:pt x="94" y="499"/>
                      <a:pt x="234" y="528"/>
                    </a:cubicBezTo>
                    <a:lnTo>
                      <a:pt x="898" y="628"/>
                    </a:lnTo>
                    <a:cubicBezTo>
                      <a:pt x="914" y="632"/>
                      <a:pt x="930" y="634"/>
                      <a:pt x="947" y="634"/>
                    </a:cubicBezTo>
                    <a:cubicBezTo>
                      <a:pt x="957" y="634"/>
                      <a:pt x="967" y="633"/>
                      <a:pt x="976" y="632"/>
                    </a:cubicBezTo>
                    <a:cubicBezTo>
                      <a:pt x="1024" y="627"/>
                      <a:pt x="1070" y="608"/>
                      <a:pt x="1107" y="579"/>
                    </a:cubicBezTo>
                    <a:cubicBezTo>
                      <a:pt x="1157" y="540"/>
                      <a:pt x="1194" y="483"/>
                      <a:pt x="1204" y="417"/>
                    </a:cubicBezTo>
                    <a:cubicBezTo>
                      <a:pt x="1208" y="378"/>
                      <a:pt x="1206" y="341"/>
                      <a:pt x="1196" y="306"/>
                    </a:cubicBezTo>
                    <a:cubicBezTo>
                      <a:pt x="1189" y="279"/>
                      <a:pt x="1176" y="254"/>
                      <a:pt x="1160" y="231"/>
                    </a:cubicBezTo>
                    <a:cubicBezTo>
                      <a:pt x="1126" y="181"/>
                      <a:pt x="1074" y="141"/>
                      <a:pt x="1010" y="126"/>
                    </a:cubicBezTo>
                    <a:lnTo>
                      <a:pt x="1007" y="126"/>
                    </a:lnTo>
                    <a:lnTo>
                      <a:pt x="381" y="15"/>
                    </a:lnTo>
                    <a:lnTo>
                      <a:pt x="348" y="7"/>
                    </a:lnTo>
                    <a:cubicBezTo>
                      <a:pt x="327" y="3"/>
                      <a:pt x="307" y="0"/>
                      <a:pt x="287" y="0"/>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742;p24">
                <a:extLst>
                  <a:ext uri="{FF2B5EF4-FFF2-40B4-BE49-F238E27FC236}">
                    <a16:creationId xmlns:a16="http://schemas.microsoft.com/office/drawing/2014/main" id="{77558C75-1EDC-591D-6B62-F34E78A77E15}"/>
                  </a:ext>
                </a:extLst>
              </p:cNvPr>
              <p:cNvSpPr/>
              <p:nvPr/>
            </p:nvSpPr>
            <p:spPr>
              <a:xfrm flipH="1">
                <a:off x="6264314" y="2552550"/>
                <a:ext cx="62138" cy="12076"/>
              </a:xfrm>
              <a:custGeom>
                <a:avLst/>
                <a:gdLst/>
                <a:ahLst/>
                <a:cxnLst/>
                <a:rect l="l" t="t" r="r" b="b"/>
                <a:pathLst>
                  <a:path w="813" h="158" extrusionOk="0">
                    <a:moveTo>
                      <a:pt x="92" y="0"/>
                    </a:moveTo>
                    <a:cubicBezTo>
                      <a:pt x="60" y="0"/>
                      <a:pt x="29" y="6"/>
                      <a:pt x="1" y="17"/>
                    </a:cubicBezTo>
                    <a:cubicBezTo>
                      <a:pt x="45" y="100"/>
                      <a:pt x="133" y="157"/>
                      <a:pt x="233" y="157"/>
                    </a:cubicBezTo>
                    <a:cubicBezTo>
                      <a:pt x="236" y="157"/>
                      <a:pt x="240" y="157"/>
                      <a:pt x="244" y="157"/>
                    </a:cubicBezTo>
                    <a:lnTo>
                      <a:pt x="812" y="126"/>
                    </a:lnTo>
                    <a:lnTo>
                      <a:pt x="186" y="15"/>
                    </a:lnTo>
                    <a:lnTo>
                      <a:pt x="153" y="7"/>
                    </a:lnTo>
                    <a:cubicBezTo>
                      <a:pt x="132" y="3"/>
                      <a:pt x="112" y="0"/>
                      <a:pt x="92" y="0"/>
                    </a:cubicBezTo>
                    <a:close/>
                  </a:path>
                </a:pathLst>
              </a:custGeom>
              <a:solidFill>
                <a:srgbClr val="B97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743;p24">
                <a:extLst>
                  <a:ext uri="{FF2B5EF4-FFF2-40B4-BE49-F238E27FC236}">
                    <a16:creationId xmlns:a16="http://schemas.microsoft.com/office/drawing/2014/main" id="{A3CA4A7A-F2CE-6A65-AFC2-45C8BB8E5BAF}"/>
                  </a:ext>
                </a:extLst>
              </p:cNvPr>
              <p:cNvSpPr/>
              <p:nvPr/>
            </p:nvSpPr>
            <p:spPr>
              <a:xfrm flipH="1">
                <a:off x="6233666" y="2516858"/>
                <a:ext cx="92175" cy="42266"/>
              </a:xfrm>
              <a:custGeom>
                <a:avLst/>
                <a:gdLst/>
                <a:ahLst/>
                <a:cxnLst/>
                <a:rect l="l" t="t" r="r" b="b"/>
                <a:pathLst>
                  <a:path w="1206" h="553" extrusionOk="0">
                    <a:moveTo>
                      <a:pt x="944" y="0"/>
                    </a:moveTo>
                    <a:lnTo>
                      <a:pt x="269" y="19"/>
                    </a:lnTo>
                    <a:cubicBezTo>
                      <a:pt x="227" y="21"/>
                      <a:pt x="186" y="31"/>
                      <a:pt x="150" y="49"/>
                    </a:cubicBezTo>
                    <a:cubicBezTo>
                      <a:pt x="116" y="66"/>
                      <a:pt x="85" y="90"/>
                      <a:pt x="61" y="120"/>
                    </a:cubicBezTo>
                    <a:cubicBezTo>
                      <a:pt x="58" y="125"/>
                      <a:pt x="54" y="129"/>
                      <a:pt x="52" y="134"/>
                    </a:cubicBezTo>
                    <a:cubicBezTo>
                      <a:pt x="52" y="135"/>
                      <a:pt x="51" y="135"/>
                      <a:pt x="51" y="136"/>
                    </a:cubicBezTo>
                    <a:cubicBezTo>
                      <a:pt x="18" y="183"/>
                      <a:pt x="1" y="241"/>
                      <a:pt x="4" y="304"/>
                    </a:cubicBezTo>
                    <a:cubicBezTo>
                      <a:pt x="13" y="443"/>
                      <a:pt x="130" y="552"/>
                      <a:pt x="270" y="552"/>
                    </a:cubicBezTo>
                    <a:cubicBezTo>
                      <a:pt x="273" y="552"/>
                      <a:pt x="276" y="552"/>
                      <a:pt x="278" y="552"/>
                    </a:cubicBezTo>
                    <a:lnTo>
                      <a:pt x="953" y="514"/>
                    </a:lnTo>
                    <a:cubicBezTo>
                      <a:pt x="1031" y="511"/>
                      <a:pt x="1099" y="473"/>
                      <a:pt x="1145" y="417"/>
                    </a:cubicBezTo>
                    <a:cubicBezTo>
                      <a:pt x="1184" y="367"/>
                      <a:pt x="1206" y="304"/>
                      <a:pt x="1200" y="237"/>
                    </a:cubicBezTo>
                    <a:cubicBezTo>
                      <a:pt x="1195" y="171"/>
                      <a:pt x="1167" y="112"/>
                      <a:pt x="1121" y="71"/>
                    </a:cubicBezTo>
                    <a:cubicBezTo>
                      <a:pt x="1120" y="69"/>
                      <a:pt x="1119" y="67"/>
                      <a:pt x="1116" y="66"/>
                    </a:cubicBezTo>
                    <a:cubicBezTo>
                      <a:pt x="1106" y="57"/>
                      <a:pt x="1095" y="48"/>
                      <a:pt x="1082" y="40"/>
                    </a:cubicBezTo>
                    <a:cubicBezTo>
                      <a:pt x="1042" y="15"/>
                      <a:pt x="995" y="0"/>
                      <a:pt x="944" y="0"/>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744;p24">
                <a:extLst>
                  <a:ext uri="{FF2B5EF4-FFF2-40B4-BE49-F238E27FC236}">
                    <a16:creationId xmlns:a16="http://schemas.microsoft.com/office/drawing/2014/main" id="{963920A8-910D-B6F7-1CCF-9BDDB53BBC34}"/>
                  </a:ext>
                </a:extLst>
              </p:cNvPr>
              <p:cNvSpPr/>
              <p:nvPr/>
            </p:nvSpPr>
            <p:spPr>
              <a:xfrm flipH="1">
                <a:off x="6243067" y="2516858"/>
                <a:ext cx="71309" cy="8713"/>
              </a:xfrm>
              <a:custGeom>
                <a:avLst/>
                <a:gdLst/>
                <a:ahLst/>
                <a:cxnLst/>
                <a:rect l="l" t="t" r="r" b="b"/>
                <a:pathLst>
                  <a:path w="933" h="114" extrusionOk="0">
                    <a:moveTo>
                      <a:pt x="794" y="0"/>
                    </a:moveTo>
                    <a:lnTo>
                      <a:pt x="119" y="19"/>
                    </a:lnTo>
                    <a:cubicBezTo>
                      <a:pt x="77" y="21"/>
                      <a:pt x="36" y="31"/>
                      <a:pt x="0" y="49"/>
                    </a:cubicBezTo>
                    <a:cubicBezTo>
                      <a:pt x="18" y="82"/>
                      <a:pt x="77" y="113"/>
                      <a:pt x="128" y="113"/>
                    </a:cubicBezTo>
                    <a:cubicBezTo>
                      <a:pt x="129" y="113"/>
                      <a:pt x="131" y="113"/>
                      <a:pt x="133" y="113"/>
                    </a:cubicBezTo>
                    <a:lnTo>
                      <a:pt x="818" y="73"/>
                    </a:lnTo>
                    <a:cubicBezTo>
                      <a:pt x="859" y="72"/>
                      <a:pt x="898" y="61"/>
                      <a:pt x="932" y="40"/>
                    </a:cubicBezTo>
                    <a:cubicBezTo>
                      <a:pt x="892" y="15"/>
                      <a:pt x="845" y="0"/>
                      <a:pt x="794" y="0"/>
                    </a:cubicBezTo>
                    <a:close/>
                  </a:path>
                </a:pathLst>
              </a:custGeom>
              <a:solidFill>
                <a:srgbClr val="B97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745;p24">
                <a:extLst>
                  <a:ext uri="{FF2B5EF4-FFF2-40B4-BE49-F238E27FC236}">
                    <a16:creationId xmlns:a16="http://schemas.microsoft.com/office/drawing/2014/main" id="{743963C6-7AC3-2A30-1599-FFF4E72A1FA3}"/>
                  </a:ext>
                </a:extLst>
              </p:cNvPr>
              <p:cNvSpPr/>
              <p:nvPr/>
            </p:nvSpPr>
            <p:spPr>
              <a:xfrm flipH="1">
                <a:off x="6234659" y="2476503"/>
                <a:ext cx="92480" cy="45782"/>
              </a:xfrm>
              <a:custGeom>
                <a:avLst/>
                <a:gdLst/>
                <a:ahLst/>
                <a:cxnLst/>
                <a:rect l="l" t="t" r="r" b="b"/>
                <a:pathLst>
                  <a:path w="1210" h="599" extrusionOk="0">
                    <a:moveTo>
                      <a:pt x="946" y="0"/>
                    </a:moveTo>
                    <a:cubicBezTo>
                      <a:pt x="936" y="0"/>
                      <a:pt x="926" y="1"/>
                      <a:pt x="916" y="2"/>
                    </a:cubicBezTo>
                    <a:lnTo>
                      <a:pt x="243" y="68"/>
                    </a:lnTo>
                    <a:cubicBezTo>
                      <a:pt x="159" y="78"/>
                      <a:pt x="90" y="126"/>
                      <a:pt x="48" y="192"/>
                    </a:cubicBezTo>
                    <a:cubicBezTo>
                      <a:pt x="45" y="196"/>
                      <a:pt x="42" y="202"/>
                      <a:pt x="40" y="207"/>
                    </a:cubicBezTo>
                    <a:cubicBezTo>
                      <a:pt x="12" y="258"/>
                      <a:pt x="0" y="318"/>
                      <a:pt x="12" y="381"/>
                    </a:cubicBezTo>
                    <a:cubicBezTo>
                      <a:pt x="34" y="508"/>
                      <a:pt x="145" y="599"/>
                      <a:pt x="271" y="599"/>
                    </a:cubicBezTo>
                    <a:cubicBezTo>
                      <a:pt x="285" y="599"/>
                      <a:pt x="298" y="598"/>
                      <a:pt x="311" y="595"/>
                    </a:cubicBezTo>
                    <a:lnTo>
                      <a:pt x="982" y="512"/>
                    </a:lnTo>
                    <a:cubicBezTo>
                      <a:pt x="1059" y="501"/>
                      <a:pt x="1123" y="456"/>
                      <a:pt x="1162" y="394"/>
                    </a:cubicBezTo>
                    <a:cubicBezTo>
                      <a:pt x="1195" y="341"/>
                      <a:pt x="1210" y="275"/>
                      <a:pt x="1197" y="209"/>
                    </a:cubicBezTo>
                    <a:cubicBezTo>
                      <a:pt x="1184" y="143"/>
                      <a:pt x="1147" y="86"/>
                      <a:pt x="1094" y="49"/>
                    </a:cubicBezTo>
                    <a:cubicBezTo>
                      <a:pt x="1053" y="18"/>
                      <a:pt x="1001" y="0"/>
                      <a:pt x="946" y="0"/>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746;p24">
                <a:extLst>
                  <a:ext uri="{FF2B5EF4-FFF2-40B4-BE49-F238E27FC236}">
                    <a16:creationId xmlns:a16="http://schemas.microsoft.com/office/drawing/2014/main" id="{54A9E28E-2444-955D-7C38-B9869D9C17D1}"/>
                  </a:ext>
                </a:extLst>
              </p:cNvPr>
              <p:cNvSpPr/>
              <p:nvPr/>
            </p:nvSpPr>
            <p:spPr>
              <a:xfrm flipH="1">
                <a:off x="6831953" y="2211142"/>
                <a:ext cx="132224" cy="126568"/>
              </a:xfrm>
              <a:custGeom>
                <a:avLst/>
                <a:gdLst/>
                <a:ahLst/>
                <a:cxnLst/>
                <a:rect l="l" t="t" r="r" b="b"/>
                <a:pathLst>
                  <a:path w="1730" h="1656" extrusionOk="0">
                    <a:moveTo>
                      <a:pt x="692" y="0"/>
                    </a:moveTo>
                    <a:lnTo>
                      <a:pt x="1" y="1207"/>
                    </a:lnTo>
                    <a:lnTo>
                      <a:pt x="1239" y="1655"/>
                    </a:lnTo>
                    <a:lnTo>
                      <a:pt x="1390" y="1514"/>
                    </a:lnTo>
                    <a:cubicBezTo>
                      <a:pt x="1729" y="1199"/>
                      <a:pt x="1684" y="669"/>
                      <a:pt x="1298" y="409"/>
                    </a:cubicBezTo>
                    <a:lnTo>
                      <a:pt x="692" y="0"/>
                    </a:lnTo>
                    <a:close/>
                  </a:path>
                </a:pathLst>
              </a:custGeom>
              <a:solidFill>
                <a:srgbClr val="D5C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747;p24">
                <a:extLst>
                  <a:ext uri="{FF2B5EF4-FFF2-40B4-BE49-F238E27FC236}">
                    <a16:creationId xmlns:a16="http://schemas.microsoft.com/office/drawing/2014/main" id="{A0EAB354-905F-8A88-50DD-D64728B64380}"/>
                  </a:ext>
                </a:extLst>
              </p:cNvPr>
              <p:cNvSpPr/>
              <p:nvPr/>
            </p:nvSpPr>
            <p:spPr>
              <a:xfrm flipH="1">
                <a:off x="6794731" y="1919641"/>
                <a:ext cx="263607" cy="416926"/>
              </a:xfrm>
              <a:custGeom>
                <a:avLst/>
                <a:gdLst/>
                <a:ahLst/>
                <a:cxnLst/>
                <a:rect l="l" t="t" r="r" b="b"/>
                <a:pathLst>
                  <a:path w="3449" h="5455" extrusionOk="0">
                    <a:moveTo>
                      <a:pt x="1764" y="0"/>
                    </a:moveTo>
                    <a:lnTo>
                      <a:pt x="0" y="4980"/>
                    </a:lnTo>
                    <a:lnTo>
                      <a:pt x="1844" y="5454"/>
                    </a:lnTo>
                    <a:lnTo>
                      <a:pt x="2340" y="4780"/>
                    </a:lnTo>
                    <a:lnTo>
                      <a:pt x="3175" y="3641"/>
                    </a:lnTo>
                    <a:lnTo>
                      <a:pt x="3448" y="3271"/>
                    </a:lnTo>
                    <a:lnTo>
                      <a:pt x="1764" y="0"/>
                    </a:ln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748;p24">
                <a:extLst>
                  <a:ext uri="{FF2B5EF4-FFF2-40B4-BE49-F238E27FC236}">
                    <a16:creationId xmlns:a16="http://schemas.microsoft.com/office/drawing/2014/main" id="{D153D57D-4A04-8657-6A97-89823E65BE58}"/>
                  </a:ext>
                </a:extLst>
              </p:cNvPr>
              <p:cNvSpPr/>
              <p:nvPr/>
            </p:nvSpPr>
            <p:spPr>
              <a:xfrm flipH="1">
                <a:off x="6678023" y="1869275"/>
                <a:ext cx="312599" cy="380086"/>
              </a:xfrm>
              <a:custGeom>
                <a:avLst/>
                <a:gdLst/>
                <a:ahLst/>
                <a:cxnLst/>
                <a:rect l="l" t="t" r="r" b="b"/>
                <a:pathLst>
                  <a:path w="4090" h="4973" extrusionOk="0">
                    <a:moveTo>
                      <a:pt x="1460" y="1"/>
                    </a:moveTo>
                    <a:cubicBezTo>
                      <a:pt x="1304" y="1"/>
                      <a:pt x="1153" y="26"/>
                      <a:pt x="1012" y="71"/>
                    </a:cubicBezTo>
                    <a:cubicBezTo>
                      <a:pt x="411" y="266"/>
                      <a:pt x="0" y="845"/>
                      <a:pt x="81" y="1487"/>
                    </a:cubicBezTo>
                    <a:lnTo>
                      <a:pt x="152" y="2039"/>
                    </a:lnTo>
                    <a:lnTo>
                      <a:pt x="367" y="4260"/>
                    </a:lnTo>
                    <a:cubicBezTo>
                      <a:pt x="367" y="4260"/>
                      <a:pt x="1928" y="4811"/>
                      <a:pt x="2465" y="4942"/>
                    </a:cubicBezTo>
                    <a:cubicBezTo>
                      <a:pt x="2552" y="4962"/>
                      <a:pt x="2639" y="4972"/>
                      <a:pt x="2726" y="4972"/>
                    </a:cubicBezTo>
                    <a:cubicBezTo>
                      <a:pt x="3219" y="4972"/>
                      <a:pt x="3685" y="4653"/>
                      <a:pt x="3792" y="4170"/>
                    </a:cubicBezTo>
                    <a:cubicBezTo>
                      <a:pt x="3965" y="3396"/>
                      <a:pt x="4089" y="2619"/>
                      <a:pt x="3841" y="1739"/>
                    </a:cubicBezTo>
                    <a:cubicBezTo>
                      <a:pt x="3695" y="1220"/>
                      <a:pt x="3371" y="782"/>
                      <a:pt x="2943" y="474"/>
                    </a:cubicBezTo>
                    <a:cubicBezTo>
                      <a:pt x="2751" y="335"/>
                      <a:pt x="2536" y="224"/>
                      <a:pt x="2306" y="144"/>
                    </a:cubicBezTo>
                    <a:lnTo>
                      <a:pt x="2304" y="143"/>
                    </a:lnTo>
                    <a:lnTo>
                      <a:pt x="2173" y="102"/>
                    </a:lnTo>
                    <a:lnTo>
                      <a:pt x="2160" y="97"/>
                    </a:lnTo>
                    <a:cubicBezTo>
                      <a:pt x="2094" y="78"/>
                      <a:pt x="2028" y="63"/>
                      <a:pt x="1961" y="50"/>
                    </a:cubicBezTo>
                    <a:cubicBezTo>
                      <a:pt x="1802" y="18"/>
                      <a:pt x="1637" y="1"/>
                      <a:pt x="1470" y="1"/>
                    </a:cubicBezTo>
                    <a:cubicBezTo>
                      <a:pt x="1467" y="1"/>
                      <a:pt x="1463" y="1"/>
                      <a:pt x="1460" y="1"/>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749;p24">
                <a:extLst>
                  <a:ext uri="{FF2B5EF4-FFF2-40B4-BE49-F238E27FC236}">
                    <a16:creationId xmlns:a16="http://schemas.microsoft.com/office/drawing/2014/main" id="{4A1AC4AB-8838-FF2C-0D41-76283E9A96D6}"/>
                  </a:ext>
                </a:extLst>
              </p:cNvPr>
              <p:cNvSpPr/>
              <p:nvPr/>
            </p:nvSpPr>
            <p:spPr>
              <a:xfrm flipH="1">
                <a:off x="6739166" y="1839544"/>
                <a:ext cx="345616" cy="276142"/>
              </a:xfrm>
              <a:custGeom>
                <a:avLst/>
                <a:gdLst/>
                <a:ahLst/>
                <a:cxnLst/>
                <a:rect l="l" t="t" r="r" b="b"/>
                <a:pathLst>
                  <a:path w="4522" h="3613" extrusionOk="0">
                    <a:moveTo>
                      <a:pt x="2280" y="0"/>
                    </a:moveTo>
                    <a:cubicBezTo>
                      <a:pt x="1405" y="0"/>
                      <a:pt x="575" y="319"/>
                      <a:pt x="346" y="1143"/>
                    </a:cubicBezTo>
                    <a:cubicBezTo>
                      <a:pt x="1" y="2385"/>
                      <a:pt x="1201" y="3613"/>
                      <a:pt x="1201" y="3613"/>
                    </a:cubicBezTo>
                    <a:lnTo>
                      <a:pt x="2176" y="3267"/>
                    </a:lnTo>
                    <a:lnTo>
                      <a:pt x="2159" y="1428"/>
                    </a:lnTo>
                    <a:lnTo>
                      <a:pt x="2159" y="1428"/>
                    </a:lnTo>
                    <a:cubicBezTo>
                      <a:pt x="2159" y="1428"/>
                      <a:pt x="2350" y="1452"/>
                      <a:pt x="2628" y="1452"/>
                    </a:cubicBezTo>
                    <a:cubicBezTo>
                      <a:pt x="3178" y="1452"/>
                      <a:pt x="4073" y="1359"/>
                      <a:pt x="4521" y="804"/>
                    </a:cubicBezTo>
                    <a:cubicBezTo>
                      <a:pt x="4126" y="336"/>
                      <a:pt x="3179" y="0"/>
                      <a:pt x="2280" y="0"/>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750;p24">
                <a:extLst>
                  <a:ext uri="{FF2B5EF4-FFF2-40B4-BE49-F238E27FC236}">
                    <a16:creationId xmlns:a16="http://schemas.microsoft.com/office/drawing/2014/main" id="{5A3D0AAC-482E-F6A2-4414-F76FCABF20E7}"/>
                  </a:ext>
                </a:extLst>
              </p:cNvPr>
              <p:cNvSpPr/>
              <p:nvPr/>
            </p:nvSpPr>
            <p:spPr>
              <a:xfrm flipH="1">
                <a:off x="6815673" y="2149234"/>
                <a:ext cx="183356" cy="187330"/>
              </a:xfrm>
              <a:custGeom>
                <a:avLst/>
                <a:gdLst/>
                <a:ahLst/>
                <a:cxnLst/>
                <a:rect l="l" t="t" r="r" b="b"/>
                <a:pathLst>
                  <a:path w="2399" h="2451" extrusionOk="0">
                    <a:moveTo>
                      <a:pt x="905" y="1"/>
                    </a:moveTo>
                    <a:cubicBezTo>
                      <a:pt x="905" y="1"/>
                      <a:pt x="0" y="1042"/>
                      <a:pt x="1068" y="2450"/>
                    </a:cubicBezTo>
                    <a:lnTo>
                      <a:pt x="2399" y="637"/>
                    </a:lnTo>
                    <a:lnTo>
                      <a:pt x="905" y="1"/>
                    </a:lnTo>
                    <a:close/>
                  </a:path>
                </a:pathLst>
              </a:custGeom>
              <a:solidFill>
                <a:srgbClr val="B97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751;p24">
                <a:extLst>
                  <a:ext uri="{FF2B5EF4-FFF2-40B4-BE49-F238E27FC236}">
                    <a16:creationId xmlns:a16="http://schemas.microsoft.com/office/drawing/2014/main" id="{54F5132C-56F3-4682-2092-A2671C97FA03}"/>
                  </a:ext>
                </a:extLst>
              </p:cNvPr>
              <p:cNvSpPr/>
              <p:nvPr/>
            </p:nvSpPr>
            <p:spPr>
              <a:xfrm flipH="1">
                <a:off x="6895542" y="2168647"/>
                <a:ext cx="160044" cy="184349"/>
              </a:xfrm>
              <a:custGeom>
                <a:avLst/>
                <a:gdLst/>
                <a:ahLst/>
                <a:cxnLst/>
                <a:rect l="l" t="t" r="r" b="b"/>
                <a:pathLst>
                  <a:path w="2094" h="2412" extrusionOk="0">
                    <a:moveTo>
                      <a:pt x="467" y="0"/>
                    </a:moveTo>
                    <a:lnTo>
                      <a:pt x="1" y="741"/>
                    </a:lnTo>
                    <a:lnTo>
                      <a:pt x="1191" y="2411"/>
                    </a:lnTo>
                    <a:lnTo>
                      <a:pt x="1604" y="2012"/>
                    </a:lnTo>
                    <a:cubicBezTo>
                      <a:pt x="2094" y="1538"/>
                      <a:pt x="2006" y="730"/>
                      <a:pt x="1395" y="406"/>
                    </a:cubicBezTo>
                    <a:cubicBezTo>
                      <a:pt x="1368" y="393"/>
                      <a:pt x="1341" y="379"/>
                      <a:pt x="1312" y="366"/>
                    </a:cubicBezTo>
                    <a:lnTo>
                      <a:pt x="4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52;p24">
                <a:extLst>
                  <a:ext uri="{FF2B5EF4-FFF2-40B4-BE49-F238E27FC236}">
                    <a16:creationId xmlns:a16="http://schemas.microsoft.com/office/drawing/2014/main" id="{395A11D5-D5A2-EBDC-036F-3D4323C3B265}"/>
                  </a:ext>
                </a:extLst>
              </p:cNvPr>
              <p:cNvSpPr/>
              <p:nvPr/>
            </p:nvSpPr>
            <p:spPr>
              <a:xfrm flipH="1">
                <a:off x="6691095" y="2009293"/>
                <a:ext cx="72150" cy="133141"/>
              </a:xfrm>
              <a:custGeom>
                <a:avLst/>
                <a:gdLst/>
                <a:ahLst/>
                <a:cxnLst/>
                <a:rect l="l" t="t" r="r" b="b"/>
                <a:pathLst>
                  <a:path w="944" h="1742" extrusionOk="0">
                    <a:moveTo>
                      <a:pt x="15" y="0"/>
                    </a:moveTo>
                    <a:lnTo>
                      <a:pt x="1" y="1702"/>
                    </a:lnTo>
                    <a:lnTo>
                      <a:pt x="132" y="1730"/>
                    </a:lnTo>
                    <a:cubicBezTo>
                      <a:pt x="172" y="1738"/>
                      <a:pt x="211" y="1742"/>
                      <a:pt x="249" y="1742"/>
                    </a:cubicBezTo>
                    <a:cubicBezTo>
                      <a:pt x="676" y="1742"/>
                      <a:pt x="943" y="1245"/>
                      <a:pt x="638" y="914"/>
                    </a:cubicBezTo>
                    <a:cubicBezTo>
                      <a:pt x="424" y="683"/>
                      <a:pt x="192" y="421"/>
                      <a:pt x="15" y="0"/>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53;p24">
                <a:extLst>
                  <a:ext uri="{FF2B5EF4-FFF2-40B4-BE49-F238E27FC236}">
                    <a16:creationId xmlns:a16="http://schemas.microsoft.com/office/drawing/2014/main" id="{D46D3006-F235-1C3E-C3FF-92C0E2635314}"/>
                  </a:ext>
                </a:extLst>
              </p:cNvPr>
              <p:cNvSpPr/>
              <p:nvPr/>
            </p:nvSpPr>
            <p:spPr>
              <a:xfrm flipH="1">
                <a:off x="6919694" y="2011815"/>
                <a:ext cx="176553" cy="130619"/>
              </a:xfrm>
              <a:custGeom>
                <a:avLst/>
                <a:gdLst/>
                <a:ahLst/>
                <a:cxnLst/>
                <a:rect l="l" t="t" r="r" b="b"/>
                <a:pathLst>
                  <a:path w="2310" h="1709" extrusionOk="0">
                    <a:moveTo>
                      <a:pt x="1212" y="1"/>
                    </a:moveTo>
                    <a:cubicBezTo>
                      <a:pt x="429" y="1"/>
                      <a:pt x="0" y="1372"/>
                      <a:pt x="1802" y="1708"/>
                    </a:cubicBezTo>
                    <a:lnTo>
                      <a:pt x="2309" y="1041"/>
                    </a:lnTo>
                    <a:cubicBezTo>
                      <a:pt x="1984" y="275"/>
                      <a:pt x="1563" y="1"/>
                      <a:pt x="1212" y="1"/>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54;p24">
                <a:extLst>
                  <a:ext uri="{FF2B5EF4-FFF2-40B4-BE49-F238E27FC236}">
                    <a16:creationId xmlns:a16="http://schemas.microsoft.com/office/drawing/2014/main" id="{7EC20F4B-23DA-DDA8-A0E7-DEF0B5E2AA57}"/>
                  </a:ext>
                </a:extLst>
              </p:cNvPr>
              <p:cNvSpPr/>
              <p:nvPr/>
            </p:nvSpPr>
            <p:spPr>
              <a:xfrm flipH="1">
                <a:off x="6971285" y="2058589"/>
                <a:ext cx="43412" cy="36916"/>
              </a:xfrm>
              <a:custGeom>
                <a:avLst/>
                <a:gdLst/>
                <a:ahLst/>
                <a:cxnLst/>
                <a:rect l="l" t="t" r="r" b="b"/>
                <a:pathLst>
                  <a:path w="568" h="483" extrusionOk="0">
                    <a:moveTo>
                      <a:pt x="1" y="0"/>
                    </a:moveTo>
                    <a:lnTo>
                      <a:pt x="568" y="482"/>
                    </a:lnTo>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55;p24">
                <a:extLst>
                  <a:ext uri="{FF2B5EF4-FFF2-40B4-BE49-F238E27FC236}">
                    <a16:creationId xmlns:a16="http://schemas.microsoft.com/office/drawing/2014/main" id="{4797026F-63E5-BE2C-DC16-DBC32600E47D}"/>
                  </a:ext>
                </a:extLst>
              </p:cNvPr>
              <p:cNvSpPr/>
              <p:nvPr/>
            </p:nvSpPr>
            <p:spPr>
              <a:xfrm flipH="1">
                <a:off x="6971285" y="2058589"/>
                <a:ext cx="43412" cy="36916"/>
              </a:xfrm>
              <a:custGeom>
                <a:avLst/>
                <a:gdLst/>
                <a:ahLst/>
                <a:cxnLst/>
                <a:rect l="l" t="t" r="r" b="b"/>
                <a:pathLst>
                  <a:path w="568" h="483" fill="none" extrusionOk="0">
                    <a:moveTo>
                      <a:pt x="1" y="0"/>
                    </a:moveTo>
                    <a:lnTo>
                      <a:pt x="568" y="482"/>
                    </a:lnTo>
                  </a:path>
                </a:pathLst>
              </a:custGeom>
              <a:noFill/>
              <a:ln w="9525" cap="rnd"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56;p24">
                <a:extLst>
                  <a:ext uri="{FF2B5EF4-FFF2-40B4-BE49-F238E27FC236}">
                    <a16:creationId xmlns:a16="http://schemas.microsoft.com/office/drawing/2014/main" id="{803CDA9C-45F3-B54A-4ADA-EA8F5E3F9AF8}"/>
                  </a:ext>
                </a:extLst>
              </p:cNvPr>
              <p:cNvSpPr/>
              <p:nvPr/>
            </p:nvSpPr>
            <p:spPr>
              <a:xfrm flipH="1">
                <a:off x="6790222" y="2225275"/>
                <a:ext cx="478528" cy="727072"/>
              </a:xfrm>
              <a:custGeom>
                <a:avLst/>
                <a:gdLst/>
                <a:ahLst/>
                <a:cxnLst/>
                <a:rect l="l" t="t" r="r" b="b"/>
                <a:pathLst>
                  <a:path w="6261" h="9541" extrusionOk="0">
                    <a:moveTo>
                      <a:pt x="3028" y="1"/>
                    </a:moveTo>
                    <a:cubicBezTo>
                      <a:pt x="2608" y="1"/>
                      <a:pt x="853" y="438"/>
                      <a:pt x="262" y="2794"/>
                    </a:cubicBezTo>
                    <a:cubicBezTo>
                      <a:pt x="0" y="3844"/>
                      <a:pt x="190" y="4881"/>
                      <a:pt x="230" y="5836"/>
                    </a:cubicBezTo>
                    <a:cubicBezTo>
                      <a:pt x="324" y="7979"/>
                      <a:pt x="289" y="9441"/>
                      <a:pt x="289" y="9441"/>
                    </a:cubicBezTo>
                    <a:lnTo>
                      <a:pt x="6148" y="9541"/>
                    </a:lnTo>
                    <a:lnTo>
                      <a:pt x="5355" y="6163"/>
                    </a:lnTo>
                    <a:lnTo>
                      <a:pt x="5354" y="6155"/>
                    </a:lnTo>
                    <a:lnTo>
                      <a:pt x="5345" y="6120"/>
                    </a:lnTo>
                    <a:cubicBezTo>
                      <a:pt x="5878" y="5665"/>
                      <a:pt x="6132" y="5149"/>
                      <a:pt x="6220" y="4626"/>
                    </a:cubicBezTo>
                    <a:cubicBezTo>
                      <a:pt x="6235" y="4539"/>
                      <a:pt x="6246" y="4449"/>
                      <a:pt x="6249" y="4361"/>
                    </a:cubicBezTo>
                    <a:cubicBezTo>
                      <a:pt x="6257" y="4300"/>
                      <a:pt x="6259" y="4240"/>
                      <a:pt x="6258" y="4183"/>
                    </a:cubicBezTo>
                    <a:cubicBezTo>
                      <a:pt x="6260" y="3977"/>
                      <a:pt x="6240" y="3776"/>
                      <a:pt x="6209" y="3578"/>
                    </a:cubicBezTo>
                    <a:cubicBezTo>
                      <a:pt x="6199" y="3521"/>
                      <a:pt x="6187" y="3461"/>
                      <a:pt x="6175" y="3405"/>
                    </a:cubicBezTo>
                    <a:cubicBezTo>
                      <a:pt x="6016" y="2651"/>
                      <a:pt x="5680" y="1999"/>
                      <a:pt x="5578" y="1666"/>
                    </a:cubicBezTo>
                    <a:lnTo>
                      <a:pt x="3113" y="33"/>
                    </a:lnTo>
                    <a:cubicBezTo>
                      <a:pt x="3134" y="14"/>
                      <a:pt x="3101" y="1"/>
                      <a:pt x="30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7;p24">
                <a:extLst>
                  <a:ext uri="{FF2B5EF4-FFF2-40B4-BE49-F238E27FC236}">
                    <a16:creationId xmlns:a16="http://schemas.microsoft.com/office/drawing/2014/main" id="{45AAD98A-2131-38D2-632C-624C5CCD8AE5}"/>
                  </a:ext>
                </a:extLst>
              </p:cNvPr>
              <p:cNvSpPr/>
              <p:nvPr/>
            </p:nvSpPr>
            <p:spPr>
              <a:xfrm flipH="1">
                <a:off x="6845551" y="2225275"/>
                <a:ext cx="192525" cy="383602"/>
              </a:xfrm>
              <a:custGeom>
                <a:avLst/>
                <a:gdLst/>
                <a:ahLst/>
                <a:cxnLst/>
                <a:rect l="l" t="t" r="r" b="b"/>
                <a:pathLst>
                  <a:path w="2748" h="5019" extrusionOk="0">
                    <a:moveTo>
                      <a:pt x="1" y="0"/>
                    </a:moveTo>
                    <a:lnTo>
                      <a:pt x="1817" y="5019"/>
                    </a:lnTo>
                    <a:lnTo>
                      <a:pt x="2748" y="3592"/>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58;p24">
                <a:extLst>
                  <a:ext uri="{FF2B5EF4-FFF2-40B4-BE49-F238E27FC236}">
                    <a16:creationId xmlns:a16="http://schemas.microsoft.com/office/drawing/2014/main" id="{42FE78F4-0AF1-D783-F065-DED1698D0B63}"/>
                  </a:ext>
                </a:extLst>
              </p:cNvPr>
              <p:cNvSpPr/>
              <p:nvPr/>
            </p:nvSpPr>
            <p:spPr>
              <a:xfrm flipH="1">
                <a:off x="6855722" y="2223141"/>
                <a:ext cx="182362" cy="322076"/>
              </a:xfrm>
              <a:custGeom>
                <a:avLst/>
                <a:gdLst/>
                <a:ahLst/>
                <a:cxnLst/>
                <a:rect l="l" t="t" r="r" b="b"/>
                <a:pathLst>
                  <a:path w="2386" h="4214" extrusionOk="0">
                    <a:moveTo>
                      <a:pt x="0" y="1"/>
                    </a:moveTo>
                    <a:lnTo>
                      <a:pt x="2385" y="4213"/>
                    </a:lnTo>
                    <a:lnTo>
                      <a:pt x="2251" y="1462"/>
                    </a:lnTo>
                    <a:lnTo>
                      <a:pt x="1417" y="90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59;p24">
                <a:extLst>
                  <a:ext uri="{FF2B5EF4-FFF2-40B4-BE49-F238E27FC236}">
                    <a16:creationId xmlns:a16="http://schemas.microsoft.com/office/drawing/2014/main" id="{E7481EF7-C14F-39D5-9B81-4E80D3317D08}"/>
                  </a:ext>
                </a:extLst>
              </p:cNvPr>
              <p:cNvSpPr/>
              <p:nvPr/>
            </p:nvSpPr>
            <p:spPr>
              <a:xfrm flipH="1">
                <a:off x="6798780" y="2446161"/>
                <a:ext cx="395907" cy="506196"/>
              </a:xfrm>
              <a:custGeom>
                <a:avLst/>
                <a:gdLst/>
                <a:ahLst/>
                <a:cxnLst/>
                <a:rect l="l" t="t" r="r" b="b"/>
                <a:pathLst>
                  <a:path w="5180" h="6623" extrusionOk="0">
                    <a:moveTo>
                      <a:pt x="361" y="0"/>
                    </a:moveTo>
                    <a:cubicBezTo>
                      <a:pt x="73" y="1329"/>
                      <a:pt x="1" y="5240"/>
                      <a:pt x="40" y="6535"/>
                    </a:cubicBezTo>
                    <a:lnTo>
                      <a:pt x="5179" y="6623"/>
                    </a:lnTo>
                    <a:lnTo>
                      <a:pt x="4952" y="2669"/>
                    </a:lnTo>
                    <a:lnTo>
                      <a:pt x="3236" y="2429"/>
                    </a:lnTo>
                    <a:lnTo>
                      <a:pt x="36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60;p24">
                <a:extLst>
                  <a:ext uri="{FF2B5EF4-FFF2-40B4-BE49-F238E27FC236}">
                    <a16:creationId xmlns:a16="http://schemas.microsoft.com/office/drawing/2014/main" id="{676118C4-FAE3-C260-4BC6-4E9A22A8A82C}"/>
                  </a:ext>
                </a:extLst>
              </p:cNvPr>
              <p:cNvSpPr/>
              <p:nvPr/>
            </p:nvSpPr>
            <p:spPr>
              <a:xfrm flipH="1">
                <a:off x="6902345" y="1984224"/>
                <a:ext cx="44253" cy="107461"/>
              </a:xfrm>
              <a:custGeom>
                <a:avLst/>
                <a:gdLst/>
                <a:ahLst/>
                <a:cxnLst/>
                <a:rect l="l" t="t" r="r" b="b"/>
                <a:pathLst>
                  <a:path w="579" h="1406" extrusionOk="0">
                    <a:moveTo>
                      <a:pt x="579" y="0"/>
                    </a:moveTo>
                    <a:lnTo>
                      <a:pt x="0" y="469"/>
                    </a:lnTo>
                    <a:lnTo>
                      <a:pt x="368" y="1374"/>
                    </a:lnTo>
                    <a:lnTo>
                      <a:pt x="571" y="1405"/>
                    </a:lnTo>
                    <a:lnTo>
                      <a:pt x="579" y="0"/>
                    </a:ln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61;p24">
                <a:extLst>
                  <a:ext uri="{FF2B5EF4-FFF2-40B4-BE49-F238E27FC236}">
                    <a16:creationId xmlns:a16="http://schemas.microsoft.com/office/drawing/2014/main" id="{CE91DF7C-2578-81BC-3F5B-7F730554A2D0}"/>
                  </a:ext>
                </a:extLst>
              </p:cNvPr>
              <p:cNvSpPr/>
              <p:nvPr/>
            </p:nvSpPr>
            <p:spPr>
              <a:xfrm flipH="1">
                <a:off x="6789154" y="2035508"/>
                <a:ext cx="31566" cy="56176"/>
              </a:xfrm>
              <a:custGeom>
                <a:avLst/>
                <a:gdLst/>
                <a:ahLst/>
                <a:cxnLst/>
                <a:rect l="l" t="t" r="r" b="b"/>
                <a:pathLst>
                  <a:path w="413" h="735" extrusionOk="0">
                    <a:moveTo>
                      <a:pt x="163" y="1"/>
                    </a:moveTo>
                    <a:cubicBezTo>
                      <a:pt x="159" y="1"/>
                      <a:pt x="154" y="1"/>
                      <a:pt x="150" y="1"/>
                    </a:cubicBezTo>
                    <a:cubicBezTo>
                      <a:pt x="54" y="15"/>
                      <a:pt x="1" y="190"/>
                      <a:pt x="32" y="392"/>
                    </a:cubicBezTo>
                    <a:cubicBezTo>
                      <a:pt x="61" y="587"/>
                      <a:pt x="157" y="735"/>
                      <a:pt x="251" y="735"/>
                    </a:cubicBezTo>
                    <a:cubicBezTo>
                      <a:pt x="255" y="735"/>
                      <a:pt x="259" y="735"/>
                      <a:pt x="262" y="734"/>
                    </a:cubicBezTo>
                    <a:cubicBezTo>
                      <a:pt x="358" y="720"/>
                      <a:pt x="412" y="546"/>
                      <a:pt x="381" y="343"/>
                    </a:cubicBezTo>
                    <a:cubicBezTo>
                      <a:pt x="352" y="149"/>
                      <a:pt x="256" y="1"/>
                      <a:pt x="1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762;p24">
                <a:extLst>
                  <a:ext uri="{FF2B5EF4-FFF2-40B4-BE49-F238E27FC236}">
                    <a16:creationId xmlns:a16="http://schemas.microsoft.com/office/drawing/2014/main" id="{CCC9C45B-31C1-99B2-A86B-8A43E994B4BE}"/>
                  </a:ext>
                </a:extLst>
              </p:cNvPr>
              <p:cNvSpPr/>
              <p:nvPr/>
            </p:nvSpPr>
            <p:spPr>
              <a:xfrm flipH="1">
                <a:off x="6783192" y="1996758"/>
                <a:ext cx="67106" cy="25069"/>
              </a:xfrm>
              <a:custGeom>
                <a:avLst/>
                <a:gdLst/>
                <a:ahLst/>
                <a:cxnLst/>
                <a:rect l="l" t="t" r="r" b="b"/>
                <a:pathLst>
                  <a:path w="878" h="328" extrusionOk="0">
                    <a:moveTo>
                      <a:pt x="492" y="1"/>
                    </a:moveTo>
                    <a:cubicBezTo>
                      <a:pt x="416" y="1"/>
                      <a:pt x="331" y="17"/>
                      <a:pt x="249" y="55"/>
                    </a:cubicBezTo>
                    <a:cubicBezTo>
                      <a:pt x="0" y="170"/>
                      <a:pt x="5" y="328"/>
                      <a:pt x="229" y="328"/>
                    </a:cubicBezTo>
                    <a:cubicBezTo>
                      <a:pt x="291" y="328"/>
                      <a:pt x="369" y="316"/>
                      <a:pt x="463" y="288"/>
                    </a:cubicBezTo>
                    <a:cubicBezTo>
                      <a:pt x="877" y="164"/>
                      <a:pt x="735" y="1"/>
                      <a:pt x="492"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763;p24">
                <a:extLst>
                  <a:ext uri="{FF2B5EF4-FFF2-40B4-BE49-F238E27FC236}">
                    <a16:creationId xmlns:a16="http://schemas.microsoft.com/office/drawing/2014/main" id="{2DCD66B7-B307-A36F-CE89-17DE3C311A5A}"/>
                  </a:ext>
                </a:extLst>
              </p:cNvPr>
              <p:cNvSpPr/>
              <p:nvPr/>
            </p:nvSpPr>
            <p:spPr>
              <a:xfrm flipH="1">
                <a:off x="6700649" y="2019993"/>
                <a:ext cx="31566" cy="56176"/>
              </a:xfrm>
              <a:custGeom>
                <a:avLst/>
                <a:gdLst/>
                <a:ahLst/>
                <a:cxnLst/>
                <a:rect l="l" t="t" r="r" b="b"/>
                <a:pathLst>
                  <a:path w="413" h="735" extrusionOk="0">
                    <a:moveTo>
                      <a:pt x="162" y="0"/>
                    </a:moveTo>
                    <a:cubicBezTo>
                      <a:pt x="158" y="0"/>
                      <a:pt x="154" y="0"/>
                      <a:pt x="150" y="1"/>
                    </a:cubicBezTo>
                    <a:cubicBezTo>
                      <a:pt x="54" y="15"/>
                      <a:pt x="1" y="190"/>
                      <a:pt x="32" y="392"/>
                    </a:cubicBezTo>
                    <a:cubicBezTo>
                      <a:pt x="61" y="586"/>
                      <a:pt x="157" y="735"/>
                      <a:pt x="250" y="735"/>
                    </a:cubicBezTo>
                    <a:cubicBezTo>
                      <a:pt x="254" y="735"/>
                      <a:pt x="258" y="734"/>
                      <a:pt x="262" y="734"/>
                    </a:cubicBezTo>
                    <a:cubicBezTo>
                      <a:pt x="359" y="720"/>
                      <a:pt x="412" y="545"/>
                      <a:pt x="381" y="344"/>
                    </a:cubicBezTo>
                    <a:cubicBezTo>
                      <a:pt x="352" y="149"/>
                      <a:pt x="255" y="0"/>
                      <a:pt x="1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764;p24">
                <a:extLst>
                  <a:ext uri="{FF2B5EF4-FFF2-40B4-BE49-F238E27FC236}">
                    <a16:creationId xmlns:a16="http://schemas.microsoft.com/office/drawing/2014/main" id="{A046ACEB-B513-844B-67C7-3A6EAED6231C}"/>
                  </a:ext>
                </a:extLst>
              </p:cNvPr>
              <p:cNvSpPr/>
              <p:nvPr/>
            </p:nvSpPr>
            <p:spPr>
              <a:xfrm flipH="1">
                <a:off x="6682764" y="1950748"/>
                <a:ext cx="75207" cy="22700"/>
              </a:xfrm>
              <a:custGeom>
                <a:avLst/>
                <a:gdLst/>
                <a:ahLst/>
                <a:cxnLst/>
                <a:rect l="l" t="t" r="r" b="b"/>
                <a:pathLst>
                  <a:path w="984" h="297" extrusionOk="0">
                    <a:moveTo>
                      <a:pt x="399" y="1"/>
                    </a:moveTo>
                    <a:cubicBezTo>
                      <a:pt x="384" y="1"/>
                      <a:pt x="368" y="1"/>
                      <a:pt x="353" y="3"/>
                    </a:cubicBezTo>
                    <a:cubicBezTo>
                      <a:pt x="0" y="31"/>
                      <a:pt x="8" y="266"/>
                      <a:pt x="465" y="294"/>
                    </a:cubicBezTo>
                    <a:cubicBezTo>
                      <a:pt x="491" y="296"/>
                      <a:pt x="515" y="296"/>
                      <a:pt x="537" y="296"/>
                    </a:cubicBezTo>
                    <a:cubicBezTo>
                      <a:pt x="984" y="296"/>
                      <a:pt x="738" y="1"/>
                      <a:pt x="399"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765;p24">
                <a:extLst>
                  <a:ext uri="{FF2B5EF4-FFF2-40B4-BE49-F238E27FC236}">
                    <a16:creationId xmlns:a16="http://schemas.microsoft.com/office/drawing/2014/main" id="{0A1E598C-7A85-E5F2-52D5-D3484D69473F}"/>
                  </a:ext>
                </a:extLst>
              </p:cNvPr>
              <p:cNvSpPr/>
              <p:nvPr/>
            </p:nvSpPr>
            <p:spPr>
              <a:xfrm flipH="1">
                <a:off x="6815136" y="2290551"/>
                <a:ext cx="399423" cy="606701"/>
              </a:xfrm>
              <a:custGeom>
                <a:avLst/>
                <a:gdLst/>
                <a:ahLst/>
                <a:cxnLst/>
                <a:rect l="l" t="t" r="r" b="b"/>
                <a:pathLst>
                  <a:path w="5226" h="7938" extrusionOk="0">
                    <a:moveTo>
                      <a:pt x="1396" y="1"/>
                    </a:moveTo>
                    <a:cubicBezTo>
                      <a:pt x="1377" y="1"/>
                      <a:pt x="1359" y="1"/>
                      <a:pt x="1340" y="2"/>
                    </a:cubicBezTo>
                    <a:cubicBezTo>
                      <a:pt x="562" y="47"/>
                      <a:pt x="0" y="743"/>
                      <a:pt x="39" y="1485"/>
                    </a:cubicBezTo>
                    <a:cubicBezTo>
                      <a:pt x="160" y="3822"/>
                      <a:pt x="1027" y="5510"/>
                      <a:pt x="2085" y="7203"/>
                    </a:cubicBezTo>
                    <a:cubicBezTo>
                      <a:pt x="2377" y="7670"/>
                      <a:pt x="2898" y="7938"/>
                      <a:pt x="3441" y="7938"/>
                    </a:cubicBezTo>
                    <a:cubicBezTo>
                      <a:pt x="3623" y="7938"/>
                      <a:pt x="3806" y="7908"/>
                      <a:pt x="3984" y="7846"/>
                    </a:cubicBezTo>
                    <a:cubicBezTo>
                      <a:pt x="4807" y="7557"/>
                      <a:pt x="5226" y="6682"/>
                      <a:pt x="4914" y="5900"/>
                    </a:cubicBezTo>
                    <a:lnTo>
                      <a:pt x="2682" y="984"/>
                    </a:lnTo>
                    <a:cubicBezTo>
                      <a:pt x="2551" y="685"/>
                      <a:pt x="2058" y="1"/>
                      <a:pt x="13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766;p24">
                <a:extLst>
                  <a:ext uri="{FF2B5EF4-FFF2-40B4-BE49-F238E27FC236}">
                    <a16:creationId xmlns:a16="http://schemas.microsoft.com/office/drawing/2014/main" id="{42A919BC-E44F-B538-6A28-D10B2B0FB910}"/>
                  </a:ext>
                </a:extLst>
              </p:cNvPr>
              <p:cNvSpPr/>
              <p:nvPr/>
            </p:nvSpPr>
            <p:spPr>
              <a:xfrm flipH="1">
                <a:off x="6671221" y="2019993"/>
                <a:ext cx="287300" cy="238691"/>
              </a:xfrm>
              <a:custGeom>
                <a:avLst/>
                <a:gdLst/>
                <a:ahLst/>
                <a:cxnLst/>
                <a:rect l="l" t="t" r="r" b="b"/>
                <a:pathLst>
                  <a:path w="3759" h="3123" extrusionOk="0">
                    <a:moveTo>
                      <a:pt x="156" y="1"/>
                    </a:moveTo>
                    <a:lnTo>
                      <a:pt x="156" y="1"/>
                    </a:lnTo>
                    <a:cubicBezTo>
                      <a:pt x="197" y="1001"/>
                      <a:pt x="1" y="1276"/>
                      <a:pt x="224" y="1801"/>
                    </a:cubicBezTo>
                    <a:cubicBezTo>
                      <a:pt x="439" y="2308"/>
                      <a:pt x="1522" y="3123"/>
                      <a:pt x="2398" y="3123"/>
                    </a:cubicBezTo>
                    <a:cubicBezTo>
                      <a:pt x="2429" y="3123"/>
                      <a:pt x="2459" y="3122"/>
                      <a:pt x="2490" y="3119"/>
                    </a:cubicBezTo>
                    <a:cubicBezTo>
                      <a:pt x="3758" y="3033"/>
                      <a:pt x="3502" y="1772"/>
                      <a:pt x="3534" y="1321"/>
                    </a:cubicBezTo>
                    <a:lnTo>
                      <a:pt x="3534" y="1321"/>
                    </a:lnTo>
                    <a:cubicBezTo>
                      <a:pt x="3014" y="1427"/>
                      <a:pt x="2476" y="1593"/>
                      <a:pt x="1943" y="1593"/>
                    </a:cubicBezTo>
                    <a:cubicBezTo>
                      <a:pt x="1755" y="1593"/>
                      <a:pt x="1568" y="1572"/>
                      <a:pt x="1383" y="1521"/>
                    </a:cubicBezTo>
                    <a:cubicBezTo>
                      <a:pt x="833" y="1370"/>
                      <a:pt x="674" y="791"/>
                      <a:pt x="674" y="791"/>
                    </a:cubicBezTo>
                    <a:lnTo>
                      <a:pt x="156" y="1"/>
                    </a:ln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767;p24">
                <a:extLst>
                  <a:ext uri="{FF2B5EF4-FFF2-40B4-BE49-F238E27FC236}">
                    <a16:creationId xmlns:a16="http://schemas.microsoft.com/office/drawing/2014/main" id="{2BBEAE97-6501-B7D2-608D-1CCE4F432A1E}"/>
                  </a:ext>
                </a:extLst>
              </p:cNvPr>
              <p:cNvSpPr/>
              <p:nvPr/>
            </p:nvSpPr>
            <p:spPr>
              <a:xfrm flipH="1">
                <a:off x="6697591" y="2003178"/>
                <a:ext cx="72073" cy="133141"/>
              </a:xfrm>
              <a:custGeom>
                <a:avLst/>
                <a:gdLst/>
                <a:ahLst/>
                <a:cxnLst/>
                <a:rect l="l" t="t" r="r" b="b"/>
                <a:pathLst>
                  <a:path w="943" h="1742" extrusionOk="0">
                    <a:moveTo>
                      <a:pt x="15" y="0"/>
                    </a:moveTo>
                    <a:lnTo>
                      <a:pt x="0" y="1702"/>
                    </a:lnTo>
                    <a:lnTo>
                      <a:pt x="132" y="1730"/>
                    </a:lnTo>
                    <a:cubicBezTo>
                      <a:pt x="172" y="1738"/>
                      <a:pt x="210" y="1742"/>
                      <a:pt x="248" y="1742"/>
                    </a:cubicBezTo>
                    <a:cubicBezTo>
                      <a:pt x="676" y="1742"/>
                      <a:pt x="943" y="1246"/>
                      <a:pt x="637" y="914"/>
                    </a:cubicBezTo>
                    <a:cubicBezTo>
                      <a:pt x="424" y="683"/>
                      <a:pt x="191" y="422"/>
                      <a:pt x="15" y="0"/>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768;p24">
                <a:extLst>
                  <a:ext uri="{FF2B5EF4-FFF2-40B4-BE49-F238E27FC236}">
                    <a16:creationId xmlns:a16="http://schemas.microsoft.com/office/drawing/2014/main" id="{99C735B1-3738-F070-E3D7-5F36178C5A6A}"/>
                  </a:ext>
                </a:extLst>
              </p:cNvPr>
              <p:cNvSpPr/>
              <p:nvPr/>
            </p:nvSpPr>
            <p:spPr>
              <a:xfrm flipH="1">
                <a:off x="6695528" y="2003178"/>
                <a:ext cx="74137" cy="139943"/>
              </a:xfrm>
              <a:custGeom>
                <a:avLst/>
                <a:gdLst/>
                <a:ahLst/>
                <a:cxnLst/>
                <a:rect l="l" t="t" r="r" b="b"/>
                <a:pathLst>
                  <a:path w="970" h="1831" fill="none" extrusionOk="0">
                    <a:moveTo>
                      <a:pt x="15" y="0"/>
                    </a:moveTo>
                    <a:cubicBezTo>
                      <a:pt x="191" y="422"/>
                      <a:pt x="424" y="683"/>
                      <a:pt x="637" y="914"/>
                    </a:cubicBezTo>
                    <a:cubicBezTo>
                      <a:pt x="970" y="1275"/>
                      <a:pt x="624" y="1830"/>
                      <a:pt x="132" y="1730"/>
                    </a:cubicBezTo>
                    <a:lnTo>
                      <a:pt x="0" y="1702"/>
                    </a:lnTo>
                  </a:path>
                </a:pathLst>
              </a:custGeom>
              <a:noFill/>
              <a:ln w="9525" cap="rnd"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769;p24">
                <a:extLst>
                  <a:ext uri="{FF2B5EF4-FFF2-40B4-BE49-F238E27FC236}">
                    <a16:creationId xmlns:a16="http://schemas.microsoft.com/office/drawing/2014/main" id="{9B1182EF-182F-B2EF-CCFD-9E5BAC08EECD}"/>
                  </a:ext>
                </a:extLst>
              </p:cNvPr>
              <p:cNvSpPr/>
              <p:nvPr/>
            </p:nvSpPr>
            <p:spPr>
              <a:xfrm flipH="1">
                <a:off x="6770581" y="2152979"/>
                <a:ext cx="108913" cy="204756"/>
              </a:xfrm>
              <a:custGeom>
                <a:avLst/>
                <a:gdLst/>
                <a:ahLst/>
                <a:cxnLst/>
                <a:rect l="l" t="t" r="r" b="b"/>
                <a:pathLst>
                  <a:path w="1425" h="2679" extrusionOk="0">
                    <a:moveTo>
                      <a:pt x="308" y="0"/>
                    </a:moveTo>
                    <a:cubicBezTo>
                      <a:pt x="223" y="0"/>
                      <a:pt x="144" y="59"/>
                      <a:pt x="132" y="146"/>
                    </a:cubicBezTo>
                    <a:lnTo>
                      <a:pt x="0" y="1067"/>
                    </a:lnTo>
                    <a:lnTo>
                      <a:pt x="450" y="2678"/>
                    </a:lnTo>
                    <a:lnTo>
                      <a:pt x="1425" y="1487"/>
                    </a:lnTo>
                    <a:lnTo>
                      <a:pt x="471" y="642"/>
                    </a:lnTo>
                    <a:lnTo>
                      <a:pt x="485" y="173"/>
                    </a:lnTo>
                    <a:cubicBezTo>
                      <a:pt x="486" y="107"/>
                      <a:pt x="447" y="45"/>
                      <a:pt x="384" y="17"/>
                    </a:cubicBezTo>
                    <a:cubicBezTo>
                      <a:pt x="359" y="5"/>
                      <a:pt x="333" y="0"/>
                      <a:pt x="308" y="0"/>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770;p24">
                <a:extLst>
                  <a:ext uri="{FF2B5EF4-FFF2-40B4-BE49-F238E27FC236}">
                    <a16:creationId xmlns:a16="http://schemas.microsoft.com/office/drawing/2014/main" id="{D0D0A5BD-81F8-5435-DC21-F63965CDF833}"/>
                  </a:ext>
                </a:extLst>
              </p:cNvPr>
              <p:cNvSpPr/>
              <p:nvPr/>
            </p:nvSpPr>
            <p:spPr>
              <a:xfrm flipH="1">
                <a:off x="6635683" y="2146712"/>
                <a:ext cx="175789" cy="221341"/>
              </a:xfrm>
              <a:custGeom>
                <a:avLst/>
                <a:gdLst/>
                <a:ahLst/>
                <a:cxnLst/>
                <a:rect l="l" t="t" r="r" b="b"/>
                <a:pathLst>
                  <a:path w="2300" h="2896" extrusionOk="0">
                    <a:moveTo>
                      <a:pt x="1612" y="1"/>
                    </a:moveTo>
                    <a:lnTo>
                      <a:pt x="1544" y="668"/>
                    </a:lnTo>
                    <a:lnTo>
                      <a:pt x="1" y="1218"/>
                    </a:lnTo>
                    <a:lnTo>
                      <a:pt x="111" y="2895"/>
                    </a:lnTo>
                    <a:lnTo>
                      <a:pt x="2111" y="884"/>
                    </a:lnTo>
                    <a:cubicBezTo>
                      <a:pt x="2238" y="757"/>
                      <a:pt x="2300" y="584"/>
                      <a:pt x="2279" y="409"/>
                    </a:cubicBezTo>
                    <a:lnTo>
                      <a:pt x="2275" y="372"/>
                    </a:lnTo>
                    <a:cubicBezTo>
                      <a:pt x="2260" y="246"/>
                      <a:pt x="2165" y="143"/>
                      <a:pt x="2037" y="113"/>
                    </a:cubicBezTo>
                    <a:lnTo>
                      <a:pt x="1612" y="1"/>
                    </a:ln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771;p24">
                <a:extLst>
                  <a:ext uri="{FF2B5EF4-FFF2-40B4-BE49-F238E27FC236}">
                    <a16:creationId xmlns:a16="http://schemas.microsoft.com/office/drawing/2014/main" id="{FC1546DF-4CE8-99EE-8AAE-24DF86243CB7}"/>
                  </a:ext>
                </a:extLst>
              </p:cNvPr>
              <p:cNvSpPr/>
              <p:nvPr/>
            </p:nvSpPr>
            <p:spPr>
              <a:xfrm flipH="1">
                <a:off x="6654254" y="2209460"/>
                <a:ext cx="217596" cy="201928"/>
              </a:xfrm>
              <a:custGeom>
                <a:avLst/>
                <a:gdLst/>
                <a:ahLst/>
                <a:cxnLst/>
                <a:rect l="l" t="t" r="r" b="b"/>
                <a:pathLst>
                  <a:path w="2847" h="2642" extrusionOk="0">
                    <a:moveTo>
                      <a:pt x="2713" y="0"/>
                    </a:moveTo>
                    <a:lnTo>
                      <a:pt x="1" y="691"/>
                    </a:lnTo>
                    <a:lnTo>
                      <a:pt x="504" y="2641"/>
                    </a:lnTo>
                    <a:lnTo>
                      <a:pt x="2419" y="1685"/>
                    </a:lnTo>
                    <a:cubicBezTo>
                      <a:pt x="2621" y="1584"/>
                      <a:pt x="2730" y="1368"/>
                      <a:pt x="2684" y="1154"/>
                    </a:cubicBezTo>
                    <a:cubicBezTo>
                      <a:pt x="2794" y="1053"/>
                      <a:pt x="2846" y="909"/>
                      <a:pt x="2826" y="766"/>
                    </a:cubicBezTo>
                    <a:lnTo>
                      <a:pt x="2713" y="0"/>
                    </a:ln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772;p24">
                <a:extLst>
                  <a:ext uri="{FF2B5EF4-FFF2-40B4-BE49-F238E27FC236}">
                    <a16:creationId xmlns:a16="http://schemas.microsoft.com/office/drawing/2014/main" id="{499094E0-E65B-4763-9A65-CD7760329F34}"/>
                  </a:ext>
                </a:extLst>
              </p:cNvPr>
              <p:cNvSpPr/>
              <p:nvPr/>
            </p:nvSpPr>
            <p:spPr>
              <a:xfrm flipH="1">
                <a:off x="6765688" y="2314779"/>
                <a:ext cx="274231" cy="588129"/>
              </a:xfrm>
              <a:custGeom>
                <a:avLst/>
                <a:gdLst/>
                <a:ahLst/>
                <a:cxnLst/>
                <a:rect l="l" t="t" r="r" b="b"/>
                <a:pathLst>
                  <a:path w="3588" h="7695" extrusionOk="0">
                    <a:moveTo>
                      <a:pt x="2833" y="1"/>
                    </a:moveTo>
                    <a:lnTo>
                      <a:pt x="487" y="4651"/>
                    </a:lnTo>
                    <a:cubicBezTo>
                      <a:pt x="0" y="5619"/>
                      <a:pt x="50" y="6753"/>
                      <a:pt x="618" y="7679"/>
                    </a:cubicBezTo>
                    <a:cubicBezTo>
                      <a:pt x="709" y="7689"/>
                      <a:pt x="800" y="7695"/>
                      <a:pt x="890" y="7695"/>
                    </a:cubicBezTo>
                    <a:cubicBezTo>
                      <a:pt x="1984" y="7695"/>
                      <a:pt x="2928" y="6904"/>
                      <a:pt x="3039" y="5838"/>
                    </a:cubicBezTo>
                    <a:cubicBezTo>
                      <a:pt x="3173" y="4557"/>
                      <a:pt x="3360" y="2730"/>
                      <a:pt x="3588" y="465"/>
                    </a:cubicBezTo>
                    <a:lnTo>
                      <a:pt x="2833" y="1"/>
                    </a:ln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773;p24">
                <a:extLst>
                  <a:ext uri="{FF2B5EF4-FFF2-40B4-BE49-F238E27FC236}">
                    <a16:creationId xmlns:a16="http://schemas.microsoft.com/office/drawing/2014/main" id="{C2D9F2BA-B505-8E29-63F6-88A2494DC1E3}"/>
                  </a:ext>
                </a:extLst>
              </p:cNvPr>
              <p:cNvSpPr/>
              <p:nvPr/>
            </p:nvSpPr>
            <p:spPr>
              <a:xfrm flipH="1">
                <a:off x="6763397" y="2160851"/>
                <a:ext cx="55030" cy="24075"/>
              </a:xfrm>
              <a:custGeom>
                <a:avLst/>
                <a:gdLst/>
                <a:ahLst/>
                <a:cxnLst/>
                <a:rect l="l" t="t" r="r" b="b"/>
                <a:pathLst>
                  <a:path w="720" h="315" extrusionOk="0">
                    <a:moveTo>
                      <a:pt x="115" y="1"/>
                    </a:moveTo>
                    <a:lnTo>
                      <a:pt x="0" y="36"/>
                    </a:lnTo>
                    <a:cubicBezTo>
                      <a:pt x="45" y="165"/>
                      <a:pt x="162" y="269"/>
                      <a:pt x="300" y="303"/>
                    </a:cubicBezTo>
                    <a:cubicBezTo>
                      <a:pt x="306" y="304"/>
                      <a:pt x="310" y="305"/>
                      <a:pt x="316" y="306"/>
                    </a:cubicBezTo>
                    <a:cubicBezTo>
                      <a:pt x="344" y="312"/>
                      <a:pt x="373" y="315"/>
                      <a:pt x="402" y="315"/>
                    </a:cubicBezTo>
                    <a:cubicBezTo>
                      <a:pt x="521" y="315"/>
                      <a:pt x="639" y="267"/>
                      <a:pt x="719" y="182"/>
                    </a:cubicBezTo>
                    <a:lnTo>
                      <a:pt x="631" y="106"/>
                    </a:lnTo>
                    <a:cubicBezTo>
                      <a:pt x="574" y="166"/>
                      <a:pt x="487" y="201"/>
                      <a:pt x="402" y="201"/>
                    </a:cubicBezTo>
                    <a:cubicBezTo>
                      <a:pt x="381" y="201"/>
                      <a:pt x="361" y="199"/>
                      <a:pt x="341" y="195"/>
                    </a:cubicBezTo>
                    <a:cubicBezTo>
                      <a:pt x="237" y="174"/>
                      <a:pt x="147" y="96"/>
                      <a:pt x="1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774;p24">
                <a:extLst>
                  <a:ext uri="{FF2B5EF4-FFF2-40B4-BE49-F238E27FC236}">
                    <a16:creationId xmlns:a16="http://schemas.microsoft.com/office/drawing/2014/main" id="{4924CABE-79AB-FC88-21B2-7A00CD92FC7F}"/>
                  </a:ext>
                </a:extLst>
              </p:cNvPr>
              <p:cNvSpPr/>
              <p:nvPr/>
            </p:nvSpPr>
            <p:spPr>
              <a:xfrm flipH="1">
                <a:off x="6739168" y="1874013"/>
                <a:ext cx="106467" cy="50062"/>
              </a:xfrm>
              <a:custGeom>
                <a:avLst/>
                <a:gdLst/>
                <a:ahLst/>
                <a:cxnLst/>
                <a:rect l="l" t="t" r="r" b="b"/>
                <a:pathLst>
                  <a:path w="1393" h="655" extrusionOk="0">
                    <a:moveTo>
                      <a:pt x="696" y="0"/>
                    </a:moveTo>
                    <a:cubicBezTo>
                      <a:pt x="284" y="0"/>
                      <a:pt x="1" y="353"/>
                      <a:pt x="1" y="353"/>
                    </a:cubicBezTo>
                    <a:cubicBezTo>
                      <a:pt x="293" y="579"/>
                      <a:pt x="545" y="655"/>
                      <a:pt x="751" y="655"/>
                    </a:cubicBezTo>
                    <a:cubicBezTo>
                      <a:pt x="1163" y="655"/>
                      <a:pt x="1392" y="353"/>
                      <a:pt x="1392" y="353"/>
                    </a:cubicBezTo>
                    <a:cubicBezTo>
                      <a:pt x="1141" y="88"/>
                      <a:pt x="902" y="0"/>
                      <a:pt x="696" y="0"/>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775;p24">
                <a:extLst>
                  <a:ext uri="{FF2B5EF4-FFF2-40B4-BE49-F238E27FC236}">
                    <a16:creationId xmlns:a16="http://schemas.microsoft.com/office/drawing/2014/main" id="{BCBD7015-BA64-FB87-F3C3-7B5D7A1903D3}"/>
                  </a:ext>
                </a:extLst>
              </p:cNvPr>
              <p:cNvSpPr/>
              <p:nvPr/>
            </p:nvSpPr>
            <p:spPr>
              <a:xfrm flipH="1">
                <a:off x="6871774" y="1941882"/>
                <a:ext cx="63590" cy="96149"/>
              </a:xfrm>
              <a:custGeom>
                <a:avLst/>
                <a:gdLst/>
                <a:ahLst/>
                <a:cxnLst/>
                <a:rect l="l" t="t" r="r" b="b"/>
                <a:pathLst>
                  <a:path w="832" h="1258" extrusionOk="0">
                    <a:moveTo>
                      <a:pt x="1" y="1"/>
                    </a:moveTo>
                    <a:lnTo>
                      <a:pt x="7" y="1257"/>
                    </a:lnTo>
                    <a:cubicBezTo>
                      <a:pt x="731" y="1257"/>
                      <a:pt x="832" y="412"/>
                      <a:pt x="832" y="412"/>
                    </a:cubicBezTo>
                    <a:lnTo>
                      <a:pt x="1" y="1"/>
                    </a:ln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776;p24">
                <a:extLst>
                  <a:ext uri="{FF2B5EF4-FFF2-40B4-BE49-F238E27FC236}">
                    <a16:creationId xmlns:a16="http://schemas.microsoft.com/office/drawing/2014/main" id="{5FC06405-38E7-9BEC-F5D1-062A7F7EBAE0}"/>
                  </a:ext>
                </a:extLst>
              </p:cNvPr>
              <p:cNvSpPr/>
              <p:nvPr/>
            </p:nvSpPr>
            <p:spPr>
              <a:xfrm flipH="1">
                <a:off x="7253001" y="3313936"/>
                <a:ext cx="215456" cy="811610"/>
              </a:xfrm>
              <a:custGeom>
                <a:avLst/>
                <a:gdLst/>
                <a:ahLst/>
                <a:cxnLst/>
                <a:rect l="l" t="t" r="r" b="b"/>
                <a:pathLst>
                  <a:path w="2819" h="10619" extrusionOk="0">
                    <a:moveTo>
                      <a:pt x="1633"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777;p24">
                <a:extLst>
                  <a:ext uri="{FF2B5EF4-FFF2-40B4-BE49-F238E27FC236}">
                    <a16:creationId xmlns:a16="http://schemas.microsoft.com/office/drawing/2014/main" id="{F711B81B-256F-E409-D46E-44F617F08FB5}"/>
                  </a:ext>
                </a:extLst>
              </p:cNvPr>
              <p:cNvSpPr/>
              <p:nvPr/>
            </p:nvSpPr>
            <p:spPr>
              <a:xfrm flipH="1">
                <a:off x="6955153" y="2860941"/>
                <a:ext cx="514909" cy="463242"/>
              </a:xfrm>
              <a:custGeom>
                <a:avLst/>
                <a:gdLst/>
                <a:ahLst/>
                <a:cxnLst/>
                <a:rect l="l" t="t" r="r" b="b"/>
                <a:pathLst>
                  <a:path w="6737" h="6061" extrusionOk="0">
                    <a:moveTo>
                      <a:pt x="113" y="1"/>
                    </a:moveTo>
                    <a:lnTo>
                      <a:pt x="59" y="2490"/>
                    </a:lnTo>
                    <a:lnTo>
                      <a:pt x="21" y="4215"/>
                    </a:lnTo>
                    <a:cubicBezTo>
                      <a:pt x="1" y="5158"/>
                      <a:pt x="688" y="5941"/>
                      <a:pt x="1553" y="5963"/>
                    </a:cubicBezTo>
                    <a:lnTo>
                      <a:pt x="2112" y="5976"/>
                    </a:lnTo>
                    <a:lnTo>
                      <a:pt x="5396" y="6061"/>
                    </a:lnTo>
                    <a:lnTo>
                      <a:pt x="6636" y="5531"/>
                    </a:lnTo>
                    <a:lnTo>
                      <a:pt x="6718" y="1719"/>
                    </a:lnTo>
                    <a:cubicBezTo>
                      <a:pt x="6736" y="864"/>
                      <a:pt x="6114" y="154"/>
                      <a:pt x="5328" y="134"/>
                    </a:cubicBezTo>
                    <a:lnTo>
                      <a:pt x="11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778;p24">
                <a:extLst>
                  <a:ext uri="{FF2B5EF4-FFF2-40B4-BE49-F238E27FC236}">
                    <a16:creationId xmlns:a16="http://schemas.microsoft.com/office/drawing/2014/main" id="{B6EDCDEA-C867-3C7B-1BBC-7737C00E822E}"/>
                  </a:ext>
                </a:extLst>
              </p:cNvPr>
              <p:cNvSpPr/>
              <p:nvPr/>
            </p:nvSpPr>
            <p:spPr>
              <a:xfrm flipH="1">
                <a:off x="7038615" y="2860941"/>
                <a:ext cx="433358" cy="463242"/>
              </a:xfrm>
              <a:custGeom>
                <a:avLst/>
                <a:gdLst/>
                <a:ahLst/>
                <a:cxnLst/>
                <a:rect l="l" t="t" r="r" b="b"/>
                <a:pathLst>
                  <a:path w="5670" h="6061" extrusionOk="0">
                    <a:moveTo>
                      <a:pt x="110" y="1"/>
                    </a:moveTo>
                    <a:lnTo>
                      <a:pt x="58" y="2490"/>
                    </a:lnTo>
                    <a:lnTo>
                      <a:pt x="21" y="4215"/>
                    </a:lnTo>
                    <a:cubicBezTo>
                      <a:pt x="0" y="5158"/>
                      <a:pt x="676" y="5941"/>
                      <a:pt x="1529" y="5963"/>
                    </a:cubicBezTo>
                    <a:lnTo>
                      <a:pt x="2080" y="5976"/>
                    </a:lnTo>
                    <a:lnTo>
                      <a:pt x="5313" y="6061"/>
                    </a:lnTo>
                    <a:lnTo>
                      <a:pt x="5382" y="3299"/>
                    </a:lnTo>
                    <a:cubicBezTo>
                      <a:pt x="5382" y="1093"/>
                      <a:pt x="5669" y="90"/>
                      <a:pt x="3548" y="90"/>
                    </a:cubicBezTo>
                    <a:lnTo>
                      <a:pt x="1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 name="Google Shape;1331;p31">
            <a:extLst>
              <a:ext uri="{FF2B5EF4-FFF2-40B4-BE49-F238E27FC236}">
                <a16:creationId xmlns:a16="http://schemas.microsoft.com/office/drawing/2014/main" id="{428C28E1-9A25-BF31-96D4-F7F2BA3EBC2E}"/>
              </a:ext>
            </a:extLst>
          </p:cNvPr>
          <p:cNvSpPr/>
          <p:nvPr/>
        </p:nvSpPr>
        <p:spPr>
          <a:xfrm>
            <a:off x="4793853" y="114667"/>
            <a:ext cx="4179925"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100" name="Google Shape;1333;p31">
            <a:extLst>
              <a:ext uri="{FF2B5EF4-FFF2-40B4-BE49-F238E27FC236}">
                <a16:creationId xmlns:a16="http://schemas.microsoft.com/office/drawing/2014/main" id="{8E9EB431-BE11-DD8E-1F7D-92F41716E8A7}"/>
              </a:ext>
            </a:extLst>
          </p:cNvPr>
          <p:cNvGrpSpPr/>
          <p:nvPr/>
        </p:nvGrpSpPr>
        <p:grpSpPr>
          <a:xfrm>
            <a:off x="5022483" y="339158"/>
            <a:ext cx="441436" cy="441224"/>
            <a:chOff x="5020347" y="2784874"/>
            <a:chExt cx="441436" cy="441224"/>
          </a:xfrm>
        </p:grpSpPr>
        <p:sp>
          <p:nvSpPr>
            <p:cNvPr id="101" name="Google Shape;1334;p31">
              <a:extLst>
                <a:ext uri="{FF2B5EF4-FFF2-40B4-BE49-F238E27FC236}">
                  <a16:creationId xmlns:a16="http://schemas.microsoft.com/office/drawing/2014/main" id="{2909EE2B-74B8-A56E-175A-2F219C753C75}"/>
                </a:ext>
              </a:extLst>
            </p:cNvPr>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1335;p31">
              <a:extLst>
                <a:ext uri="{FF2B5EF4-FFF2-40B4-BE49-F238E27FC236}">
                  <a16:creationId xmlns:a16="http://schemas.microsoft.com/office/drawing/2014/main" id="{94E80CD3-2B50-A299-0E6C-951FE7CDDA6B}"/>
                </a:ext>
              </a:extLst>
            </p:cNvPr>
            <p:cNvSpPr/>
            <p:nvPr/>
          </p:nvSpPr>
          <p:spPr>
            <a:xfrm>
              <a:off x="5139725" y="2943772"/>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TextBox 102">
            <a:extLst>
              <a:ext uri="{FF2B5EF4-FFF2-40B4-BE49-F238E27FC236}">
                <a16:creationId xmlns:a16="http://schemas.microsoft.com/office/drawing/2014/main" id="{98A6B4A1-4C3E-CBFF-0CF4-C97E2124E5A6}"/>
              </a:ext>
            </a:extLst>
          </p:cNvPr>
          <p:cNvSpPr txBox="1"/>
          <p:nvPr/>
        </p:nvSpPr>
        <p:spPr>
          <a:xfrm>
            <a:off x="5715000" y="330972"/>
            <a:ext cx="4061460" cy="461665"/>
          </a:xfrm>
          <a:prstGeom prst="rect">
            <a:avLst/>
          </a:prstGeom>
          <a:noFill/>
        </p:spPr>
        <p:txBody>
          <a:bodyPr wrap="square" rtlCol="0">
            <a:spAutoFit/>
          </a:bodyPr>
          <a:lstStyle/>
          <a:p>
            <a:r>
              <a:rPr lang="en-IN" sz="2400" dirty="0">
                <a:latin typeface="Fira Sans Extra Condensed SemiBold" panose="020B0604020202020204" charset="0"/>
              </a:rPr>
              <a:t>Task 4 Overview</a:t>
            </a:r>
          </a:p>
        </p:txBody>
      </p:sp>
      <p:sp>
        <p:nvSpPr>
          <p:cNvPr id="104" name="TextBox 103">
            <a:extLst>
              <a:ext uri="{FF2B5EF4-FFF2-40B4-BE49-F238E27FC236}">
                <a16:creationId xmlns:a16="http://schemas.microsoft.com/office/drawing/2014/main" id="{94AA9C44-3C98-2F86-CD7E-6E13F543C5D2}"/>
              </a:ext>
            </a:extLst>
          </p:cNvPr>
          <p:cNvSpPr txBox="1"/>
          <p:nvPr/>
        </p:nvSpPr>
        <p:spPr>
          <a:xfrm>
            <a:off x="213360" y="2873739"/>
            <a:ext cx="5501640" cy="2031325"/>
          </a:xfrm>
          <a:prstGeom prst="rect">
            <a:avLst/>
          </a:prstGeom>
          <a:noFill/>
        </p:spPr>
        <p:txBody>
          <a:bodyPr wrap="square" rtlCol="0">
            <a:spAutoFit/>
          </a:bodyPr>
          <a:lstStyle/>
          <a:p>
            <a:r>
              <a:rPr lang="en-US" b="1" dirty="0">
                <a:latin typeface="Fira Sans Extra Condensed SemiBold" panose="020B0604020202020204" charset="0"/>
              </a:rPr>
              <a:t>Task 4: Average Salary in Different States</a:t>
            </a:r>
          </a:p>
          <a:p>
            <a:endParaRPr lang="en-US" b="1" dirty="0">
              <a:latin typeface="Fira Sans Extra Condensed SemiBold" panose="020B0604020202020204" charset="0"/>
            </a:endParaRPr>
          </a:p>
          <a:p>
            <a:pPr algn="just"/>
            <a:endParaRPr lang="en-US" b="1" dirty="0">
              <a:latin typeface="Fira Sans Extra Condensed SemiBold" panose="020B0604020202020204" charset="0"/>
            </a:endParaRPr>
          </a:p>
          <a:p>
            <a:pPr algn="just"/>
            <a:r>
              <a:rPr lang="en-US" dirty="0">
                <a:latin typeface="Fira Sans Extra Condensed SemiBold" panose="020B0604020202020204" charset="0"/>
              </a:rPr>
              <a:t>The average salary by state analysis provides insight into how overall compensation differs across locations. Using average salary values, this visualization helps identify high-paying states and regions. The geographic map further supports this analysis by showing the spatial distribution of salary levels across the United States.</a:t>
            </a:r>
          </a:p>
          <a:p>
            <a:endParaRPr lang="en-IN" dirty="0">
              <a:latin typeface="Fira Sans Extra Condensed SemiBold" panose="020B0604020202020204" charset="0"/>
            </a:endParaRPr>
          </a:p>
        </p:txBody>
      </p:sp>
      <p:pic>
        <p:nvPicPr>
          <p:cNvPr id="106" name="Picture 105" descr="A map of the united states with many colored circles&#10;&#10;AI-generated content may be incorrect.">
            <a:extLst>
              <a:ext uri="{FF2B5EF4-FFF2-40B4-BE49-F238E27FC236}">
                <a16:creationId xmlns:a16="http://schemas.microsoft.com/office/drawing/2014/main" id="{92992209-F5B9-D7D4-0372-ADA09543BF5D}"/>
              </a:ext>
            </a:extLst>
          </p:cNvPr>
          <p:cNvPicPr>
            <a:picLocks noChangeAspect="1"/>
          </p:cNvPicPr>
          <p:nvPr/>
        </p:nvPicPr>
        <p:blipFill>
          <a:blip r:embed="rId2"/>
          <a:stretch>
            <a:fillRect/>
          </a:stretch>
        </p:blipFill>
        <p:spPr>
          <a:xfrm>
            <a:off x="213360" y="217995"/>
            <a:ext cx="4280928" cy="23333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05224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998;p28">
            <a:extLst>
              <a:ext uri="{FF2B5EF4-FFF2-40B4-BE49-F238E27FC236}">
                <a16:creationId xmlns:a16="http://schemas.microsoft.com/office/drawing/2014/main" id="{4804BAB8-96A2-53DC-894E-C9BADFA64691}"/>
              </a:ext>
            </a:extLst>
          </p:cNvPr>
          <p:cNvGrpSpPr/>
          <p:nvPr/>
        </p:nvGrpSpPr>
        <p:grpSpPr>
          <a:xfrm flipH="1">
            <a:off x="7505700" y="1950720"/>
            <a:ext cx="1368376" cy="2997462"/>
            <a:chOff x="2346075" y="2426700"/>
            <a:chExt cx="1109377" cy="2277372"/>
          </a:xfrm>
        </p:grpSpPr>
        <p:sp>
          <p:nvSpPr>
            <p:cNvPr id="4" name="Google Shape;999;p28">
              <a:extLst>
                <a:ext uri="{FF2B5EF4-FFF2-40B4-BE49-F238E27FC236}">
                  <a16:creationId xmlns:a16="http://schemas.microsoft.com/office/drawing/2014/main" id="{52DAC4B8-E310-03F4-2B90-1EB440E7EB06}"/>
                </a:ext>
              </a:extLst>
            </p:cNvPr>
            <p:cNvSpPr/>
            <p:nvPr/>
          </p:nvSpPr>
          <p:spPr>
            <a:xfrm>
              <a:off x="3369061" y="2669378"/>
              <a:ext cx="61199" cy="206776"/>
            </a:xfrm>
            <a:custGeom>
              <a:avLst/>
              <a:gdLst/>
              <a:ahLst/>
              <a:cxnLst/>
              <a:rect l="l" t="t" r="r" b="b"/>
              <a:pathLst>
                <a:path w="1101" h="3720" extrusionOk="0">
                  <a:moveTo>
                    <a:pt x="307" y="1"/>
                  </a:moveTo>
                  <a:lnTo>
                    <a:pt x="0" y="3653"/>
                  </a:lnTo>
                  <a:lnTo>
                    <a:pt x="794" y="3719"/>
                  </a:lnTo>
                  <a:lnTo>
                    <a:pt x="1100" y="67"/>
                  </a:lnTo>
                  <a:lnTo>
                    <a:pt x="3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000;p28">
              <a:extLst>
                <a:ext uri="{FF2B5EF4-FFF2-40B4-BE49-F238E27FC236}">
                  <a16:creationId xmlns:a16="http://schemas.microsoft.com/office/drawing/2014/main" id="{A3A673B7-3F77-9642-7826-B5D0C09090C9}"/>
                </a:ext>
              </a:extLst>
            </p:cNvPr>
            <p:cNvSpPr/>
            <p:nvPr/>
          </p:nvSpPr>
          <p:spPr>
            <a:xfrm>
              <a:off x="3291688" y="2569049"/>
              <a:ext cx="83266" cy="307107"/>
            </a:xfrm>
            <a:custGeom>
              <a:avLst/>
              <a:gdLst/>
              <a:ahLst/>
              <a:cxnLst/>
              <a:rect l="l" t="t" r="r" b="b"/>
              <a:pathLst>
                <a:path w="1498" h="5525" extrusionOk="0">
                  <a:moveTo>
                    <a:pt x="306" y="1"/>
                  </a:moveTo>
                  <a:lnTo>
                    <a:pt x="0" y="5458"/>
                  </a:lnTo>
                  <a:lnTo>
                    <a:pt x="1191" y="5524"/>
                  </a:lnTo>
                  <a:lnTo>
                    <a:pt x="1498" y="67"/>
                  </a:lnTo>
                  <a:lnTo>
                    <a:pt x="3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01;p28">
              <a:extLst>
                <a:ext uri="{FF2B5EF4-FFF2-40B4-BE49-F238E27FC236}">
                  <a16:creationId xmlns:a16="http://schemas.microsoft.com/office/drawing/2014/main" id="{1382012F-F893-A905-1830-496D4D97C72C}"/>
                </a:ext>
              </a:extLst>
            </p:cNvPr>
            <p:cNvSpPr/>
            <p:nvPr/>
          </p:nvSpPr>
          <p:spPr>
            <a:xfrm>
              <a:off x="3236382" y="2626578"/>
              <a:ext cx="61199" cy="249243"/>
            </a:xfrm>
            <a:custGeom>
              <a:avLst/>
              <a:gdLst/>
              <a:ahLst/>
              <a:cxnLst/>
              <a:rect l="l" t="t" r="r" b="b"/>
              <a:pathLst>
                <a:path w="1101" h="4484" extrusionOk="0">
                  <a:moveTo>
                    <a:pt x="307" y="0"/>
                  </a:moveTo>
                  <a:lnTo>
                    <a:pt x="0" y="4429"/>
                  </a:lnTo>
                  <a:lnTo>
                    <a:pt x="794" y="4484"/>
                  </a:lnTo>
                  <a:lnTo>
                    <a:pt x="1100" y="55"/>
                  </a:lnTo>
                  <a:lnTo>
                    <a:pt x="3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02;p28">
              <a:extLst>
                <a:ext uri="{FF2B5EF4-FFF2-40B4-BE49-F238E27FC236}">
                  <a16:creationId xmlns:a16="http://schemas.microsoft.com/office/drawing/2014/main" id="{00DC519C-0920-3B8F-14A4-B085BD8D24B6}"/>
                </a:ext>
              </a:extLst>
            </p:cNvPr>
            <p:cNvSpPr/>
            <p:nvPr/>
          </p:nvSpPr>
          <p:spPr>
            <a:xfrm>
              <a:off x="3130494" y="2649923"/>
              <a:ext cx="94494" cy="228621"/>
            </a:xfrm>
            <a:custGeom>
              <a:avLst/>
              <a:gdLst/>
              <a:ahLst/>
              <a:cxnLst/>
              <a:rect l="l" t="t" r="r" b="b"/>
              <a:pathLst>
                <a:path w="1700" h="4113" extrusionOk="0">
                  <a:moveTo>
                    <a:pt x="1184" y="1"/>
                  </a:moveTo>
                  <a:lnTo>
                    <a:pt x="1" y="154"/>
                  </a:lnTo>
                  <a:lnTo>
                    <a:pt x="517" y="4113"/>
                  </a:lnTo>
                  <a:lnTo>
                    <a:pt x="1700" y="3960"/>
                  </a:lnTo>
                  <a:lnTo>
                    <a:pt x="11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03;p28">
              <a:extLst>
                <a:ext uri="{FF2B5EF4-FFF2-40B4-BE49-F238E27FC236}">
                  <a16:creationId xmlns:a16="http://schemas.microsoft.com/office/drawing/2014/main" id="{98280EA4-65B7-854D-77BB-B8309D041729}"/>
                </a:ext>
              </a:extLst>
            </p:cNvPr>
            <p:cNvSpPr/>
            <p:nvPr/>
          </p:nvSpPr>
          <p:spPr>
            <a:xfrm>
              <a:off x="3043227" y="2547761"/>
              <a:ext cx="104889" cy="330564"/>
            </a:xfrm>
            <a:custGeom>
              <a:avLst/>
              <a:gdLst/>
              <a:ahLst/>
              <a:cxnLst/>
              <a:rect l="l" t="t" r="r" b="b"/>
              <a:pathLst>
                <a:path w="1887" h="5947" extrusionOk="0">
                  <a:moveTo>
                    <a:pt x="1186" y="1"/>
                  </a:moveTo>
                  <a:lnTo>
                    <a:pt x="0" y="144"/>
                  </a:lnTo>
                  <a:lnTo>
                    <a:pt x="701" y="5946"/>
                  </a:lnTo>
                  <a:lnTo>
                    <a:pt x="1886" y="5802"/>
                  </a:lnTo>
                  <a:lnTo>
                    <a:pt x="11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04;p28">
              <a:extLst>
                <a:ext uri="{FF2B5EF4-FFF2-40B4-BE49-F238E27FC236}">
                  <a16:creationId xmlns:a16="http://schemas.microsoft.com/office/drawing/2014/main" id="{6E5FD8FD-005F-0862-7D00-979C6DDFDE82}"/>
                </a:ext>
              </a:extLst>
            </p:cNvPr>
            <p:cNvSpPr/>
            <p:nvPr/>
          </p:nvSpPr>
          <p:spPr>
            <a:xfrm>
              <a:off x="2987921" y="2595340"/>
              <a:ext cx="82822" cy="282094"/>
            </a:xfrm>
            <a:custGeom>
              <a:avLst/>
              <a:gdLst/>
              <a:ahLst/>
              <a:cxnLst/>
              <a:rect l="l" t="t" r="r" b="b"/>
              <a:pathLst>
                <a:path w="1490" h="5075" extrusionOk="0">
                  <a:moveTo>
                    <a:pt x="788" y="1"/>
                  </a:moveTo>
                  <a:lnTo>
                    <a:pt x="1" y="112"/>
                  </a:lnTo>
                  <a:lnTo>
                    <a:pt x="701" y="5074"/>
                  </a:lnTo>
                  <a:lnTo>
                    <a:pt x="1489" y="4962"/>
                  </a:lnTo>
                  <a:lnTo>
                    <a:pt x="7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05;p28">
              <a:extLst>
                <a:ext uri="{FF2B5EF4-FFF2-40B4-BE49-F238E27FC236}">
                  <a16:creationId xmlns:a16="http://schemas.microsoft.com/office/drawing/2014/main" id="{1A8CCAB8-3C60-60AD-687D-ACB9F883F7A5}"/>
                </a:ext>
              </a:extLst>
            </p:cNvPr>
            <p:cNvSpPr/>
            <p:nvPr/>
          </p:nvSpPr>
          <p:spPr>
            <a:xfrm>
              <a:off x="2910603" y="2572384"/>
              <a:ext cx="104778" cy="306273"/>
            </a:xfrm>
            <a:custGeom>
              <a:avLst/>
              <a:gdLst/>
              <a:ahLst/>
              <a:cxnLst/>
              <a:rect l="l" t="t" r="r" b="b"/>
              <a:pathLst>
                <a:path w="1885" h="5510" extrusionOk="0">
                  <a:moveTo>
                    <a:pt x="1184" y="0"/>
                  </a:moveTo>
                  <a:lnTo>
                    <a:pt x="0" y="154"/>
                  </a:lnTo>
                  <a:lnTo>
                    <a:pt x="701" y="5509"/>
                  </a:lnTo>
                  <a:lnTo>
                    <a:pt x="1884" y="5354"/>
                  </a:lnTo>
                  <a:lnTo>
                    <a:pt x="118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06;p28">
              <a:extLst>
                <a:ext uri="{FF2B5EF4-FFF2-40B4-BE49-F238E27FC236}">
                  <a16:creationId xmlns:a16="http://schemas.microsoft.com/office/drawing/2014/main" id="{433D84E6-031E-B6E1-E891-D9D6B00660F4}"/>
                </a:ext>
              </a:extLst>
            </p:cNvPr>
            <p:cNvSpPr/>
            <p:nvPr/>
          </p:nvSpPr>
          <p:spPr>
            <a:xfrm>
              <a:off x="2806717" y="2426700"/>
              <a:ext cx="89270" cy="372586"/>
            </a:xfrm>
            <a:custGeom>
              <a:avLst/>
              <a:gdLst/>
              <a:ahLst/>
              <a:cxnLst/>
              <a:rect l="l" t="t" r="r" b="b"/>
              <a:pathLst>
                <a:path w="1606" h="6703" extrusionOk="0">
                  <a:moveTo>
                    <a:pt x="962" y="1"/>
                  </a:moveTo>
                  <a:cubicBezTo>
                    <a:pt x="747" y="2248"/>
                    <a:pt x="426" y="4486"/>
                    <a:pt x="0" y="6702"/>
                  </a:cubicBezTo>
                  <a:lnTo>
                    <a:pt x="721" y="6503"/>
                  </a:lnTo>
                  <a:cubicBezTo>
                    <a:pt x="1518" y="4443"/>
                    <a:pt x="1605" y="2115"/>
                    <a:pt x="9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07;p28">
              <a:extLst>
                <a:ext uri="{FF2B5EF4-FFF2-40B4-BE49-F238E27FC236}">
                  <a16:creationId xmlns:a16="http://schemas.microsoft.com/office/drawing/2014/main" id="{B3BF7FDF-93DE-8FA3-626B-31B2733D728D}"/>
                </a:ext>
              </a:extLst>
            </p:cNvPr>
            <p:cNvSpPr/>
            <p:nvPr/>
          </p:nvSpPr>
          <p:spPr>
            <a:xfrm>
              <a:off x="2750799" y="2466887"/>
              <a:ext cx="96496" cy="307830"/>
            </a:xfrm>
            <a:custGeom>
              <a:avLst/>
              <a:gdLst/>
              <a:ahLst/>
              <a:cxnLst/>
              <a:rect l="l" t="t" r="r" b="b"/>
              <a:pathLst>
                <a:path w="1736" h="5538" extrusionOk="0">
                  <a:moveTo>
                    <a:pt x="964" y="0"/>
                  </a:moveTo>
                  <a:lnTo>
                    <a:pt x="964" y="0"/>
                  </a:lnTo>
                  <a:cubicBezTo>
                    <a:pt x="159" y="1618"/>
                    <a:pt x="0" y="3547"/>
                    <a:pt x="530" y="5275"/>
                  </a:cubicBezTo>
                  <a:lnTo>
                    <a:pt x="1212" y="5538"/>
                  </a:lnTo>
                  <a:cubicBezTo>
                    <a:pt x="1736" y="3742"/>
                    <a:pt x="706" y="1715"/>
                    <a:pt x="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08;p28">
              <a:extLst>
                <a:ext uri="{FF2B5EF4-FFF2-40B4-BE49-F238E27FC236}">
                  <a16:creationId xmlns:a16="http://schemas.microsoft.com/office/drawing/2014/main" id="{5589309E-C88B-6A49-8F25-CAC81D0A01B3}"/>
                </a:ext>
              </a:extLst>
            </p:cNvPr>
            <p:cNvSpPr/>
            <p:nvPr/>
          </p:nvSpPr>
          <p:spPr>
            <a:xfrm>
              <a:off x="2837899" y="2526472"/>
              <a:ext cx="139852" cy="252967"/>
            </a:xfrm>
            <a:custGeom>
              <a:avLst/>
              <a:gdLst/>
              <a:ahLst/>
              <a:cxnLst/>
              <a:rect l="l" t="t" r="r" b="b"/>
              <a:pathLst>
                <a:path w="2516" h="4551" extrusionOk="0">
                  <a:moveTo>
                    <a:pt x="2516" y="1"/>
                  </a:moveTo>
                  <a:cubicBezTo>
                    <a:pt x="1463" y="1178"/>
                    <a:pt x="841" y="780"/>
                    <a:pt x="458" y="2739"/>
                  </a:cubicBezTo>
                  <a:cubicBezTo>
                    <a:pt x="381" y="3127"/>
                    <a:pt x="1" y="4551"/>
                    <a:pt x="471" y="4551"/>
                  </a:cubicBezTo>
                  <a:cubicBezTo>
                    <a:pt x="478" y="4551"/>
                    <a:pt x="486" y="4550"/>
                    <a:pt x="494" y="4549"/>
                  </a:cubicBezTo>
                  <a:cubicBezTo>
                    <a:pt x="1004" y="4503"/>
                    <a:pt x="1192" y="2984"/>
                    <a:pt x="1450" y="2231"/>
                  </a:cubicBezTo>
                  <a:cubicBezTo>
                    <a:pt x="1800" y="1216"/>
                    <a:pt x="2220" y="737"/>
                    <a:pt x="25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09;p28">
              <a:extLst>
                <a:ext uri="{FF2B5EF4-FFF2-40B4-BE49-F238E27FC236}">
                  <a16:creationId xmlns:a16="http://schemas.microsoft.com/office/drawing/2014/main" id="{5BC5155A-3F5C-6501-D228-0AFF31992C8E}"/>
                </a:ext>
              </a:extLst>
            </p:cNvPr>
            <p:cNvSpPr/>
            <p:nvPr/>
          </p:nvSpPr>
          <p:spPr>
            <a:xfrm>
              <a:off x="2806272" y="2507129"/>
              <a:ext cx="89825" cy="255691"/>
            </a:xfrm>
            <a:custGeom>
              <a:avLst/>
              <a:gdLst/>
              <a:ahLst/>
              <a:cxnLst/>
              <a:rect l="l" t="t" r="r" b="b"/>
              <a:pathLst>
                <a:path w="1616" h="4600" extrusionOk="0">
                  <a:moveTo>
                    <a:pt x="525" y="0"/>
                  </a:moveTo>
                  <a:lnTo>
                    <a:pt x="525" y="0"/>
                  </a:lnTo>
                  <a:cubicBezTo>
                    <a:pt x="434" y="502"/>
                    <a:pt x="498" y="1019"/>
                    <a:pt x="571" y="1524"/>
                  </a:cubicBezTo>
                  <a:cubicBezTo>
                    <a:pt x="644" y="2029"/>
                    <a:pt x="727" y="2540"/>
                    <a:pt x="674" y="3048"/>
                  </a:cubicBezTo>
                  <a:cubicBezTo>
                    <a:pt x="620" y="3555"/>
                    <a:pt x="410" y="4070"/>
                    <a:pt x="0" y="4375"/>
                  </a:cubicBezTo>
                  <a:lnTo>
                    <a:pt x="991" y="4599"/>
                  </a:lnTo>
                  <a:cubicBezTo>
                    <a:pt x="1465" y="3927"/>
                    <a:pt x="1616" y="3037"/>
                    <a:pt x="1390" y="2245"/>
                  </a:cubicBezTo>
                  <a:cubicBezTo>
                    <a:pt x="1163" y="1447"/>
                    <a:pt x="629" y="824"/>
                    <a:pt x="5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10;p28">
              <a:extLst>
                <a:ext uri="{FF2B5EF4-FFF2-40B4-BE49-F238E27FC236}">
                  <a16:creationId xmlns:a16="http://schemas.microsoft.com/office/drawing/2014/main" id="{C695CC57-0779-D3F0-D1C7-8BB6680E8351}"/>
                </a:ext>
              </a:extLst>
            </p:cNvPr>
            <p:cNvSpPr/>
            <p:nvPr/>
          </p:nvSpPr>
          <p:spPr>
            <a:xfrm>
              <a:off x="2720395" y="2507129"/>
              <a:ext cx="93160" cy="272311"/>
            </a:xfrm>
            <a:custGeom>
              <a:avLst/>
              <a:gdLst/>
              <a:ahLst/>
              <a:cxnLst/>
              <a:rect l="l" t="t" r="r" b="b"/>
              <a:pathLst>
                <a:path w="1676" h="4899" extrusionOk="0">
                  <a:moveTo>
                    <a:pt x="486" y="0"/>
                  </a:moveTo>
                  <a:lnTo>
                    <a:pt x="486" y="0"/>
                  </a:lnTo>
                  <a:cubicBezTo>
                    <a:pt x="1" y="2037"/>
                    <a:pt x="372" y="3631"/>
                    <a:pt x="1055" y="4899"/>
                  </a:cubicBezTo>
                  <a:lnTo>
                    <a:pt x="1676" y="4803"/>
                  </a:lnTo>
                  <a:cubicBezTo>
                    <a:pt x="1676" y="4803"/>
                    <a:pt x="970" y="1378"/>
                    <a:pt x="4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11;p28">
              <a:extLst>
                <a:ext uri="{FF2B5EF4-FFF2-40B4-BE49-F238E27FC236}">
                  <a16:creationId xmlns:a16="http://schemas.microsoft.com/office/drawing/2014/main" id="{F7698628-7338-810D-0596-6A194A2077CC}"/>
                </a:ext>
              </a:extLst>
            </p:cNvPr>
            <p:cNvSpPr/>
            <p:nvPr/>
          </p:nvSpPr>
          <p:spPr>
            <a:xfrm>
              <a:off x="2740627" y="2727407"/>
              <a:ext cx="163809" cy="151247"/>
            </a:xfrm>
            <a:custGeom>
              <a:avLst/>
              <a:gdLst/>
              <a:ahLst/>
              <a:cxnLst/>
              <a:rect l="l" t="t" r="r" b="b"/>
              <a:pathLst>
                <a:path w="2947" h="2721" extrusionOk="0">
                  <a:moveTo>
                    <a:pt x="194" y="0"/>
                  </a:moveTo>
                  <a:cubicBezTo>
                    <a:pt x="85" y="0"/>
                    <a:pt x="0" y="94"/>
                    <a:pt x="14" y="203"/>
                  </a:cubicBezTo>
                  <a:lnTo>
                    <a:pt x="320" y="2562"/>
                  </a:lnTo>
                  <a:cubicBezTo>
                    <a:pt x="332" y="2653"/>
                    <a:pt x="409" y="2720"/>
                    <a:pt x="499" y="2720"/>
                  </a:cubicBezTo>
                  <a:lnTo>
                    <a:pt x="2385" y="2720"/>
                  </a:lnTo>
                  <a:cubicBezTo>
                    <a:pt x="2474" y="2720"/>
                    <a:pt x="2550" y="2655"/>
                    <a:pt x="2563" y="2568"/>
                  </a:cubicBezTo>
                  <a:lnTo>
                    <a:pt x="2728" y="1503"/>
                  </a:lnTo>
                  <a:lnTo>
                    <a:pt x="2930" y="207"/>
                  </a:lnTo>
                  <a:cubicBezTo>
                    <a:pt x="2946" y="98"/>
                    <a:pt x="2863" y="0"/>
                    <a:pt x="2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12;p28">
              <a:extLst>
                <a:ext uri="{FF2B5EF4-FFF2-40B4-BE49-F238E27FC236}">
                  <a16:creationId xmlns:a16="http://schemas.microsoft.com/office/drawing/2014/main" id="{A825418E-A10E-7F8D-A8FF-17D45E3E752B}"/>
                </a:ext>
              </a:extLst>
            </p:cNvPr>
            <p:cNvSpPr/>
            <p:nvPr/>
          </p:nvSpPr>
          <p:spPr>
            <a:xfrm>
              <a:off x="2803660" y="2727407"/>
              <a:ext cx="101109" cy="116061"/>
            </a:xfrm>
            <a:custGeom>
              <a:avLst/>
              <a:gdLst/>
              <a:ahLst/>
              <a:cxnLst/>
              <a:rect l="l" t="t" r="r" b="b"/>
              <a:pathLst>
                <a:path w="1819" h="2088" extrusionOk="0">
                  <a:moveTo>
                    <a:pt x="0" y="0"/>
                  </a:moveTo>
                  <a:cubicBezTo>
                    <a:pt x="434" y="1130"/>
                    <a:pt x="1006" y="1749"/>
                    <a:pt x="1515" y="2088"/>
                  </a:cubicBezTo>
                  <a:lnTo>
                    <a:pt x="1795" y="287"/>
                  </a:lnTo>
                  <a:cubicBezTo>
                    <a:pt x="1818" y="135"/>
                    <a:pt x="1701" y="0"/>
                    <a:pt x="15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13;p28">
              <a:extLst>
                <a:ext uri="{FF2B5EF4-FFF2-40B4-BE49-F238E27FC236}">
                  <a16:creationId xmlns:a16="http://schemas.microsoft.com/office/drawing/2014/main" id="{0A759516-A3A0-C4C0-666F-77350A7D5521}"/>
                </a:ext>
              </a:extLst>
            </p:cNvPr>
            <p:cNvSpPr/>
            <p:nvPr/>
          </p:nvSpPr>
          <p:spPr>
            <a:xfrm>
              <a:off x="2645245" y="2862864"/>
              <a:ext cx="810207" cy="48470"/>
            </a:xfrm>
            <a:custGeom>
              <a:avLst/>
              <a:gdLst/>
              <a:ahLst/>
              <a:cxnLst/>
              <a:rect l="l" t="t" r="r" b="b"/>
              <a:pathLst>
                <a:path w="14576" h="872" extrusionOk="0">
                  <a:moveTo>
                    <a:pt x="0" y="1"/>
                  </a:moveTo>
                  <a:lnTo>
                    <a:pt x="0" y="872"/>
                  </a:lnTo>
                  <a:lnTo>
                    <a:pt x="14576" y="872"/>
                  </a:lnTo>
                  <a:lnTo>
                    <a:pt x="145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14;p28">
              <a:extLst>
                <a:ext uri="{FF2B5EF4-FFF2-40B4-BE49-F238E27FC236}">
                  <a16:creationId xmlns:a16="http://schemas.microsoft.com/office/drawing/2014/main" id="{510CE214-CEE1-E512-1736-F508101FBCAB}"/>
                </a:ext>
              </a:extLst>
            </p:cNvPr>
            <p:cNvSpPr/>
            <p:nvPr/>
          </p:nvSpPr>
          <p:spPr>
            <a:xfrm>
              <a:off x="2999927" y="2927063"/>
              <a:ext cx="98886" cy="311665"/>
            </a:xfrm>
            <a:custGeom>
              <a:avLst/>
              <a:gdLst/>
              <a:ahLst/>
              <a:cxnLst/>
              <a:rect l="l" t="t" r="r" b="b"/>
              <a:pathLst>
                <a:path w="1779" h="5607" extrusionOk="0">
                  <a:moveTo>
                    <a:pt x="661" y="0"/>
                  </a:moveTo>
                  <a:lnTo>
                    <a:pt x="1" y="5472"/>
                  </a:lnTo>
                  <a:lnTo>
                    <a:pt x="1118" y="5606"/>
                  </a:lnTo>
                  <a:lnTo>
                    <a:pt x="1778" y="135"/>
                  </a:lnTo>
                  <a:lnTo>
                    <a:pt x="66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15;p28">
              <a:extLst>
                <a:ext uri="{FF2B5EF4-FFF2-40B4-BE49-F238E27FC236}">
                  <a16:creationId xmlns:a16="http://schemas.microsoft.com/office/drawing/2014/main" id="{57B6363C-2206-A6AD-8204-8CA0C532F4CE}"/>
                </a:ext>
              </a:extLst>
            </p:cNvPr>
            <p:cNvSpPr/>
            <p:nvPr/>
          </p:nvSpPr>
          <p:spPr>
            <a:xfrm>
              <a:off x="3072909" y="2971919"/>
              <a:ext cx="78041" cy="265974"/>
            </a:xfrm>
            <a:custGeom>
              <a:avLst/>
              <a:gdLst/>
              <a:ahLst/>
              <a:cxnLst/>
              <a:rect l="l" t="t" r="r" b="b"/>
              <a:pathLst>
                <a:path w="1404" h="4785" extrusionOk="0">
                  <a:moveTo>
                    <a:pt x="661" y="0"/>
                  </a:moveTo>
                  <a:lnTo>
                    <a:pt x="0" y="4679"/>
                  </a:lnTo>
                  <a:lnTo>
                    <a:pt x="743" y="4785"/>
                  </a:lnTo>
                  <a:lnTo>
                    <a:pt x="1404" y="106"/>
                  </a:lnTo>
                  <a:lnTo>
                    <a:pt x="66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16;p28">
              <a:extLst>
                <a:ext uri="{FF2B5EF4-FFF2-40B4-BE49-F238E27FC236}">
                  <a16:creationId xmlns:a16="http://schemas.microsoft.com/office/drawing/2014/main" id="{0210430C-71CA-2013-5F5E-89D22965ECB8}"/>
                </a:ext>
              </a:extLst>
            </p:cNvPr>
            <p:cNvSpPr/>
            <p:nvPr/>
          </p:nvSpPr>
          <p:spPr>
            <a:xfrm>
              <a:off x="3125102" y="2950241"/>
              <a:ext cx="98830" cy="288820"/>
            </a:xfrm>
            <a:custGeom>
              <a:avLst/>
              <a:gdLst/>
              <a:ahLst/>
              <a:cxnLst/>
              <a:rect l="l" t="t" r="r" b="b"/>
              <a:pathLst>
                <a:path w="1778" h="5196" extrusionOk="0">
                  <a:moveTo>
                    <a:pt x="662" y="1"/>
                  </a:moveTo>
                  <a:lnTo>
                    <a:pt x="1" y="5049"/>
                  </a:lnTo>
                  <a:lnTo>
                    <a:pt x="1117" y="5195"/>
                  </a:lnTo>
                  <a:lnTo>
                    <a:pt x="1777" y="147"/>
                  </a:lnTo>
                  <a:lnTo>
                    <a:pt x="66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17;p28">
              <a:extLst>
                <a:ext uri="{FF2B5EF4-FFF2-40B4-BE49-F238E27FC236}">
                  <a16:creationId xmlns:a16="http://schemas.microsoft.com/office/drawing/2014/main" id="{81F9EA9A-36E6-2BC3-ED42-35FC4146BDF6}"/>
                </a:ext>
              </a:extLst>
            </p:cNvPr>
            <p:cNvSpPr/>
            <p:nvPr/>
          </p:nvSpPr>
          <p:spPr>
            <a:xfrm>
              <a:off x="3148392" y="3158735"/>
              <a:ext cx="266085" cy="64423"/>
            </a:xfrm>
            <a:custGeom>
              <a:avLst/>
              <a:gdLst/>
              <a:ahLst/>
              <a:cxnLst/>
              <a:rect l="l" t="t" r="r" b="b"/>
              <a:pathLst>
                <a:path w="4787" h="1159" extrusionOk="0">
                  <a:moveTo>
                    <a:pt x="0" y="0"/>
                  </a:moveTo>
                  <a:lnTo>
                    <a:pt x="0" y="1158"/>
                  </a:lnTo>
                  <a:lnTo>
                    <a:pt x="4787" y="1158"/>
                  </a:lnTo>
                  <a:lnTo>
                    <a:pt x="47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18;p28">
              <a:extLst>
                <a:ext uri="{FF2B5EF4-FFF2-40B4-BE49-F238E27FC236}">
                  <a16:creationId xmlns:a16="http://schemas.microsoft.com/office/drawing/2014/main" id="{1493D1B0-C21D-9BA9-56E8-8F62E305A067}"/>
                </a:ext>
              </a:extLst>
            </p:cNvPr>
            <p:cNvSpPr/>
            <p:nvPr/>
          </p:nvSpPr>
          <p:spPr>
            <a:xfrm>
              <a:off x="3179074" y="3092591"/>
              <a:ext cx="199828" cy="56252"/>
            </a:xfrm>
            <a:custGeom>
              <a:avLst/>
              <a:gdLst/>
              <a:ahLst/>
              <a:cxnLst/>
              <a:rect l="l" t="t" r="r" b="b"/>
              <a:pathLst>
                <a:path w="3595" h="1012" extrusionOk="0">
                  <a:moveTo>
                    <a:pt x="0" y="0"/>
                  </a:moveTo>
                  <a:lnTo>
                    <a:pt x="0" y="1012"/>
                  </a:lnTo>
                  <a:lnTo>
                    <a:pt x="3594" y="1012"/>
                  </a:lnTo>
                  <a:lnTo>
                    <a:pt x="359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19;p28">
              <a:extLst>
                <a:ext uri="{FF2B5EF4-FFF2-40B4-BE49-F238E27FC236}">
                  <a16:creationId xmlns:a16="http://schemas.microsoft.com/office/drawing/2014/main" id="{F111E484-5CAA-84A2-7E34-1ADC235976AC}"/>
                </a:ext>
              </a:extLst>
            </p:cNvPr>
            <p:cNvSpPr/>
            <p:nvPr/>
          </p:nvSpPr>
          <p:spPr>
            <a:xfrm>
              <a:off x="3164011" y="3046679"/>
              <a:ext cx="158695" cy="33796"/>
            </a:xfrm>
            <a:custGeom>
              <a:avLst/>
              <a:gdLst/>
              <a:ahLst/>
              <a:cxnLst/>
              <a:rect l="l" t="t" r="r" b="b"/>
              <a:pathLst>
                <a:path w="2855" h="608" extrusionOk="0">
                  <a:moveTo>
                    <a:pt x="0" y="1"/>
                  </a:moveTo>
                  <a:lnTo>
                    <a:pt x="0" y="608"/>
                  </a:lnTo>
                  <a:lnTo>
                    <a:pt x="2855" y="608"/>
                  </a:lnTo>
                  <a:lnTo>
                    <a:pt x="2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20;p28">
              <a:extLst>
                <a:ext uri="{FF2B5EF4-FFF2-40B4-BE49-F238E27FC236}">
                  <a16:creationId xmlns:a16="http://schemas.microsoft.com/office/drawing/2014/main" id="{111B0211-97C0-4924-E3C6-0A21C47AB673}"/>
                </a:ext>
              </a:extLst>
            </p:cNvPr>
            <p:cNvSpPr/>
            <p:nvPr/>
          </p:nvSpPr>
          <p:spPr>
            <a:xfrm>
              <a:off x="2645245" y="3216208"/>
              <a:ext cx="810207" cy="48470"/>
            </a:xfrm>
            <a:custGeom>
              <a:avLst/>
              <a:gdLst/>
              <a:ahLst/>
              <a:cxnLst/>
              <a:rect l="l" t="t" r="r" b="b"/>
              <a:pathLst>
                <a:path w="14576" h="872" extrusionOk="0">
                  <a:moveTo>
                    <a:pt x="0" y="1"/>
                  </a:moveTo>
                  <a:lnTo>
                    <a:pt x="0" y="872"/>
                  </a:lnTo>
                  <a:lnTo>
                    <a:pt x="14576" y="872"/>
                  </a:lnTo>
                  <a:lnTo>
                    <a:pt x="145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1021;p28">
              <a:extLst>
                <a:ext uri="{FF2B5EF4-FFF2-40B4-BE49-F238E27FC236}">
                  <a16:creationId xmlns:a16="http://schemas.microsoft.com/office/drawing/2014/main" id="{865DE9E8-E999-2A69-DDA8-6836EAC04C6C}"/>
                </a:ext>
              </a:extLst>
            </p:cNvPr>
            <p:cNvGrpSpPr/>
            <p:nvPr/>
          </p:nvGrpSpPr>
          <p:grpSpPr>
            <a:xfrm flipH="1">
              <a:off x="2346075" y="2694557"/>
              <a:ext cx="753614" cy="2009515"/>
              <a:chOff x="3463338" y="2694557"/>
              <a:chExt cx="753614" cy="2009515"/>
            </a:xfrm>
          </p:grpSpPr>
          <p:sp>
            <p:nvSpPr>
              <p:cNvPr id="27" name="Google Shape;1022;p28">
                <a:extLst>
                  <a:ext uri="{FF2B5EF4-FFF2-40B4-BE49-F238E27FC236}">
                    <a16:creationId xmlns:a16="http://schemas.microsoft.com/office/drawing/2014/main" id="{F2721168-D00C-863D-2844-E7DCCCB9F82E}"/>
                  </a:ext>
                </a:extLst>
              </p:cNvPr>
              <p:cNvSpPr/>
              <p:nvPr/>
            </p:nvSpPr>
            <p:spPr>
              <a:xfrm flipH="1">
                <a:off x="3953204" y="4107101"/>
                <a:ext cx="156639" cy="590257"/>
              </a:xfrm>
              <a:custGeom>
                <a:avLst/>
                <a:gdLst/>
                <a:ahLst/>
                <a:cxnLst/>
                <a:rect l="l" t="t" r="r" b="b"/>
                <a:pathLst>
                  <a:path w="2818" h="10619" extrusionOk="0">
                    <a:moveTo>
                      <a:pt x="1633" y="0"/>
                    </a:moveTo>
                    <a:lnTo>
                      <a:pt x="1" y="10618"/>
                    </a:lnTo>
                    <a:lnTo>
                      <a:pt x="593" y="10618"/>
                    </a:lnTo>
                    <a:lnTo>
                      <a:pt x="28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023;p28">
                <a:extLst>
                  <a:ext uri="{FF2B5EF4-FFF2-40B4-BE49-F238E27FC236}">
                    <a16:creationId xmlns:a16="http://schemas.microsoft.com/office/drawing/2014/main" id="{22458B2C-00B4-FC63-42A9-BD00D4332003}"/>
                  </a:ext>
                </a:extLst>
              </p:cNvPr>
              <p:cNvSpPr/>
              <p:nvPr/>
            </p:nvSpPr>
            <p:spPr>
              <a:xfrm flipH="1">
                <a:off x="3742484" y="3083086"/>
                <a:ext cx="207054" cy="419611"/>
              </a:xfrm>
              <a:custGeom>
                <a:avLst/>
                <a:gdLst/>
                <a:ahLst/>
                <a:cxnLst/>
                <a:rect l="l" t="t" r="r" b="b"/>
                <a:pathLst>
                  <a:path w="3725" h="7549" extrusionOk="0">
                    <a:moveTo>
                      <a:pt x="2170" y="0"/>
                    </a:moveTo>
                    <a:cubicBezTo>
                      <a:pt x="1532" y="0"/>
                      <a:pt x="958" y="392"/>
                      <a:pt x="768" y="1000"/>
                    </a:cubicBezTo>
                    <a:cubicBezTo>
                      <a:pt x="0" y="3466"/>
                      <a:pt x="388" y="4136"/>
                      <a:pt x="972" y="6500"/>
                    </a:cubicBezTo>
                    <a:cubicBezTo>
                      <a:pt x="1092" y="6985"/>
                      <a:pt x="1479" y="7371"/>
                      <a:pt x="1978" y="7501"/>
                    </a:cubicBezTo>
                    <a:cubicBezTo>
                      <a:pt x="2100" y="7533"/>
                      <a:pt x="2221" y="7548"/>
                      <a:pt x="2339" y="7548"/>
                    </a:cubicBezTo>
                    <a:cubicBezTo>
                      <a:pt x="3078" y="7548"/>
                      <a:pt x="3697" y="6960"/>
                      <a:pt x="3652" y="6203"/>
                    </a:cubicBezTo>
                    <a:lnTo>
                      <a:pt x="3724" y="1422"/>
                    </a:lnTo>
                    <a:cubicBezTo>
                      <a:pt x="3704" y="1081"/>
                      <a:pt x="3563" y="767"/>
                      <a:pt x="3338" y="519"/>
                    </a:cubicBezTo>
                    <a:cubicBezTo>
                      <a:pt x="3131" y="290"/>
                      <a:pt x="2855" y="120"/>
                      <a:pt x="2534" y="43"/>
                    </a:cubicBezTo>
                    <a:cubicBezTo>
                      <a:pt x="2412" y="14"/>
                      <a:pt x="2290" y="0"/>
                      <a:pt x="2170" y="0"/>
                    </a:cubicBezTo>
                    <a:close/>
                  </a:path>
                </a:pathLst>
              </a:custGeom>
              <a:solidFill>
                <a:srgbClr val="4F76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24;p28">
                <a:extLst>
                  <a:ext uri="{FF2B5EF4-FFF2-40B4-BE49-F238E27FC236}">
                    <a16:creationId xmlns:a16="http://schemas.microsoft.com/office/drawing/2014/main" id="{8EE9D15F-577F-F59E-9F14-73BBAD1219D1}"/>
                  </a:ext>
                </a:extLst>
              </p:cNvPr>
              <p:cNvSpPr/>
              <p:nvPr/>
            </p:nvSpPr>
            <p:spPr>
              <a:xfrm flipH="1">
                <a:off x="3595685" y="3442100"/>
                <a:ext cx="312721" cy="273034"/>
              </a:xfrm>
              <a:custGeom>
                <a:avLst/>
                <a:gdLst/>
                <a:ahLst/>
                <a:cxnLst/>
                <a:rect l="l" t="t" r="r" b="b"/>
                <a:pathLst>
                  <a:path w="5626" h="4912" extrusionOk="0">
                    <a:moveTo>
                      <a:pt x="2157" y="1"/>
                    </a:moveTo>
                    <a:lnTo>
                      <a:pt x="1" y="1800"/>
                    </a:lnTo>
                    <a:cubicBezTo>
                      <a:pt x="1871" y="3493"/>
                      <a:pt x="4863" y="4912"/>
                      <a:pt x="4863" y="4912"/>
                    </a:cubicBezTo>
                    <a:lnTo>
                      <a:pt x="5625" y="4133"/>
                    </a:lnTo>
                    <a:lnTo>
                      <a:pt x="2157" y="1"/>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25;p28">
                <a:extLst>
                  <a:ext uri="{FF2B5EF4-FFF2-40B4-BE49-F238E27FC236}">
                    <a16:creationId xmlns:a16="http://schemas.microsoft.com/office/drawing/2014/main" id="{D6483DDB-9F3C-5E5F-798E-9946CD3347BC}"/>
                  </a:ext>
                </a:extLst>
              </p:cNvPr>
              <p:cNvSpPr/>
              <p:nvPr/>
            </p:nvSpPr>
            <p:spPr>
              <a:xfrm flipH="1">
                <a:off x="3472236" y="3657152"/>
                <a:ext cx="120675" cy="65646"/>
              </a:xfrm>
              <a:custGeom>
                <a:avLst/>
                <a:gdLst/>
                <a:ahLst/>
                <a:cxnLst/>
                <a:rect l="l" t="t" r="r" b="b"/>
                <a:pathLst>
                  <a:path w="2171" h="1181" extrusionOk="0">
                    <a:moveTo>
                      <a:pt x="1" y="0"/>
                    </a:moveTo>
                    <a:lnTo>
                      <a:pt x="1853" y="1165"/>
                    </a:lnTo>
                    <a:cubicBezTo>
                      <a:pt x="1877" y="1175"/>
                      <a:pt x="1903" y="1181"/>
                      <a:pt x="1930" y="1181"/>
                    </a:cubicBezTo>
                    <a:cubicBezTo>
                      <a:pt x="1947" y="1181"/>
                      <a:pt x="1965" y="1178"/>
                      <a:pt x="1983" y="1173"/>
                    </a:cubicBezTo>
                    <a:cubicBezTo>
                      <a:pt x="2124" y="1132"/>
                      <a:pt x="2170" y="957"/>
                      <a:pt x="2070" y="852"/>
                    </a:cubicBezTo>
                    <a:lnTo>
                      <a:pt x="1488" y="243"/>
                    </a:lnTo>
                    <a:cubicBezTo>
                      <a:pt x="1377" y="126"/>
                      <a:pt x="1225" y="58"/>
                      <a:pt x="1064" y="50"/>
                    </a:cubicBezTo>
                    <a:lnTo>
                      <a:pt x="1"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26;p28">
                <a:extLst>
                  <a:ext uri="{FF2B5EF4-FFF2-40B4-BE49-F238E27FC236}">
                    <a16:creationId xmlns:a16="http://schemas.microsoft.com/office/drawing/2014/main" id="{4B07EBBC-C62B-EA26-23AD-D03F281E0769}"/>
                  </a:ext>
                </a:extLst>
              </p:cNvPr>
              <p:cNvSpPr/>
              <p:nvPr/>
            </p:nvSpPr>
            <p:spPr>
              <a:xfrm flipH="1">
                <a:off x="3515591" y="3646925"/>
                <a:ext cx="163587" cy="114227"/>
              </a:xfrm>
              <a:custGeom>
                <a:avLst/>
                <a:gdLst/>
                <a:ahLst/>
                <a:cxnLst/>
                <a:rect l="l" t="t" r="r" b="b"/>
                <a:pathLst>
                  <a:path w="2943" h="2055" extrusionOk="0">
                    <a:moveTo>
                      <a:pt x="1108" y="0"/>
                    </a:moveTo>
                    <a:lnTo>
                      <a:pt x="0" y="839"/>
                    </a:lnTo>
                    <a:lnTo>
                      <a:pt x="1009" y="2055"/>
                    </a:lnTo>
                    <a:lnTo>
                      <a:pt x="2943" y="759"/>
                    </a:lnTo>
                    <a:lnTo>
                      <a:pt x="1108"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27;p28">
                <a:extLst>
                  <a:ext uri="{FF2B5EF4-FFF2-40B4-BE49-F238E27FC236}">
                    <a16:creationId xmlns:a16="http://schemas.microsoft.com/office/drawing/2014/main" id="{39B97F86-AE07-9171-8A38-6DD4F2F27D50}"/>
                  </a:ext>
                </a:extLst>
              </p:cNvPr>
              <p:cNvSpPr/>
              <p:nvPr/>
            </p:nvSpPr>
            <p:spPr>
              <a:xfrm flipH="1">
                <a:off x="3473570" y="3689113"/>
                <a:ext cx="96051" cy="71816"/>
              </a:xfrm>
              <a:custGeom>
                <a:avLst/>
                <a:gdLst/>
                <a:ahLst/>
                <a:cxnLst/>
                <a:rect l="l" t="t" r="r" b="b"/>
                <a:pathLst>
                  <a:path w="1728" h="1292" extrusionOk="0">
                    <a:moveTo>
                      <a:pt x="972" y="0"/>
                    </a:moveTo>
                    <a:lnTo>
                      <a:pt x="0" y="509"/>
                    </a:lnTo>
                    <a:lnTo>
                      <a:pt x="862" y="715"/>
                    </a:lnTo>
                    <a:lnTo>
                      <a:pt x="1348" y="1236"/>
                    </a:lnTo>
                    <a:cubicBezTo>
                      <a:pt x="1382" y="1270"/>
                      <a:pt x="1429" y="1290"/>
                      <a:pt x="1478" y="1291"/>
                    </a:cubicBezTo>
                    <a:cubicBezTo>
                      <a:pt x="1480" y="1291"/>
                      <a:pt x="1482" y="1291"/>
                      <a:pt x="1484" y="1291"/>
                    </a:cubicBezTo>
                    <a:cubicBezTo>
                      <a:pt x="1637" y="1291"/>
                      <a:pt x="1727" y="1118"/>
                      <a:pt x="1641" y="992"/>
                    </a:cubicBezTo>
                    <a:lnTo>
                      <a:pt x="972"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028;p28">
                <a:extLst>
                  <a:ext uri="{FF2B5EF4-FFF2-40B4-BE49-F238E27FC236}">
                    <a16:creationId xmlns:a16="http://schemas.microsoft.com/office/drawing/2014/main" id="{34886A2F-2C37-CBAF-F6F4-AD8B608B2F9F}"/>
                  </a:ext>
                </a:extLst>
              </p:cNvPr>
              <p:cNvSpPr/>
              <p:nvPr/>
            </p:nvSpPr>
            <p:spPr>
              <a:xfrm flipH="1">
                <a:off x="3502641" y="3705621"/>
                <a:ext cx="71260" cy="54640"/>
              </a:xfrm>
              <a:custGeom>
                <a:avLst/>
                <a:gdLst/>
                <a:ahLst/>
                <a:cxnLst/>
                <a:rect l="l" t="t" r="r" b="b"/>
                <a:pathLst>
                  <a:path w="1282" h="983" extrusionOk="0">
                    <a:moveTo>
                      <a:pt x="519" y="1"/>
                    </a:moveTo>
                    <a:lnTo>
                      <a:pt x="0" y="410"/>
                    </a:lnTo>
                    <a:lnTo>
                      <a:pt x="820" y="939"/>
                    </a:lnTo>
                    <a:cubicBezTo>
                      <a:pt x="866" y="969"/>
                      <a:pt x="918" y="983"/>
                      <a:pt x="970" y="983"/>
                    </a:cubicBezTo>
                    <a:cubicBezTo>
                      <a:pt x="1045" y="983"/>
                      <a:pt x="1119" y="953"/>
                      <a:pt x="1173" y="895"/>
                    </a:cubicBezTo>
                    <a:cubicBezTo>
                      <a:pt x="1282" y="776"/>
                      <a:pt x="1267" y="589"/>
                      <a:pt x="1141" y="490"/>
                    </a:cubicBezTo>
                    <a:lnTo>
                      <a:pt x="519" y="1"/>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29;p28">
                <a:extLst>
                  <a:ext uri="{FF2B5EF4-FFF2-40B4-BE49-F238E27FC236}">
                    <a16:creationId xmlns:a16="http://schemas.microsoft.com/office/drawing/2014/main" id="{686B9272-370F-1CDA-521A-4FF79D5B3675}"/>
                  </a:ext>
                </a:extLst>
              </p:cNvPr>
              <p:cNvSpPr/>
              <p:nvPr/>
            </p:nvSpPr>
            <p:spPr>
              <a:xfrm flipH="1">
                <a:off x="3527709" y="3722685"/>
                <a:ext cx="71316" cy="54640"/>
              </a:xfrm>
              <a:custGeom>
                <a:avLst/>
                <a:gdLst/>
                <a:ahLst/>
                <a:cxnLst/>
                <a:rect l="l" t="t" r="r" b="b"/>
                <a:pathLst>
                  <a:path w="1283" h="983" extrusionOk="0">
                    <a:moveTo>
                      <a:pt x="520" y="0"/>
                    </a:moveTo>
                    <a:lnTo>
                      <a:pt x="1" y="410"/>
                    </a:lnTo>
                    <a:lnTo>
                      <a:pt x="821" y="939"/>
                    </a:lnTo>
                    <a:cubicBezTo>
                      <a:pt x="867" y="968"/>
                      <a:pt x="919" y="983"/>
                      <a:pt x="970" y="983"/>
                    </a:cubicBezTo>
                    <a:cubicBezTo>
                      <a:pt x="1045" y="983"/>
                      <a:pt x="1120" y="952"/>
                      <a:pt x="1174" y="894"/>
                    </a:cubicBezTo>
                    <a:cubicBezTo>
                      <a:pt x="1282" y="776"/>
                      <a:pt x="1269" y="590"/>
                      <a:pt x="1142" y="490"/>
                    </a:cubicBezTo>
                    <a:lnTo>
                      <a:pt x="520"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30;p28">
                <a:extLst>
                  <a:ext uri="{FF2B5EF4-FFF2-40B4-BE49-F238E27FC236}">
                    <a16:creationId xmlns:a16="http://schemas.microsoft.com/office/drawing/2014/main" id="{137F9406-2205-423B-F1E7-E79CF6616A2D}"/>
                  </a:ext>
                </a:extLst>
              </p:cNvPr>
              <p:cNvSpPr/>
              <p:nvPr/>
            </p:nvSpPr>
            <p:spPr>
              <a:xfrm flipH="1">
                <a:off x="3551888" y="3738360"/>
                <a:ext cx="71260" cy="54696"/>
              </a:xfrm>
              <a:custGeom>
                <a:avLst/>
                <a:gdLst/>
                <a:ahLst/>
                <a:cxnLst/>
                <a:rect l="l" t="t" r="r" b="b"/>
                <a:pathLst>
                  <a:path w="1282" h="984" extrusionOk="0">
                    <a:moveTo>
                      <a:pt x="520" y="0"/>
                    </a:moveTo>
                    <a:lnTo>
                      <a:pt x="1" y="410"/>
                    </a:lnTo>
                    <a:lnTo>
                      <a:pt x="820" y="939"/>
                    </a:lnTo>
                    <a:cubicBezTo>
                      <a:pt x="866" y="969"/>
                      <a:pt x="918" y="983"/>
                      <a:pt x="969" y="983"/>
                    </a:cubicBezTo>
                    <a:cubicBezTo>
                      <a:pt x="1044" y="983"/>
                      <a:pt x="1118" y="953"/>
                      <a:pt x="1172" y="894"/>
                    </a:cubicBezTo>
                    <a:cubicBezTo>
                      <a:pt x="1282" y="777"/>
                      <a:pt x="1267" y="590"/>
                      <a:pt x="1140" y="490"/>
                    </a:cubicBezTo>
                    <a:lnTo>
                      <a:pt x="520"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31;p28">
                <a:extLst>
                  <a:ext uri="{FF2B5EF4-FFF2-40B4-BE49-F238E27FC236}">
                    <a16:creationId xmlns:a16="http://schemas.microsoft.com/office/drawing/2014/main" id="{FD958658-2C52-0DCA-539B-AF65D25E2691}"/>
                  </a:ext>
                </a:extLst>
              </p:cNvPr>
              <p:cNvSpPr/>
              <p:nvPr/>
            </p:nvSpPr>
            <p:spPr>
              <a:xfrm flipH="1">
                <a:off x="3675951" y="4399248"/>
                <a:ext cx="140352" cy="197271"/>
              </a:xfrm>
              <a:custGeom>
                <a:avLst/>
                <a:gdLst/>
                <a:ahLst/>
                <a:cxnLst/>
                <a:rect l="l" t="t" r="r" b="b"/>
                <a:pathLst>
                  <a:path w="2525" h="3549" extrusionOk="0">
                    <a:moveTo>
                      <a:pt x="2298" y="1"/>
                    </a:moveTo>
                    <a:lnTo>
                      <a:pt x="0" y="51"/>
                    </a:lnTo>
                    <a:lnTo>
                      <a:pt x="241" y="3549"/>
                    </a:lnTo>
                    <a:lnTo>
                      <a:pt x="2524" y="3292"/>
                    </a:lnTo>
                    <a:lnTo>
                      <a:pt x="22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032;p28">
                <a:extLst>
                  <a:ext uri="{FF2B5EF4-FFF2-40B4-BE49-F238E27FC236}">
                    <a16:creationId xmlns:a16="http://schemas.microsoft.com/office/drawing/2014/main" id="{37B052F2-A1D6-1597-7E98-2BFF7B838A8B}"/>
                  </a:ext>
                </a:extLst>
              </p:cNvPr>
              <p:cNvSpPr/>
              <p:nvPr/>
            </p:nvSpPr>
            <p:spPr>
              <a:xfrm flipH="1">
                <a:off x="3463338" y="4535372"/>
                <a:ext cx="356800" cy="168645"/>
              </a:xfrm>
              <a:custGeom>
                <a:avLst/>
                <a:gdLst/>
                <a:ahLst/>
                <a:cxnLst/>
                <a:rect l="l" t="t" r="r" b="b"/>
                <a:pathLst>
                  <a:path w="6419" h="3034" extrusionOk="0">
                    <a:moveTo>
                      <a:pt x="2013" y="0"/>
                    </a:moveTo>
                    <a:cubicBezTo>
                      <a:pt x="1802" y="0"/>
                      <a:pt x="1597" y="63"/>
                      <a:pt x="1427" y="182"/>
                    </a:cubicBezTo>
                    <a:cubicBezTo>
                      <a:pt x="1254" y="302"/>
                      <a:pt x="1049" y="365"/>
                      <a:pt x="841" y="365"/>
                    </a:cubicBezTo>
                    <a:cubicBezTo>
                      <a:pt x="723" y="365"/>
                      <a:pt x="604" y="345"/>
                      <a:pt x="490" y="303"/>
                    </a:cubicBezTo>
                    <a:lnTo>
                      <a:pt x="374" y="261"/>
                    </a:lnTo>
                    <a:cubicBezTo>
                      <a:pt x="343" y="249"/>
                      <a:pt x="310" y="244"/>
                      <a:pt x="277" y="244"/>
                    </a:cubicBezTo>
                    <a:cubicBezTo>
                      <a:pt x="222" y="244"/>
                      <a:pt x="167" y="260"/>
                      <a:pt x="120" y="292"/>
                    </a:cubicBezTo>
                    <a:cubicBezTo>
                      <a:pt x="44" y="340"/>
                      <a:pt x="1" y="422"/>
                      <a:pt x="1" y="507"/>
                    </a:cubicBezTo>
                    <a:cubicBezTo>
                      <a:pt x="1" y="530"/>
                      <a:pt x="4" y="554"/>
                      <a:pt x="11" y="576"/>
                    </a:cubicBezTo>
                    <a:cubicBezTo>
                      <a:pt x="322" y="1656"/>
                      <a:pt x="13" y="1875"/>
                      <a:pt x="68" y="2610"/>
                    </a:cubicBezTo>
                    <a:cubicBezTo>
                      <a:pt x="77" y="2734"/>
                      <a:pt x="98" y="2873"/>
                      <a:pt x="132" y="3033"/>
                    </a:cubicBezTo>
                    <a:lnTo>
                      <a:pt x="6418" y="3033"/>
                    </a:lnTo>
                    <a:cubicBezTo>
                      <a:pt x="6418" y="2878"/>
                      <a:pt x="6402" y="2737"/>
                      <a:pt x="6372" y="2610"/>
                    </a:cubicBezTo>
                    <a:cubicBezTo>
                      <a:pt x="6056" y="1287"/>
                      <a:pt x="4211" y="1385"/>
                      <a:pt x="3132" y="300"/>
                    </a:cubicBezTo>
                    <a:cubicBezTo>
                      <a:pt x="2944" y="109"/>
                      <a:pt x="2684" y="0"/>
                      <a:pt x="24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33;p28">
                <a:extLst>
                  <a:ext uri="{FF2B5EF4-FFF2-40B4-BE49-F238E27FC236}">
                    <a16:creationId xmlns:a16="http://schemas.microsoft.com/office/drawing/2014/main" id="{34DA58FD-C52B-972F-0FB7-919ABAB1946B}"/>
                  </a:ext>
                </a:extLst>
              </p:cNvPr>
              <p:cNvSpPr/>
              <p:nvPr/>
            </p:nvSpPr>
            <p:spPr>
              <a:xfrm flipH="1">
                <a:off x="3716361" y="4608353"/>
                <a:ext cx="95551" cy="83878"/>
              </a:xfrm>
              <a:custGeom>
                <a:avLst/>
                <a:gdLst/>
                <a:ahLst/>
                <a:cxnLst/>
                <a:rect l="l" t="t" r="r" b="b"/>
                <a:pathLst>
                  <a:path w="1719" h="1509" fill="none" extrusionOk="0">
                    <a:moveTo>
                      <a:pt x="0" y="1"/>
                    </a:moveTo>
                    <a:cubicBezTo>
                      <a:pt x="1214" y="1"/>
                      <a:pt x="1718" y="1509"/>
                      <a:pt x="1718" y="1509"/>
                    </a:cubicBezTo>
                  </a:path>
                </a:pathLst>
              </a:custGeom>
              <a:solidFill>
                <a:schemeClr val="dk1"/>
              </a:solidFill>
              <a:ln w="9525" cap="flat" cmpd="sng">
                <a:solidFill>
                  <a:schemeClr val="lt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34;p28">
                <a:extLst>
                  <a:ext uri="{FF2B5EF4-FFF2-40B4-BE49-F238E27FC236}">
                    <a16:creationId xmlns:a16="http://schemas.microsoft.com/office/drawing/2014/main" id="{C9977B6E-D209-2227-F64C-C02C95469B09}"/>
                  </a:ext>
                </a:extLst>
              </p:cNvPr>
              <p:cNvSpPr/>
              <p:nvPr/>
            </p:nvSpPr>
            <p:spPr>
              <a:xfrm flipH="1">
                <a:off x="3463338" y="4680445"/>
                <a:ext cx="353020" cy="23568"/>
              </a:xfrm>
              <a:custGeom>
                <a:avLst/>
                <a:gdLst/>
                <a:ahLst/>
                <a:cxnLst/>
                <a:rect l="l" t="t" r="r" b="b"/>
                <a:pathLst>
                  <a:path w="6351" h="424" extrusionOk="0">
                    <a:moveTo>
                      <a:pt x="0" y="0"/>
                    </a:moveTo>
                    <a:cubicBezTo>
                      <a:pt x="9" y="124"/>
                      <a:pt x="30" y="263"/>
                      <a:pt x="64" y="423"/>
                    </a:cubicBezTo>
                    <a:lnTo>
                      <a:pt x="6350" y="423"/>
                    </a:lnTo>
                    <a:cubicBezTo>
                      <a:pt x="6350" y="268"/>
                      <a:pt x="6334" y="127"/>
                      <a:pt x="63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035;p28">
                <a:extLst>
                  <a:ext uri="{FF2B5EF4-FFF2-40B4-BE49-F238E27FC236}">
                    <a16:creationId xmlns:a16="http://schemas.microsoft.com/office/drawing/2014/main" id="{883444CA-3A73-A07B-D07C-67FC24DA310E}"/>
                  </a:ext>
                </a:extLst>
              </p:cNvPr>
              <p:cNvSpPr/>
              <p:nvPr/>
            </p:nvSpPr>
            <p:spPr>
              <a:xfrm flipH="1">
                <a:off x="3989278" y="4414478"/>
                <a:ext cx="160307" cy="207554"/>
              </a:xfrm>
              <a:custGeom>
                <a:avLst/>
                <a:gdLst/>
                <a:ahLst/>
                <a:cxnLst/>
                <a:rect l="l" t="t" r="r" b="b"/>
                <a:pathLst>
                  <a:path w="2884" h="3734" extrusionOk="0">
                    <a:moveTo>
                      <a:pt x="586" y="1"/>
                    </a:moveTo>
                    <a:lnTo>
                      <a:pt x="0" y="3733"/>
                    </a:lnTo>
                    <a:lnTo>
                      <a:pt x="2250" y="3095"/>
                    </a:lnTo>
                    <a:lnTo>
                      <a:pt x="2883" y="120"/>
                    </a:lnTo>
                    <a:lnTo>
                      <a:pt x="5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036;p28">
                <a:extLst>
                  <a:ext uri="{FF2B5EF4-FFF2-40B4-BE49-F238E27FC236}">
                    <a16:creationId xmlns:a16="http://schemas.microsoft.com/office/drawing/2014/main" id="{2FD83CD0-3D2D-3D77-7518-0E85EF6705B8}"/>
                  </a:ext>
                </a:extLst>
              </p:cNvPr>
              <p:cNvSpPr/>
              <p:nvPr/>
            </p:nvSpPr>
            <p:spPr>
              <a:xfrm flipH="1">
                <a:off x="3899619" y="4551269"/>
                <a:ext cx="266419" cy="152803"/>
              </a:xfrm>
              <a:custGeom>
                <a:avLst/>
                <a:gdLst/>
                <a:ahLst/>
                <a:cxnLst/>
                <a:rect l="l" t="t" r="r" b="b"/>
                <a:pathLst>
                  <a:path w="4793" h="2749" extrusionOk="0">
                    <a:moveTo>
                      <a:pt x="899" y="0"/>
                    </a:moveTo>
                    <a:cubicBezTo>
                      <a:pt x="45" y="1199"/>
                      <a:pt x="0" y="2748"/>
                      <a:pt x="457" y="2748"/>
                    </a:cubicBezTo>
                    <a:lnTo>
                      <a:pt x="4213" y="2748"/>
                    </a:lnTo>
                    <a:cubicBezTo>
                      <a:pt x="4793" y="2748"/>
                      <a:pt x="4663" y="2127"/>
                      <a:pt x="4119" y="2127"/>
                    </a:cubicBezTo>
                    <a:cubicBezTo>
                      <a:pt x="4020" y="2127"/>
                      <a:pt x="3908" y="2147"/>
                      <a:pt x="3784" y="2195"/>
                    </a:cubicBezTo>
                    <a:cubicBezTo>
                      <a:pt x="2871" y="1062"/>
                      <a:pt x="2775" y="0"/>
                      <a:pt x="2775" y="0"/>
                    </a:cubicBezTo>
                    <a:close/>
                  </a:path>
                </a:pathLst>
              </a:custGeom>
              <a:solidFill>
                <a:srgbClr val="C06C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037;p28">
                <a:extLst>
                  <a:ext uri="{FF2B5EF4-FFF2-40B4-BE49-F238E27FC236}">
                    <a16:creationId xmlns:a16="http://schemas.microsoft.com/office/drawing/2014/main" id="{31A2EFC0-4DF6-0B41-87B3-D0C0205B86C2}"/>
                  </a:ext>
                </a:extLst>
              </p:cNvPr>
              <p:cNvSpPr/>
              <p:nvPr/>
            </p:nvSpPr>
            <p:spPr>
              <a:xfrm flipH="1">
                <a:off x="3902954" y="4530759"/>
                <a:ext cx="263028" cy="173258"/>
              </a:xfrm>
              <a:custGeom>
                <a:avLst/>
                <a:gdLst/>
                <a:ahLst/>
                <a:cxnLst/>
                <a:rect l="l" t="t" r="r" b="b"/>
                <a:pathLst>
                  <a:path w="4732" h="3117" extrusionOk="0">
                    <a:moveTo>
                      <a:pt x="1771" y="1"/>
                    </a:moveTo>
                    <a:cubicBezTo>
                      <a:pt x="1493" y="1"/>
                      <a:pt x="1229" y="80"/>
                      <a:pt x="1009" y="219"/>
                    </a:cubicBezTo>
                    <a:cubicBezTo>
                      <a:pt x="786" y="358"/>
                      <a:pt x="604" y="558"/>
                      <a:pt x="493" y="799"/>
                    </a:cubicBezTo>
                    <a:cubicBezTo>
                      <a:pt x="275" y="1276"/>
                      <a:pt x="51" y="1941"/>
                      <a:pt x="9" y="2733"/>
                    </a:cubicBezTo>
                    <a:cubicBezTo>
                      <a:pt x="1" y="2858"/>
                      <a:pt x="0" y="2985"/>
                      <a:pt x="3" y="3116"/>
                    </a:cubicBezTo>
                    <a:lnTo>
                      <a:pt x="4732" y="3116"/>
                    </a:lnTo>
                    <a:cubicBezTo>
                      <a:pt x="4732" y="2969"/>
                      <a:pt x="4711" y="2843"/>
                      <a:pt x="4670" y="2733"/>
                    </a:cubicBezTo>
                    <a:cubicBezTo>
                      <a:pt x="4426" y="2022"/>
                      <a:pt x="3485" y="1944"/>
                      <a:pt x="3080" y="878"/>
                    </a:cubicBezTo>
                    <a:cubicBezTo>
                      <a:pt x="2882" y="352"/>
                      <a:pt x="2359" y="1"/>
                      <a:pt x="1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038;p28">
                <a:extLst>
                  <a:ext uri="{FF2B5EF4-FFF2-40B4-BE49-F238E27FC236}">
                    <a16:creationId xmlns:a16="http://schemas.microsoft.com/office/drawing/2014/main" id="{BFBF831E-512F-8C4E-BD0A-9753DAD8FD80}"/>
                  </a:ext>
                </a:extLst>
              </p:cNvPr>
              <p:cNvSpPr/>
              <p:nvPr/>
            </p:nvSpPr>
            <p:spPr>
              <a:xfrm flipH="1">
                <a:off x="4107785" y="4602572"/>
                <a:ext cx="41800" cy="90770"/>
              </a:xfrm>
              <a:custGeom>
                <a:avLst/>
                <a:gdLst/>
                <a:ahLst/>
                <a:cxnLst/>
                <a:rect l="l" t="t" r="r" b="b"/>
                <a:pathLst>
                  <a:path w="752" h="1633" fill="none" extrusionOk="0">
                    <a:moveTo>
                      <a:pt x="0" y="1"/>
                    </a:moveTo>
                    <a:cubicBezTo>
                      <a:pt x="751" y="587"/>
                      <a:pt x="562" y="1632"/>
                      <a:pt x="562" y="1632"/>
                    </a:cubicBezTo>
                  </a:path>
                </a:pathLst>
              </a:custGeom>
              <a:solidFill>
                <a:schemeClr val="dk1"/>
              </a:solidFill>
              <a:ln w="9525" cap="flat" cmpd="sng">
                <a:solidFill>
                  <a:schemeClr val="lt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039;p28">
                <a:extLst>
                  <a:ext uri="{FF2B5EF4-FFF2-40B4-BE49-F238E27FC236}">
                    <a16:creationId xmlns:a16="http://schemas.microsoft.com/office/drawing/2014/main" id="{B64168C5-1D7A-A8D6-5F52-68D0F69F2A31}"/>
                  </a:ext>
                </a:extLst>
              </p:cNvPr>
              <p:cNvSpPr/>
              <p:nvPr/>
            </p:nvSpPr>
            <p:spPr>
              <a:xfrm flipH="1">
                <a:off x="3902954" y="4682668"/>
                <a:ext cx="263028" cy="21345"/>
              </a:xfrm>
              <a:custGeom>
                <a:avLst/>
                <a:gdLst/>
                <a:ahLst/>
                <a:cxnLst/>
                <a:rect l="l" t="t" r="r" b="b"/>
                <a:pathLst>
                  <a:path w="4732" h="384" extrusionOk="0">
                    <a:moveTo>
                      <a:pt x="9" y="0"/>
                    </a:moveTo>
                    <a:cubicBezTo>
                      <a:pt x="1" y="125"/>
                      <a:pt x="0" y="252"/>
                      <a:pt x="3" y="383"/>
                    </a:cubicBezTo>
                    <a:lnTo>
                      <a:pt x="4732" y="383"/>
                    </a:lnTo>
                    <a:cubicBezTo>
                      <a:pt x="4732" y="236"/>
                      <a:pt x="4711" y="110"/>
                      <a:pt x="4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40;p28">
                <a:extLst>
                  <a:ext uri="{FF2B5EF4-FFF2-40B4-BE49-F238E27FC236}">
                    <a16:creationId xmlns:a16="http://schemas.microsoft.com/office/drawing/2014/main" id="{07C913CD-84D8-D1A0-36B3-C3CAFD892287}"/>
                  </a:ext>
                </a:extLst>
              </p:cNvPr>
              <p:cNvSpPr/>
              <p:nvPr/>
            </p:nvSpPr>
            <p:spPr>
              <a:xfrm flipH="1">
                <a:off x="3753821" y="3477395"/>
                <a:ext cx="352631" cy="225842"/>
              </a:xfrm>
              <a:custGeom>
                <a:avLst/>
                <a:gdLst/>
                <a:ahLst/>
                <a:cxnLst/>
                <a:rect l="l" t="t" r="r" b="b"/>
                <a:pathLst>
                  <a:path w="6344" h="4063" extrusionOk="0">
                    <a:moveTo>
                      <a:pt x="1291" y="0"/>
                    </a:moveTo>
                    <a:cubicBezTo>
                      <a:pt x="795" y="467"/>
                      <a:pt x="496" y="1134"/>
                      <a:pt x="315" y="1793"/>
                    </a:cubicBezTo>
                    <a:cubicBezTo>
                      <a:pt x="1" y="2939"/>
                      <a:pt x="46" y="4062"/>
                      <a:pt x="46" y="4062"/>
                    </a:cubicBezTo>
                    <a:lnTo>
                      <a:pt x="6344" y="4062"/>
                    </a:lnTo>
                    <a:cubicBezTo>
                      <a:pt x="6269" y="3462"/>
                      <a:pt x="6155" y="2928"/>
                      <a:pt x="6024" y="2465"/>
                    </a:cubicBezTo>
                    <a:cubicBezTo>
                      <a:pt x="5614" y="990"/>
                      <a:pt x="5040" y="213"/>
                      <a:pt x="5040" y="213"/>
                    </a:cubicBezTo>
                    <a:lnTo>
                      <a:pt x="12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041;p28">
                <a:extLst>
                  <a:ext uri="{FF2B5EF4-FFF2-40B4-BE49-F238E27FC236}">
                    <a16:creationId xmlns:a16="http://schemas.microsoft.com/office/drawing/2014/main" id="{6AE7EF8F-E6C6-C13C-4B0B-3A3080CCAE56}"/>
                  </a:ext>
                </a:extLst>
              </p:cNvPr>
              <p:cNvSpPr/>
              <p:nvPr/>
            </p:nvSpPr>
            <p:spPr>
              <a:xfrm flipH="1">
                <a:off x="3649879" y="3587117"/>
                <a:ext cx="342348" cy="929993"/>
              </a:xfrm>
              <a:custGeom>
                <a:avLst/>
                <a:gdLst/>
                <a:ahLst/>
                <a:cxnLst/>
                <a:rect l="l" t="t" r="r" b="b"/>
                <a:pathLst>
                  <a:path w="6159" h="16731" extrusionOk="0">
                    <a:moveTo>
                      <a:pt x="1" y="1"/>
                    </a:moveTo>
                    <a:lnTo>
                      <a:pt x="1108" y="3240"/>
                    </a:lnTo>
                    <a:lnTo>
                      <a:pt x="2638" y="7726"/>
                    </a:lnTo>
                    <a:lnTo>
                      <a:pt x="3065" y="16722"/>
                    </a:lnTo>
                    <a:lnTo>
                      <a:pt x="4010" y="16724"/>
                    </a:lnTo>
                    <a:lnTo>
                      <a:pt x="6158" y="16731"/>
                    </a:lnTo>
                    <a:lnTo>
                      <a:pt x="5772" y="7316"/>
                    </a:lnTo>
                    <a:lnTo>
                      <a:pt x="3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042;p28">
                <a:extLst>
                  <a:ext uri="{FF2B5EF4-FFF2-40B4-BE49-F238E27FC236}">
                    <a16:creationId xmlns:a16="http://schemas.microsoft.com/office/drawing/2014/main" id="{ED78AFF2-3A96-D9C6-5E77-BA2988ED28BD}"/>
                  </a:ext>
                </a:extLst>
              </p:cNvPr>
              <p:cNvSpPr/>
              <p:nvPr/>
            </p:nvSpPr>
            <p:spPr>
              <a:xfrm flipH="1">
                <a:off x="3769276" y="3670437"/>
                <a:ext cx="161419" cy="846337"/>
              </a:xfrm>
              <a:custGeom>
                <a:avLst/>
                <a:gdLst/>
                <a:ahLst/>
                <a:cxnLst/>
                <a:rect l="l" t="t" r="r" b="b"/>
                <a:pathLst>
                  <a:path w="2904" h="15226" extrusionOk="0">
                    <a:moveTo>
                      <a:pt x="411" y="0"/>
                    </a:moveTo>
                    <a:lnTo>
                      <a:pt x="1" y="1741"/>
                    </a:lnTo>
                    <a:lnTo>
                      <a:pt x="1531" y="6227"/>
                    </a:lnTo>
                    <a:lnTo>
                      <a:pt x="1958" y="15223"/>
                    </a:lnTo>
                    <a:lnTo>
                      <a:pt x="2903" y="15225"/>
                    </a:lnTo>
                    <a:lnTo>
                      <a:pt x="2554" y="6123"/>
                    </a:lnTo>
                    <a:lnTo>
                      <a:pt x="4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43;p28">
                <a:extLst>
                  <a:ext uri="{FF2B5EF4-FFF2-40B4-BE49-F238E27FC236}">
                    <a16:creationId xmlns:a16="http://schemas.microsoft.com/office/drawing/2014/main" id="{45CD1D36-60F4-D7D9-CD55-CFBFBF699613}"/>
                  </a:ext>
                </a:extLst>
              </p:cNvPr>
              <p:cNvSpPr/>
              <p:nvPr/>
            </p:nvSpPr>
            <p:spPr>
              <a:xfrm flipH="1">
                <a:off x="3769277" y="3670437"/>
                <a:ext cx="138629" cy="846337"/>
              </a:xfrm>
              <a:custGeom>
                <a:avLst/>
                <a:gdLst/>
                <a:ahLst/>
                <a:cxnLst/>
                <a:rect l="l" t="t" r="r" b="b"/>
                <a:pathLst>
                  <a:path w="2494" h="15226" fill="none" extrusionOk="0">
                    <a:moveTo>
                      <a:pt x="2493" y="15225"/>
                    </a:moveTo>
                    <a:lnTo>
                      <a:pt x="2144" y="6123"/>
                    </a:lnTo>
                    <a:lnTo>
                      <a:pt x="1" y="0"/>
                    </a:lnTo>
                  </a:path>
                </a:pathLst>
              </a:custGeom>
              <a:noFill/>
              <a:ln w="950" cap="flat" cmpd="sng">
                <a:solidFill>
                  <a:srgbClr val="2D2D2F"/>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44;p28">
                <a:extLst>
                  <a:ext uri="{FF2B5EF4-FFF2-40B4-BE49-F238E27FC236}">
                    <a16:creationId xmlns:a16="http://schemas.microsoft.com/office/drawing/2014/main" id="{C5264AB4-CA57-8D6E-8719-531F2BB8BC8A}"/>
                  </a:ext>
                </a:extLst>
              </p:cNvPr>
              <p:cNvSpPr/>
              <p:nvPr/>
            </p:nvSpPr>
            <p:spPr>
              <a:xfrm flipH="1">
                <a:off x="3883500" y="3640144"/>
                <a:ext cx="268309" cy="874519"/>
              </a:xfrm>
              <a:custGeom>
                <a:avLst/>
                <a:gdLst/>
                <a:ahLst/>
                <a:cxnLst/>
                <a:rect l="l" t="t" r="r" b="b"/>
                <a:pathLst>
                  <a:path w="4827" h="15733" extrusionOk="0">
                    <a:moveTo>
                      <a:pt x="4827" y="0"/>
                    </a:moveTo>
                    <a:lnTo>
                      <a:pt x="863" y="1133"/>
                    </a:lnTo>
                    <a:lnTo>
                      <a:pt x="1078" y="7131"/>
                    </a:lnTo>
                    <a:lnTo>
                      <a:pt x="0" y="15732"/>
                    </a:lnTo>
                    <a:lnTo>
                      <a:pt x="2793" y="15732"/>
                    </a:lnTo>
                    <a:lnTo>
                      <a:pt x="4220" y="6712"/>
                    </a:lnTo>
                    <a:lnTo>
                      <a:pt x="48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045;p28">
                <a:extLst>
                  <a:ext uri="{FF2B5EF4-FFF2-40B4-BE49-F238E27FC236}">
                    <a16:creationId xmlns:a16="http://schemas.microsoft.com/office/drawing/2014/main" id="{C22746D9-77CF-5382-B11F-62621E29708B}"/>
                  </a:ext>
                </a:extLst>
              </p:cNvPr>
              <p:cNvSpPr/>
              <p:nvPr/>
            </p:nvSpPr>
            <p:spPr>
              <a:xfrm flipH="1">
                <a:off x="3873554" y="3517971"/>
                <a:ext cx="49137" cy="119675"/>
              </a:xfrm>
              <a:custGeom>
                <a:avLst/>
                <a:gdLst/>
                <a:ahLst/>
                <a:cxnLst/>
                <a:rect l="l" t="t" r="r" b="b"/>
                <a:pathLst>
                  <a:path w="884" h="2153" fill="none" extrusionOk="0">
                    <a:moveTo>
                      <a:pt x="883" y="1"/>
                    </a:moveTo>
                    <a:lnTo>
                      <a:pt x="660" y="2152"/>
                    </a:lnTo>
                    <a:cubicBezTo>
                      <a:pt x="660" y="2152"/>
                      <a:pt x="1" y="1804"/>
                      <a:pt x="186" y="1077"/>
                    </a:cubicBezTo>
                  </a:path>
                </a:pathLst>
              </a:custGeom>
              <a:noFill/>
              <a:ln w="950"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046;p28">
                <a:extLst>
                  <a:ext uri="{FF2B5EF4-FFF2-40B4-BE49-F238E27FC236}">
                    <a16:creationId xmlns:a16="http://schemas.microsoft.com/office/drawing/2014/main" id="{94EED7EE-3446-ED24-7853-526CB81E847F}"/>
                  </a:ext>
                </a:extLst>
              </p:cNvPr>
              <p:cNvSpPr/>
              <p:nvPr/>
            </p:nvSpPr>
            <p:spPr>
              <a:xfrm flipH="1">
                <a:off x="4042473" y="3634419"/>
                <a:ext cx="63867" cy="880244"/>
              </a:xfrm>
              <a:custGeom>
                <a:avLst/>
                <a:gdLst/>
                <a:ahLst/>
                <a:cxnLst/>
                <a:rect l="l" t="t" r="r" b="b"/>
                <a:pathLst>
                  <a:path w="1149" h="15836" fill="none" extrusionOk="0">
                    <a:moveTo>
                      <a:pt x="1" y="15835"/>
                    </a:moveTo>
                    <a:lnTo>
                      <a:pt x="1149" y="7246"/>
                    </a:lnTo>
                    <a:cubicBezTo>
                      <a:pt x="1149" y="7246"/>
                      <a:pt x="487" y="2661"/>
                      <a:pt x="929" y="0"/>
                    </a:cubicBezTo>
                  </a:path>
                </a:pathLst>
              </a:custGeom>
              <a:noFill/>
              <a:ln w="950"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047;p28">
                <a:extLst>
                  <a:ext uri="{FF2B5EF4-FFF2-40B4-BE49-F238E27FC236}">
                    <a16:creationId xmlns:a16="http://schemas.microsoft.com/office/drawing/2014/main" id="{6862D3DD-3D35-EE56-544E-F6ECD6CA2F6B}"/>
                  </a:ext>
                </a:extLst>
              </p:cNvPr>
              <p:cNvSpPr/>
              <p:nvPr/>
            </p:nvSpPr>
            <p:spPr>
              <a:xfrm flipH="1">
                <a:off x="3957651" y="3543095"/>
                <a:ext cx="142298" cy="123399"/>
              </a:xfrm>
              <a:custGeom>
                <a:avLst/>
                <a:gdLst/>
                <a:ahLst/>
                <a:cxnLst/>
                <a:rect l="l" t="t" r="r" b="b"/>
                <a:pathLst>
                  <a:path w="2560" h="2220" fill="none" extrusionOk="0">
                    <a:moveTo>
                      <a:pt x="0" y="1619"/>
                    </a:moveTo>
                    <a:cubicBezTo>
                      <a:pt x="0" y="1619"/>
                      <a:pt x="1884" y="2219"/>
                      <a:pt x="2560" y="0"/>
                    </a:cubicBezTo>
                  </a:path>
                </a:pathLst>
              </a:custGeom>
              <a:noFill/>
              <a:ln w="950"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48;p28">
                <a:extLst>
                  <a:ext uri="{FF2B5EF4-FFF2-40B4-BE49-F238E27FC236}">
                    <a16:creationId xmlns:a16="http://schemas.microsoft.com/office/drawing/2014/main" id="{BD402C55-E13A-D707-3C66-6633B044CA6B}"/>
                  </a:ext>
                </a:extLst>
              </p:cNvPr>
              <p:cNvSpPr/>
              <p:nvPr/>
            </p:nvSpPr>
            <p:spPr>
              <a:xfrm flipH="1">
                <a:off x="3812297" y="3511968"/>
                <a:ext cx="242851" cy="10839"/>
              </a:xfrm>
              <a:custGeom>
                <a:avLst/>
                <a:gdLst/>
                <a:ahLst/>
                <a:cxnLst/>
                <a:rect l="l" t="t" r="r" b="b"/>
                <a:pathLst>
                  <a:path w="4369" h="195" fill="none" extrusionOk="0">
                    <a:moveTo>
                      <a:pt x="4368" y="195"/>
                    </a:moveTo>
                    <a:lnTo>
                      <a:pt x="0" y="0"/>
                    </a:lnTo>
                  </a:path>
                </a:pathLst>
              </a:custGeom>
              <a:noFill/>
              <a:ln w="950" cap="flat" cmpd="sng">
                <a:solidFill>
                  <a:srgbClr val="2D2D2F"/>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049;p28">
                <a:extLst>
                  <a:ext uri="{FF2B5EF4-FFF2-40B4-BE49-F238E27FC236}">
                    <a16:creationId xmlns:a16="http://schemas.microsoft.com/office/drawing/2014/main" id="{55280BE0-094E-BBE5-84DF-82C4A3A16B0E}"/>
                  </a:ext>
                </a:extLst>
              </p:cNvPr>
              <p:cNvSpPr/>
              <p:nvPr/>
            </p:nvSpPr>
            <p:spPr>
              <a:xfrm flipH="1">
                <a:off x="3771608" y="3477395"/>
                <a:ext cx="317390" cy="140241"/>
              </a:xfrm>
              <a:custGeom>
                <a:avLst/>
                <a:gdLst/>
                <a:ahLst/>
                <a:cxnLst/>
                <a:rect l="l" t="t" r="r" b="b"/>
                <a:pathLst>
                  <a:path w="5710" h="2523" extrusionOk="0">
                    <a:moveTo>
                      <a:pt x="977" y="0"/>
                    </a:moveTo>
                    <a:cubicBezTo>
                      <a:pt x="481" y="467"/>
                      <a:pt x="182" y="1134"/>
                      <a:pt x="1" y="1793"/>
                    </a:cubicBezTo>
                    <a:lnTo>
                      <a:pt x="4567" y="1660"/>
                    </a:lnTo>
                    <a:cubicBezTo>
                      <a:pt x="4567" y="1660"/>
                      <a:pt x="4693" y="2522"/>
                      <a:pt x="5381" y="2522"/>
                    </a:cubicBezTo>
                    <a:cubicBezTo>
                      <a:pt x="5479" y="2522"/>
                      <a:pt x="5588" y="2505"/>
                      <a:pt x="5710" y="2465"/>
                    </a:cubicBezTo>
                    <a:cubicBezTo>
                      <a:pt x="5300" y="990"/>
                      <a:pt x="4726" y="213"/>
                      <a:pt x="4726" y="213"/>
                    </a:cubicBezTo>
                    <a:lnTo>
                      <a:pt x="9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050;p28">
                <a:extLst>
                  <a:ext uri="{FF2B5EF4-FFF2-40B4-BE49-F238E27FC236}">
                    <a16:creationId xmlns:a16="http://schemas.microsoft.com/office/drawing/2014/main" id="{EC0F528A-2A02-237B-3880-00383F20514E}"/>
                  </a:ext>
                </a:extLst>
              </p:cNvPr>
              <p:cNvSpPr/>
              <p:nvPr/>
            </p:nvSpPr>
            <p:spPr>
              <a:xfrm flipH="1">
                <a:off x="3759601" y="3018553"/>
                <a:ext cx="354021" cy="539619"/>
              </a:xfrm>
              <a:custGeom>
                <a:avLst/>
                <a:gdLst/>
                <a:ahLst/>
                <a:cxnLst/>
                <a:rect l="l" t="t" r="r" b="b"/>
                <a:pathLst>
                  <a:path w="6369" h="9708" extrusionOk="0">
                    <a:moveTo>
                      <a:pt x="3081" y="0"/>
                    </a:moveTo>
                    <a:cubicBezTo>
                      <a:pt x="2654" y="0"/>
                      <a:pt x="868" y="443"/>
                      <a:pt x="267" y="2841"/>
                    </a:cubicBezTo>
                    <a:cubicBezTo>
                      <a:pt x="0" y="3911"/>
                      <a:pt x="194" y="4965"/>
                      <a:pt x="235" y="5937"/>
                    </a:cubicBezTo>
                    <a:cubicBezTo>
                      <a:pt x="330" y="8117"/>
                      <a:pt x="293" y="9605"/>
                      <a:pt x="293" y="9605"/>
                    </a:cubicBezTo>
                    <a:lnTo>
                      <a:pt x="6256" y="9707"/>
                    </a:lnTo>
                    <a:lnTo>
                      <a:pt x="5448" y="6270"/>
                    </a:lnTo>
                    <a:lnTo>
                      <a:pt x="5446" y="6262"/>
                    </a:lnTo>
                    <a:lnTo>
                      <a:pt x="5437" y="6226"/>
                    </a:lnTo>
                    <a:cubicBezTo>
                      <a:pt x="5980" y="5764"/>
                      <a:pt x="6239" y="5237"/>
                      <a:pt x="6329" y="4707"/>
                    </a:cubicBezTo>
                    <a:cubicBezTo>
                      <a:pt x="6344" y="4618"/>
                      <a:pt x="6354" y="4526"/>
                      <a:pt x="6358" y="4437"/>
                    </a:cubicBezTo>
                    <a:cubicBezTo>
                      <a:pt x="6366" y="4375"/>
                      <a:pt x="6368" y="4314"/>
                      <a:pt x="6368" y="4255"/>
                    </a:cubicBezTo>
                    <a:cubicBezTo>
                      <a:pt x="6369" y="4046"/>
                      <a:pt x="6348" y="3840"/>
                      <a:pt x="6316" y="3640"/>
                    </a:cubicBezTo>
                    <a:cubicBezTo>
                      <a:pt x="6306" y="3581"/>
                      <a:pt x="6295" y="3521"/>
                      <a:pt x="6282" y="3464"/>
                    </a:cubicBezTo>
                    <a:cubicBezTo>
                      <a:pt x="6224" y="3188"/>
                      <a:pt x="6145" y="2870"/>
                      <a:pt x="6064" y="2560"/>
                    </a:cubicBezTo>
                    <a:cubicBezTo>
                      <a:pt x="5851" y="1751"/>
                      <a:pt x="5298" y="1075"/>
                      <a:pt x="4547" y="708"/>
                    </a:cubicBezTo>
                    <a:lnTo>
                      <a:pt x="3167" y="32"/>
                    </a:lnTo>
                    <a:cubicBezTo>
                      <a:pt x="3188" y="14"/>
                      <a:pt x="3155" y="0"/>
                      <a:pt x="30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051;p28">
                <a:extLst>
                  <a:ext uri="{FF2B5EF4-FFF2-40B4-BE49-F238E27FC236}">
                    <a16:creationId xmlns:a16="http://schemas.microsoft.com/office/drawing/2014/main" id="{C203DE35-DD96-0ADF-689D-A1CD192B380E}"/>
                  </a:ext>
                </a:extLst>
              </p:cNvPr>
              <p:cNvSpPr/>
              <p:nvPr/>
            </p:nvSpPr>
            <p:spPr>
              <a:xfrm flipH="1">
                <a:off x="3808074" y="3018553"/>
                <a:ext cx="134905" cy="238293"/>
              </a:xfrm>
              <a:custGeom>
                <a:avLst/>
                <a:gdLst/>
                <a:ahLst/>
                <a:cxnLst/>
                <a:rect l="l" t="t" r="r" b="b"/>
                <a:pathLst>
                  <a:path w="2427" h="4287" extrusionOk="0">
                    <a:moveTo>
                      <a:pt x="1" y="0"/>
                    </a:moveTo>
                    <a:lnTo>
                      <a:pt x="2427" y="4286"/>
                    </a:lnTo>
                    <a:lnTo>
                      <a:pt x="2291" y="1487"/>
                    </a:lnTo>
                    <a:lnTo>
                      <a:pt x="1441" y="92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052;p28">
                <a:extLst>
                  <a:ext uri="{FF2B5EF4-FFF2-40B4-BE49-F238E27FC236}">
                    <a16:creationId xmlns:a16="http://schemas.microsoft.com/office/drawing/2014/main" id="{B3252C94-7C01-24B4-B30E-E1431F1C7CB6}"/>
                  </a:ext>
                </a:extLst>
              </p:cNvPr>
              <p:cNvSpPr/>
              <p:nvPr/>
            </p:nvSpPr>
            <p:spPr>
              <a:xfrm flipH="1">
                <a:off x="3790510" y="3009660"/>
                <a:ext cx="97774" cy="93661"/>
              </a:xfrm>
              <a:custGeom>
                <a:avLst/>
                <a:gdLst/>
                <a:ahLst/>
                <a:cxnLst/>
                <a:rect l="l" t="t" r="r" b="b"/>
                <a:pathLst>
                  <a:path w="1759" h="1685" extrusionOk="0">
                    <a:moveTo>
                      <a:pt x="704" y="0"/>
                    </a:moveTo>
                    <a:lnTo>
                      <a:pt x="0" y="1229"/>
                    </a:lnTo>
                    <a:lnTo>
                      <a:pt x="1260" y="1684"/>
                    </a:lnTo>
                    <a:lnTo>
                      <a:pt x="1414" y="1540"/>
                    </a:lnTo>
                    <a:cubicBezTo>
                      <a:pt x="1758" y="1220"/>
                      <a:pt x="1714" y="681"/>
                      <a:pt x="1322" y="417"/>
                    </a:cubicBezTo>
                    <a:lnTo>
                      <a:pt x="7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053;p28">
                <a:extLst>
                  <a:ext uri="{FF2B5EF4-FFF2-40B4-BE49-F238E27FC236}">
                    <a16:creationId xmlns:a16="http://schemas.microsoft.com/office/drawing/2014/main" id="{5A0806C4-7556-9821-A927-6B99A6766179}"/>
                  </a:ext>
                </a:extLst>
              </p:cNvPr>
              <p:cNvSpPr/>
              <p:nvPr/>
            </p:nvSpPr>
            <p:spPr>
              <a:xfrm flipH="1">
                <a:off x="3762939" y="2793996"/>
                <a:ext cx="174704" cy="308441"/>
              </a:xfrm>
              <a:custGeom>
                <a:avLst/>
                <a:gdLst/>
                <a:ahLst/>
                <a:cxnLst/>
                <a:rect l="l" t="t" r="r" b="b"/>
                <a:pathLst>
                  <a:path w="3143" h="5549" extrusionOk="0">
                    <a:moveTo>
                      <a:pt x="1429" y="0"/>
                    </a:moveTo>
                    <a:lnTo>
                      <a:pt x="1" y="4072"/>
                    </a:lnTo>
                    <a:lnTo>
                      <a:pt x="1511" y="5548"/>
                    </a:lnTo>
                    <a:lnTo>
                      <a:pt x="2015" y="4862"/>
                    </a:lnTo>
                    <a:lnTo>
                      <a:pt x="2865" y="3704"/>
                    </a:lnTo>
                    <a:lnTo>
                      <a:pt x="3142" y="3327"/>
                    </a:lnTo>
                    <a:lnTo>
                      <a:pt x="1429" y="0"/>
                    </a:lnTo>
                    <a:close/>
                  </a:path>
                </a:pathLst>
              </a:custGeom>
              <a:solidFill>
                <a:srgbClr val="EAAB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054;p28">
                <a:extLst>
                  <a:ext uri="{FF2B5EF4-FFF2-40B4-BE49-F238E27FC236}">
                    <a16:creationId xmlns:a16="http://schemas.microsoft.com/office/drawing/2014/main" id="{D034B444-9F0E-5361-3AF5-999A1D185614}"/>
                  </a:ext>
                </a:extLst>
              </p:cNvPr>
              <p:cNvSpPr/>
              <p:nvPr/>
            </p:nvSpPr>
            <p:spPr>
              <a:xfrm flipH="1">
                <a:off x="3704465" y="2694557"/>
                <a:ext cx="147801" cy="140964"/>
              </a:xfrm>
              <a:custGeom>
                <a:avLst/>
                <a:gdLst/>
                <a:ahLst/>
                <a:cxnLst/>
                <a:rect l="l" t="t" r="r" b="b"/>
                <a:pathLst>
                  <a:path w="2659" h="2536" extrusionOk="0">
                    <a:moveTo>
                      <a:pt x="1329" y="0"/>
                    </a:moveTo>
                    <a:cubicBezTo>
                      <a:pt x="595" y="0"/>
                      <a:pt x="0" y="567"/>
                      <a:pt x="0" y="1268"/>
                    </a:cubicBezTo>
                    <a:cubicBezTo>
                      <a:pt x="0" y="1968"/>
                      <a:pt x="595" y="2536"/>
                      <a:pt x="1329" y="2536"/>
                    </a:cubicBezTo>
                    <a:cubicBezTo>
                      <a:pt x="2064" y="2536"/>
                      <a:pt x="2658" y="1968"/>
                      <a:pt x="2658" y="1268"/>
                    </a:cubicBezTo>
                    <a:cubicBezTo>
                      <a:pt x="2658" y="567"/>
                      <a:pt x="2064" y="0"/>
                      <a:pt x="1329" y="0"/>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055;p28">
                <a:extLst>
                  <a:ext uri="{FF2B5EF4-FFF2-40B4-BE49-F238E27FC236}">
                    <a16:creationId xmlns:a16="http://schemas.microsoft.com/office/drawing/2014/main" id="{7108452E-9806-DBA8-DD15-3D7C4EE91A09}"/>
                  </a:ext>
                </a:extLst>
              </p:cNvPr>
              <p:cNvSpPr/>
              <p:nvPr/>
            </p:nvSpPr>
            <p:spPr>
              <a:xfrm flipH="1">
                <a:off x="3676505" y="2756755"/>
                <a:ext cx="231289" cy="281205"/>
              </a:xfrm>
              <a:custGeom>
                <a:avLst/>
                <a:gdLst/>
                <a:ahLst/>
                <a:cxnLst/>
                <a:rect l="l" t="t" r="r" b="b"/>
                <a:pathLst>
                  <a:path w="4161" h="5059" extrusionOk="0">
                    <a:moveTo>
                      <a:pt x="1485" y="1"/>
                    </a:moveTo>
                    <a:cubicBezTo>
                      <a:pt x="1325" y="1"/>
                      <a:pt x="1171" y="26"/>
                      <a:pt x="1029" y="71"/>
                    </a:cubicBezTo>
                    <a:cubicBezTo>
                      <a:pt x="416" y="269"/>
                      <a:pt x="0" y="858"/>
                      <a:pt x="81" y="1512"/>
                    </a:cubicBezTo>
                    <a:lnTo>
                      <a:pt x="153" y="2073"/>
                    </a:lnTo>
                    <a:lnTo>
                      <a:pt x="373" y="4333"/>
                    </a:lnTo>
                    <a:cubicBezTo>
                      <a:pt x="373" y="4333"/>
                      <a:pt x="1961" y="4895"/>
                      <a:pt x="2507" y="5027"/>
                    </a:cubicBezTo>
                    <a:cubicBezTo>
                      <a:pt x="2595" y="5048"/>
                      <a:pt x="2685" y="5058"/>
                      <a:pt x="2773" y="5058"/>
                    </a:cubicBezTo>
                    <a:cubicBezTo>
                      <a:pt x="3274" y="5058"/>
                      <a:pt x="3748" y="4734"/>
                      <a:pt x="3857" y="4243"/>
                    </a:cubicBezTo>
                    <a:cubicBezTo>
                      <a:pt x="4033" y="3455"/>
                      <a:pt x="4160" y="2664"/>
                      <a:pt x="3907" y="1768"/>
                    </a:cubicBezTo>
                    <a:cubicBezTo>
                      <a:pt x="3758" y="1240"/>
                      <a:pt x="3430" y="794"/>
                      <a:pt x="2993" y="482"/>
                    </a:cubicBezTo>
                    <a:cubicBezTo>
                      <a:pt x="2797" y="340"/>
                      <a:pt x="2579" y="227"/>
                      <a:pt x="2345" y="146"/>
                    </a:cubicBezTo>
                    <a:lnTo>
                      <a:pt x="2342" y="145"/>
                    </a:lnTo>
                    <a:lnTo>
                      <a:pt x="2210" y="102"/>
                    </a:lnTo>
                    <a:lnTo>
                      <a:pt x="2197" y="98"/>
                    </a:lnTo>
                    <a:cubicBezTo>
                      <a:pt x="2130" y="78"/>
                      <a:pt x="2062" y="63"/>
                      <a:pt x="1994" y="51"/>
                    </a:cubicBezTo>
                    <a:cubicBezTo>
                      <a:pt x="1831" y="18"/>
                      <a:pt x="1665" y="1"/>
                      <a:pt x="1495" y="1"/>
                    </a:cubicBezTo>
                    <a:cubicBezTo>
                      <a:pt x="1492" y="1"/>
                      <a:pt x="1488" y="1"/>
                      <a:pt x="1485" y="1"/>
                    </a:cubicBez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056;p28">
                <a:extLst>
                  <a:ext uri="{FF2B5EF4-FFF2-40B4-BE49-F238E27FC236}">
                    <a16:creationId xmlns:a16="http://schemas.microsoft.com/office/drawing/2014/main" id="{A2DD1290-85AA-1515-6DA6-0C26EA70E7F9}"/>
                  </a:ext>
                </a:extLst>
              </p:cNvPr>
              <p:cNvSpPr/>
              <p:nvPr/>
            </p:nvSpPr>
            <p:spPr>
              <a:xfrm flipH="1">
                <a:off x="3736206" y="2962469"/>
                <a:ext cx="42245" cy="22067"/>
              </a:xfrm>
              <a:custGeom>
                <a:avLst/>
                <a:gdLst/>
                <a:ahLst/>
                <a:cxnLst/>
                <a:rect l="l" t="t" r="r" b="b"/>
                <a:pathLst>
                  <a:path w="760" h="397" extrusionOk="0">
                    <a:moveTo>
                      <a:pt x="1" y="0"/>
                    </a:moveTo>
                    <a:lnTo>
                      <a:pt x="1" y="0"/>
                    </a:lnTo>
                    <a:cubicBezTo>
                      <a:pt x="44" y="302"/>
                      <a:pt x="208" y="396"/>
                      <a:pt x="368" y="396"/>
                    </a:cubicBezTo>
                    <a:cubicBezTo>
                      <a:pt x="566" y="396"/>
                      <a:pt x="760" y="253"/>
                      <a:pt x="722" y="175"/>
                    </a:cubicBezTo>
                    <a:cubicBezTo>
                      <a:pt x="652" y="33"/>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057;p28">
                <a:extLst>
                  <a:ext uri="{FF2B5EF4-FFF2-40B4-BE49-F238E27FC236}">
                    <a16:creationId xmlns:a16="http://schemas.microsoft.com/office/drawing/2014/main" id="{BA715177-3ABB-3510-67D9-88378734E31D}"/>
                  </a:ext>
                </a:extLst>
              </p:cNvPr>
              <p:cNvSpPr/>
              <p:nvPr/>
            </p:nvSpPr>
            <p:spPr>
              <a:xfrm flipH="1">
                <a:off x="3758047" y="2735300"/>
                <a:ext cx="219450" cy="203775"/>
              </a:xfrm>
              <a:custGeom>
                <a:avLst/>
                <a:gdLst/>
                <a:ahLst/>
                <a:cxnLst/>
                <a:rect l="l" t="t" r="r" b="b"/>
                <a:pathLst>
                  <a:path w="3948" h="3666" extrusionOk="0">
                    <a:moveTo>
                      <a:pt x="2477" y="1"/>
                    </a:moveTo>
                    <a:cubicBezTo>
                      <a:pt x="1609" y="1"/>
                      <a:pt x="598" y="264"/>
                      <a:pt x="351" y="1153"/>
                    </a:cubicBezTo>
                    <a:cubicBezTo>
                      <a:pt x="0" y="2416"/>
                      <a:pt x="1222" y="3665"/>
                      <a:pt x="1222" y="3665"/>
                    </a:cubicBezTo>
                    <a:lnTo>
                      <a:pt x="2214" y="3314"/>
                    </a:lnTo>
                    <a:lnTo>
                      <a:pt x="2196" y="1337"/>
                    </a:lnTo>
                    <a:cubicBezTo>
                      <a:pt x="2196" y="1337"/>
                      <a:pt x="3128" y="1236"/>
                      <a:pt x="3815" y="387"/>
                    </a:cubicBezTo>
                    <a:cubicBezTo>
                      <a:pt x="3948" y="221"/>
                      <a:pt x="3272" y="1"/>
                      <a:pt x="2477"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058;p28">
                <a:extLst>
                  <a:ext uri="{FF2B5EF4-FFF2-40B4-BE49-F238E27FC236}">
                    <a16:creationId xmlns:a16="http://schemas.microsoft.com/office/drawing/2014/main" id="{BAF3FF31-3FEC-EE13-D39C-735CAA281155}"/>
                  </a:ext>
                </a:extLst>
              </p:cNvPr>
              <p:cNvSpPr/>
              <p:nvPr/>
            </p:nvSpPr>
            <p:spPr>
              <a:xfrm flipH="1">
                <a:off x="3686235" y="2860307"/>
                <a:ext cx="53362" cy="98552"/>
              </a:xfrm>
              <a:custGeom>
                <a:avLst/>
                <a:gdLst/>
                <a:ahLst/>
                <a:cxnLst/>
                <a:rect l="l" t="t" r="r" b="b"/>
                <a:pathLst>
                  <a:path w="960" h="1773" extrusionOk="0">
                    <a:moveTo>
                      <a:pt x="15" y="1"/>
                    </a:moveTo>
                    <a:lnTo>
                      <a:pt x="0" y="1732"/>
                    </a:lnTo>
                    <a:lnTo>
                      <a:pt x="134" y="1760"/>
                    </a:lnTo>
                    <a:cubicBezTo>
                      <a:pt x="174" y="1769"/>
                      <a:pt x="214" y="1773"/>
                      <a:pt x="253" y="1773"/>
                    </a:cubicBezTo>
                    <a:cubicBezTo>
                      <a:pt x="688" y="1773"/>
                      <a:pt x="959" y="1267"/>
                      <a:pt x="648" y="930"/>
                    </a:cubicBezTo>
                    <a:cubicBezTo>
                      <a:pt x="431" y="695"/>
                      <a:pt x="194" y="430"/>
                      <a:pt x="15" y="1"/>
                    </a:cubicBez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059;p28">
                <a:extLst>
                  <a:ext uri="{FF2B5EF4-FFF2-40B4-BE49-F238E27FC236}">
                    <a16:creationId xmlns:a16="http://schemas.microsoft.com/office/drawing/2014/main" id="{2EC9FA3C-55AD-4C6A-AB7B-EE777F4BE0A2}"/>
                  </a:ext>
                </a:extLst>
              </p:cNvPr>
              <p:cNvSpPr/>
              <p:nvPr/>
            </p:nvSpPr>
            <p:spPr>
              <a:xfrm flipH="1">
                <a:off x="3855376" y="2862197"/>
                <a:ext cx="130680" cy="96607"/>
              </a:xfrm>
              <a:custGeom>
                <a:avLst/>
                <a:gdLst/>
                <a:ahLst/>
                <a:cxnLst/>
                <a:rect l="l" t="t" r="r" b="b"/>
                <a:pathLst>
                  <a:path w="2351" h="1738" extrusionOk="0">
                    <a:moveTo>
                      <a:pt x="1234" y="0"/>
                    </a:moveTo>
                    <a:cubicBezTo>
                      <a:pt x="437" y="0"/>
                      <a:pt x="1" y="1395"/>
                      <a:pt x="1834" y="1738"/>
                    </a:cubicBezTo>
                    <a:lnTo>
                      <a:pt x="2350" y="1059"/>
                    </a:lnTo>
                    <a:cubicBezTo>
                      <a:pt x="2020" y="280"/>
                      <a:pt x="1591" y="0"/>
                      <a:pt x="1234" y="0"/>
                    </a:cubicBez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060;p28">
                <a:extLst>
                  <a:ext uri="{FF2B5EF4-FFF2-40B4-BE49-F238E27FC236}">
                    <a16:creationId xmlns:a16="http://schemas.microsoft.com/office/drawing/2014/main" id="{B9585DB9-969A-EF51-5F13-DA806E2583B9}"/>
                  </a:ext>
                </a:extLst>
              </p:cNvPr>
              <p:cNvSpPr/>
              <p:nvPr/>
            </p:nvSpPr>
            <p:spPr>
              <a:xfrm flipH="1">
                <a:off x="3893509" y="2896714"/>
                <a:ext cx="32184" cy="27403"/>
              </a:xfrm>
              <a:custGeom>
                <a:avLst/>
                <a:gdLst/>
                <a:ahLst/>
                <a:cxnLst/>
                <a:rect l="l" t="t" r="r" b="b"/>
                <a:pathLst>
                  <a:path w="579" h="493" extrusionOk="0">
                    <a:moveTo>
                      <a:pt x="1" y="1"/>
                    </a:moveTo>
                    <a:lnTo>
                      <a:pt x="578" y="493"/>
                    </a:lnTo>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061;p28">
                <a:extLst>
                  <a:ext uri="{FF2B5EF4-FFF2-40B4-BE49-F238E27FC236}">
                    <a16:creationId xmlns:a16="http://schemas.microsoft.com/office/drawing/2014/main" id="{982D465A-4FBA-C843-73DE-127E127DB038}"/>
                  </a:ext>
                </a:extLst>
              </p:cNvPr>
              <p:cNvSpPr/>
              <p:nvPr/>
            </p:nvSpPr>
            <p:spPr>
              <a:xfrm flipH="1">
                <a:off x="3893509" y="2896714"/>
                <a:ext cx="32184" cy="27403"/>
              </a:xfrm>
              <a:custGeom>
                <a:avLst/>
                <a:gdLst/>
                <a:ahLst/>
                <a:cxnLst/>
                <a:rect l="l" t="t" r="r" b="b"/>
                <a:pathLst>
                  <a:path w="579" h="493" fill="none" extrusionOk="0">
                    <a:moveTo>
                      <a:pt x="1" y="1"/>
                    </a:moveTo>
                    <a:lnTo>
                      <a:pt x="578" y="493"/>
                    </a:lnTo>
                  </a:path>
                </a:pathLst>
              </a:custGeom>
              <a:noFill/>
              <a:ln w="475" cap="flat" cmpd="sng">
                <a:solidFill>
                  <a:srgbClr val="EAAB8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062;p28">
                <a:extLst>
                  <a:ext uri="{FF2B5EF4-FFF2-40B4-BE49-F238E27FC236}">
                    <a16:creationId xmlns:a16="http://schemas.microsoft.com/office/drawing/2014/main" id="{FAA17237-7565-59BC-F4D6-D79F602B6D6B}"/>
                  </a:ext>
                </a:extLst>
              </p:cNvPr>
              <p:cNvSpPr/>
              <p:nvPr/>
            </p:nvSpPr>
            <p:spPr>
              <a:xfrm flipH="1">
                <a:off x="3842483" y="2841742"/>
                <a:ext cx="32795" cy="79598"/>
              </a:xfrm>
              <a:custGeom>
                <a:avLst/>
                <a:gdLst/>
                <a:ahLst/>
                <a:cxnLst/>
                <a:rect l="l" t="t" r="r" b="b"/>
                <a:pathLst>
                  <a:path w="590" h="1432" extrusionOk="0">
                    <a:moveTo>
                      <a:pt x="589" y="0"/>
                    </a:moveTo>
                    <a:lnTo>
                      <a:pt x="0" y="477"/>
                    </a:lnTo>
                    <a:lnTo>
                      <a:pt x="375" y="1399"/>
                    </a:lnTo>
                    <a:lnTo>
                      <a:pt x="581" y="1431"/>
                    </a:lnTo>
                    <a:lnTo>
                      <a:pt x="589" y="0"/>
                    </a:ln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063;p28">
                <a:extLst>
                  <a:ext uri="{FF2B5EF4-FFF2-40B4-BE49-F238E27FC236}">
                    <a16:creationId xmlns:a16="http://schemas.microsoft.com/office/drawing/2014/main" id="{F3779EA8-64FC-E34E-10E9-6217C32FDC51}"/>
                  </a:ext>
                </a:extLst>
              </p:cNvPr>
              <p:cNvSpPr/>
              <p:nvPr/>
            </p:nvSpPr>
            <p:spPr>
              <a:xfrm flipH="1">
                <a:off x="3758829" y="2879706"/>
                <a:ext cx="23290" cy="41578"/>
              </a:xfrm>
              <a:custGeom>
                <a:avLst/>
                <a:gdLst/>
                <a:ahLst/>
                <a:cxnLst/>
                <a:rect l="l" t="t" r="r" b="b"/>
                <a:pathLst>
                  <a:path w="419" h="748" extrusionOk="0">
                    <a:moveTo>
                      <a:pt x="166" y="1"/>
                    </a:moveTo>
                    <a:cubicBezTo>
                      <a:pt x="162" y="1"/>
                      <a:pt x="158" y="1"/>
                      <a:pt x="153" y="2"/>
                    </a:cubicBezTo>
                    <a:cubicBezTo>
                      <a:pt x="55" y="15"/>
                      <a:pt x="0" y="193"/>
                      <a:pt x="31" y="398"/>
                    </a:cubicBezTo>
                    <a:cubicBezTo>
                      <a:pt x="62" y="596"/>
                      <a:pt x="160" y="748"/>
                      <a:pt x="255" y="748"/>
                    </a:cubicBezTo>
                    <a:cubicBezTo>
                      <a:pt x="259" y="748"/>
                      <a:pt x="263" y="748"/>
                      <a:pt x="267" y="747"/>
                    </a:cubicBezTo>
                    <a:cubicBezTo>
                      <a:pt x="365" y="733"/>
                      <a:pt x="419" y="555"/>
                      <a:pt x="388" y="349"/>
                    </a:cubicBezTo>
                    <a:cubicBezTo>
                      <a:pt x="358" y="152"/>
                      <a:pt x="260" y="1"/>
                      <a:pt x="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064;p28">
                <a:extLst>
                  <a:ext uri="{FF2B5EF4-FFF2-40B4-BE49-F238E27FC236}">
                    <a16:creationId xmlns:a16="http://schemas.microsoft.com/office/drawing/2014/main" id="{B069CD69-4FA5-6B97-3D8C-2F38F618A01D}"/>
                  </a:ext>
                </a:extLst>
              </p:cNvPr>
              <p:cNvSpPr/>
              <p:nvPr/>
            </p:nvSpPr>
            <p:spPr>
              <a:xfrm flipH="1">
                <a:off x="3765887" y="2832460"/>
                <a:ext cx="49637" cy="18565"/>
              </a:xfrm>
              <a:custGeom>
                <a:avLst/>
                <a:gdLst/>
                <a:ahLst/>
                <a:cxnLst/>
                <a:rect l="l" t="t" r="r" b="b"/>
                <a:pathLst>
                  <a:path w="893" h="334" extrusionOk="0">
                    <a:moveTo>
                      <a:pt x="499" y="1"/>
                    </a:moveTo>
                    <a:cubicBezTo>
                      <a:pt x="422" y="1"/>
                      <a:pt x="336" y="17"/>
                      <a:pt x="254" y="55"/>
                    </a:cubicBezTo>
                    <a:cubicBezTo>
                      <a:pt x="0" y="173"/>
                      <a:pt x="5" y="334"/>
                      <a:pt x="233" y="334"/>
                    </a:cubicBezTo>
                    <a:cubicBezTo>
                      <a:pt x="295" y="334"/>
                      <a:pt x="375" y="321"/>
                      <a:pt x="471" y="293"/>
                    </a:cubicBezTo>
                    <a:cubicBezTo>
                      <a:pt x="892" y="167"/>
                      <a:pt x="746" y="1"/>
                      <a:pt x="499"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065;p28">
                <a:extLst>
                  <a:ext uri="{FF2B5EF4-FFF2-40B4-BE49-F238E27FC236}">
                    <a16:creationId xmlns:a16="http://schemas.microsoft.com/office/drawing/2014/main" id="{5A851817-74C5-EFB4-121D-BE6A20AA0C74}"/>
                  </a:ext>
                </a:extLst>
              </p:cNvPr>
              <p:cNvSpPr/>
              <p:nvPr/>
            </p:nvSpPr>
            <p:spPr>
              <a:xfrm flipH="1">
                <a:off x="3693295" y="2868255"/>
                <a:ext cx="23346" cy="41578"/>
              </a:xfrm>
              <a:custGeom>
                <a:avLst/>
                <a:gdLst/>
                <a:ahLst/>
                <a:cxnLst/>
                <a:rect l="l" t="t" r="r" b="b"/>
                <a:pathLst>
                  <a:path w="420" h="748" extrusionOk="0">
                    <a:moveTo>
                      <a:pt x="165" y="0"/>
                    </a:moveTo>
                    <a:cubicBezTo>
                      <a:pt x="161" y="0"/>
                      <a:pt x="157" y="0"/>
                      <a:pt x="153" y="1"/>
                    </a:cubicBezTo>
                    <a:cubicBezTo>
                      <a:pt x="55" y="15"/>
                      <a:pt x="1" y="193"/>
                      <a:pt x="32" y="399"/>
                    </a:cubicBezTo>
                    <a:cubicBezTo>
                      <a:pt x="61" y="596"/>
                      <a:pt x="159" y="747"/>
                      <a:pt x="254" y="747"/>
                    </a:cubicBezTo>
                    <a:cubicBezTo>
                      <a:pt x="258" y="747"/>
                      <a:pt x="262" y="747"/>
                      <a:pt x="266" y="746"/>
                    </a:cubicBezTo>
                    <a:cubicBezTo>
                      <a:pt x="364" y="732"/>
                      <a:pt x="419" y="555"/>
                      <a:pt x="388" y="350"/>
                    </a:cubicBezTo>
                    <a:cubicBezTo>
                      <a:pt x="358" y="152"/>
                      <a:pt x="260"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066;p28">
                <a:extLst>
                  <a:ext uri="{FF2B5EF4-FFF2-40B4-BE49-F238E27FC236}">
                    <a16:creationId xmlns:a16="http://schemas.microsoft.com/office/drawing/2014/main" id="{AD496329-7AEE-CE27-2FB1-0E1578BFB7B8}"/>
                  </a:ext>
                </a:extLst>
              </p:cNvPr>
              <p:cNvSpPr/>
              <p:nvPr/>
            </p:nvSpPr>
            <p:spPr>
              <a:xfrm flipH="1">
                <a:off x="3680010" y="2817007"/>
                <a:ext cx="55696" cy="16787"/>
              </a:xfrm>
              <a:custGeom>
                <a:avLst/>
                <a:gdLst/>
                <a:ahLst/>
                <a:cxnLst/>
                <a:rect l="l" t="t" r="r" b="b"/>
                <a:pathLst>
                  <a:path w="1002" h="302" extrusionOk="0">
                    <a:moveTo>
                      <a:pt x="406" y="1"/>
                    </a:moveTo>
                    <a:cubicBezTo>
                      <a:pt x="390" y="1"/>
                      <a:pt x="375" y="1"/>
                      <a:pt x="359" y="3"/>
                    </a:cubicBezTo>
                    <a:cubicBezTo>
                      <a:pt x="1" y="31"/>
                      <a:pt x="8" y="270"/>
                      <a:pt x="472" y="299"/>
                    </a:cubicBezTo>
                    <a:cubicBezTo>
                      <a:pt x="499" y="300"/>
                      <a:pt x="524" y="301"/>
                      <a:pt x="547" y="301"/>
                    </a:cubicBezTo>
                    <a:cubicBezTo>
                      <a:pt x="1001" y="301"/>
                      <a:pt x="751" y="1"/>
                      <a:pt x="406"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067;p28">
                <a:extLst>
                  <a:ext uri="{FF2B5EF4-FFF2-40B4-BE49-F238E27FC236}">
                    <a16:creationId xmlns:a16="http://schemas.microsoft.com/office/drawing/2014/main" id="{C0EB4A94-CCA3-7618-A613-F9FBAAFD406B}"/>
                  </a:ext>
                </a:extLst>
              </p:cNvPr>
              <p:cNvSpPr/>
              <p:nvPr/>
            </p:nvSpPr>
            <p:spPr>
              <a:xfrm flipH="1">
                <a:off x="3691016" y="2855749"/>
                <a:ext cx="53362" cy="98608"/>
              </a:xfrm>
              <a:custGeom>
                <a:avLst/>
                <a:gdLst/>
                <a:ahLst/>
                <a:cxnLst/>
                <a:rect l="l" t="t" r="r" b="b"/>
                <a:pathLst>
                  <a:path w="960" h="1774" extrusionOk="0">
                    <a:moveTo>
                      <a:pt x="15" y="1"/>
                    </a:moveTo>
                    <a:lnTo>
                      <a:pt x="0" y="1733"/>
                    </a:lnTo>
                    <a:lnTo>
                      <a:pt x="134" y="1761"/>
                    </a:lnTo>
                    <a:cubicBezTo>
                      <a:pt x="175" y="1769"/>
                      <a:pt x="214" y="1773"/>
                      <a:pt x="253" y="1773"/>
                    </a:cubicBezTo>
                    <a:cubicBezTo>
                      <a:pt x="688" y="1773"/>
                      <a:pt x="959" y="1267"/>
                      <a:pt x="649" y="930"/>
                    </a:cubicBezTo>
                    <a:cubicBezTo>
                      <a:pt x="431" y="696"/>
                      <a:pt x="195" y="429"/>
                      <a:pt x="15" y="1"/>
                    </a:cubicBez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068;p28">
                <a:extLst>
                  <a:ext uri="{FF2B5EF4-FFF2-40B4-BE49-F238E27FC236}">
                    <a16:creationId xmlns:a16="http://schemas.microsoft.com/office/drawing/2014/main" id="{94C8BA53-59B5-9EF9-41B7-5880AF1C2420}"/>
                  </a:ext>
                </a:extLst>
              </p:cNvPr>
              <p:cNvSpPr/>
              <p:nvPr/>
            </p:nvSpPr>
            <p:spPr>
              <a:xfrm flipH="1">
                <a:off x="3689515" y="2855749"/>
                <a:ext cx="54862" cy="103666"/>
              </a:xfrm>
              <a:custGeom>
                <a:avLst/>
                <a:gdLst/>
                <a:ahLst/>
                <a:cxnLst/>
                <a:rect l="l" t="t" r="r" b="b"/>
                <a:pathLst>
                  <a:path w="987" h="1865" fill="none" extrusionOk="0">
                    <a:moveTo>
                      <a:pt x="15" y="1"/>
                    </a:moveTo>
                    <a:cubicBezTo>
                      <a:pt x="195" y="429"/>
                      <a:pt x="431" y="696"/>
                      <a:pt x="649" y="930"/>
                    </a:cubicBezTo>
                    <a:cubicBezTo>
                      <a:pt x="987" y="1297"/>
                      <a:pt x="636" y="1864"/>
                      <a:pt x="134" y="1761"/>
                    </a:cubicBezTo>
                    <a:lnTo>
                      <a:pt x="0" y="1733"/>
                    </a:lnTo>
                  </a:path>
                </a:pathLst>
              </a:custGeom>
              <a:noFill/>
              <a:ln w="475" cap="flat" cmpd="sng">
                <a:solidFill>
                  <a:srgbClr val="EAAB8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069;p28">
                <a:extLst>
                  <a:ext uri="{FF2B5EF4-FFF2-40B4-BE49-F238E27FC236}">
                    <a16:creationId xmlns:a16="http://schemas.microsoft.com/office/drawing/2014/main" id="{5C0AAB0D-282F-3F8E-0EEE-2887272F49AB}"/>
                  </a:ext>
                </a:extLst>
              </p:cNvPr>
              <p:cNvSpPr/>
              <p:nvPr/>
            </p:nvSpPr>
            <p:spPr>
              <a:xfrm flipH="1">
                <a:off x="3818970" y="2789549"/>
                <a:ext cx="64590" cy="107835"/>
              </a:xfrm>
              <a:custGeom>
                <a:avLst/>
                <a:gdLst/>
                <a:ahLst/>
                <a:cxnLst/>
                <a:rect l="l" t="t" r="r" b="b"/>
                <a:pathLst>
                  <a:path w="1162" h="1940" extrusionOk="0">
                    <a:moveTo>
                      <a:pt x="945" y="0"/>
                    </a:moveTo>
                    <a:lnTo>
                      <a:pt x="1" y="494"/>
                    </a:lnTo>
                    <a:lnTo>
                      <a:pt x="443" y="1939"/>
                    </a:lnTo>
                    <a:lnTo>
                      <a:pt x="559" y="1825"/>
                    </a:lnTo>
                    <a:cubicBezTo>
                      <a:pt x="994" y="1393"/>
                      <a:pt x="1161" y="776"/>
                      <a:pt x="1000" y="197"/>
                    </a:cubicBezTo>
                    <a:lnTo>
                      <a:pt x="945" y="0"/>
                    </a:ln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070;p28">
                <a:extLst>
                  <a:ext uri="{FF2B5EF4-FFF2-40B4-BE49-F238E27FC236}">
                    <a16:creationId xmlns:a16="http://schemas.microsoft.com/office/drawing/2014/main" id="{D2A470EB-71BC-97DD-4487-609E2052386F}"/>
                  </a:ext>
                </a:extLst>
              </p:cNvPr>
              <p:cNvSpPr/>
              <p:nvPr/>
            </p:nvSpPr>
            <p:spPr>
              <a:xfrm flipH="1">
                <a:off x="3721753" y="2760201"/>
                <a:ext cx="78820" cy="37075"/>
              </a:xfrm>
              <a:custGeom>
                <a:avLst/>
                <a:gdLst/>
                <a:ahLst/>
                <a:cxnLst/>
                <a:rect l="l" t="t" r="r" b="b"/>
                <a:pathLst>
                  <a:path w="1418" h="667" extrusionOk="0">
                    <a:moveTo>
                      <a:pt x="708" y="1"/>
                    </a:moveTo>
                    <a:cubicBezTo>
                      <a:pt x="288" y="1"/>
                      <a:pt x="1" y="359"/>
                      <a:pt x="1" y="359"/>
                    </a:cubicBezTo>
                    <a:cubicBezTo>
                      <a:pt x="298" y="589"/>
                      <a:pt x="555" y="666"/>
                      <a:pt x="765" y="666"/>
                    </a:cubicBezTo>
                    <a:cubicBezTo>
                      <a:pt x="1184" y="666"/>
                      <a:pt x="1417" y="359"/>
                      <a:pt x="1417" y="359"/>
                    </a:cubicBezTo>
                    <a:cubicBezTo>
                      <a:pt x="1161" y="90"/>
                      <a:pt x="918" y="1"/>
                      <a:pt x="708"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071;p28">
                <a:extLst>
                  <a:ext uri="{FF2B5EF4-FFF2-40B4-BE49-F238E27FC236}">
                    <a16:creationId xmlns:a16="http://schemas.microsoft.com/office/drawing/2014/main" id="{5D904CC2-668C-C269-76AD-E53B3E64321B}"/>
                  </a:ext>
                </a:extLst>
              </p:cNvPr>
              <p:cNvSpPr/>
              <p:nvPr/>
            </p:nvSpPr>
            <p:spPr>
              <a:xfrm flipH="1">
                <a:off x="3765883" y="3183581"/>
                <a:ext cx="292989" cy="374587"/>
              </a:xfrm>
              <a:custGeom>
                <a:avLst/>
                <a:gdLst/>
                <a:ahLst/>
                <a:cxnLst/>
                <a:rect l="l" t="t" r="r" b="b"/>
                <a:pathLst>
                  <a:path w="5271" h="6739" extrusionOk="0">
                    <a:moveTo>
                      <a:pt x="368" y="0"/>
                    </a:moveTo>
                    <a:cubicBezTo>
                      <a:pt x="75" y="1350"/>
                      <a:pt x="1" y="5332"/>
                      <a:pt x="41" y="6649"/>
                    </a:cubicBezTo>
                    <a:lnTo>
                      <a:pt x="5271" y="6738"/>
                    </a:lnTo>
                    <a:lnTo>
                      <a:pt x="5271" y="6738"/>
                    </a:lnTo>
                    <a:lnTo>
                      <a:pt x="5039" y="2715"/>
                    </a:lnTo>
                    <a:lnTo>
                      <a:pt x="3293" y="2471"/>
                    </a:lnTo>
                    <a:lnTo>
                      <a:pt x="368" y="0"/>
                    </a:lnTo>
                    <a:close/>
                  </a:path>
                </a:pathLst>
              </a:custGeom>
              <a:solidFill>
                <a:srgbClr val="4F76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072;p28">
                <a:extLst>
                  <a:ext uri="{FF2B5EF4-FFF2-40B4-BE49-F238E27FC236}">
                    <a16:creationId xmlns:a16="http://schemas.microsoft.com/office/drawing/2014/main" id="{7922F15F-6340-25FC-F18B-90A9EB6B3D89}"/>
                  </a:ext>
                </a:extLst>
              </p:cNvPr>
              <p:cNvSpPr/>
              <p:nvPr/>
            </p:nvSpPr>
            <p:spPr>
              <a:xfrm flipH="1">
                <a:off x="3808075" y="3075915"/>
                <a:ext cx="79709" cy="180762"/>
              </a:xfrm>
              <a:custGeom>
                <a:avLst/>
                <a:gdLst/>
                <a:ahLst/>
                <a:cxnLst/>
                <a:rect l="l" t="t" r="r" b="b"/>
                <a:pathLst>
                  <a:path w="1434" h="3252" extrusionOk="0">
                    <a:moveTo>
                      <a:pt x="616" y="1"/>
                    </a:moveTo>
                    <a:lnTo>
                      <a:pt x="409" y="26"/>
                    </a:lnTo>
                    <a:lnTo>
                      <a:pt x="0" y="325"/>
                    </a:lnTo>
                    <a:lnTo>
                      <a:pt x="595" y="828"/>
                    </a:lnTo>
                    <a:lnTo>
                      <a:pt x="614" y="1802"/>
                    </a:lnTo>
                    <a:lnTo>
                      <a:pt x="1434" y="3252"/>
                    </a:lnTo>
                    <a:lnTo>
                      <a:pt x="1347" y="1473"/>
                    </a:lnTo>
                    <a:lnTo>
                      <a:pt x="947" y="760"/>
                    </a:lnTo>
                    <a:lnTo>
                      <a:pt x="1026" y="273"/>
                    </a:lnTo>
                    <a:lnTo>
                      <a:pt x="61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073;p28">
                <a:extLst>
                  <a:ext uri="{FF2B5EF4-FFF2-40B4-BE49-F238E27FC236}">
                    <a16:creationId xmlns:a16="http://schemas.microsoft.com/office/drawing/2014/main" id="{6B65A860-34A7-0DDD-3C04-1D133DE98F20}"/>
                  </a:ext>
                </a:extLst>
              </p:cNvPr>
              <p:cNvSpPr/>
              <p:nvPr/>
            </p:nvSpPr>
            <p:spPr>
              <a:xfrm flipH="1">
                <a:off x="3837479" y="2978200"/>
                <a:ext cx="118396" cy="136406"/>
              </a:xfrm>
              <a:custGeom>
                <a:avLst/>
                <a:gdLst/>
                <a:ahLst/>
                <a:cxnLst/>
                <a:rect l="l" t="t" r="r" b="b"/>
                <a:pathLst>
                  <a:path w="2130" h="2454" extrusionOk="0">
                    <a:moveTo>
                      <a:pt x="474" y="1"/>
                    </a:moveTo>
                    <a:lnTo>
                      <a:pt x="1" y="755"/>
                    </a:lnTo>
                    <a:lnTo>
                      <a:pt x="1210" y="2454"/>
                    </a:lnTo>
                    <a:lnTo>
                      <a:pt x="1631" y="2048"/>
                    </a:lnTo>
                    <a:cubicBezTo>
                      <a:pt x="2129" y="1566"/>
                      <a:pt x="2040" y="742"/>
                      <a:pt x="1420" y="414"/>
                    </a:cubicBezTo>
                    <a:cubicBezTo>
                      <a:pt x="1392" y="400"/>
                      <a:pt x="1362" y="386"/>
                      <a:pt x="1334" y="373"/>
                    </a:cubicBezTo>
                    <a:lnTo>
                      <a:pt x="4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074;p28">
                <a:extLst>
                  <a:ext uri="{FF2B5EF4-FFF2-40B4-BE49-F238E27FC236}">
                    <a16:creationId xmlns:a16="http://schemas.microsoft.com/office/drawing/2014/main" id="{6BE7E98F-6D7E-5D72-BA1D-5317B4E8DDE3}"/>
                  </a:ext>
                </a:extLst>
              </p:cNvPr>
              <p:cNvSpPr/>
              <p:nvPr/>
            </p:nvSpPr>
            <p:spPr>
              <a:xfrm rot="-888226" flipH="1">
                <a:off x="3868900" y="3071534"/>
                <a:ext cx="295601" cy="448961"/>
              </a:xfrm>
              <a:custGeom>
                <a:avLst/>
                <a:gdLst/>
                <a:ahLst/>
                <a:cxnLst/>
                <a:rect l="l" t="t" r="r" b="b"/>
                <a:pathLst>
                  <a:path w="5318" h="8077" extrusionOk="0">
                    <a:moveTo>
                      <a:pt x="1420" y="0"/>
                    </a:moveTo>
                    <a:cubicBezTo>
                      <a:pt x="1402" y="0"/>
                      <a:pt x="1383" y="1"/>
                      <a:pt x="1364" y="2"/>
                    </a:cubicBezTo>
                    <a:cubicBezTo>
                      <a:pt x="573" y="48"/>
                      <a:pt x="1" y="755"/>
                      <a:pt x="41" y="1512"/>
                    </a:cubicBezTo>
                    <a:cubicBezTo>
                      <a:pt x="164" y="3889"/>
                      <a:pt x="1047" y="5607"/>
                      <a:pt x="2122" y="7329"/>
                    </a:cubicBezTo>
                    <a:cubicBezTo>
                      <a:pt x="2419" y="7803"/>
                      <a:pt x="2949" y="8076"/>
                      <a:pt x="3502" y="8076"/>
                    </a:cubicBezTo>
                    <a:cubicBezTo>
                      <a:pt x="3686" y="8076"/>
                      <a:pt x="3873" y="8046"/>
                      <a:pt x="4054" y="7983"/>
                    </a:cubicBezTo>
                    <a:cubicBezTo>
                      <a:pt x="4892" y="7689"/>
                      <a:pt x="5317" y="6798"/>
                      <a:pt x="5000" y="6003"/>
                    </a:cubicBezTo>
                    <a:lnTo>
                      <a:pt x="2729" y="1001"/>
                    </a:lnTo>
                    <a:cubicBezTo>
                      <a:pt x="2597" y="697"/>
                      <a:pt x="2095" y="0"/>
                      <a:pt x="14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075;p28">
                <a:extLst>
                  <a:ext uri="{FF2B5EF4-FFF2-40B4-BE49-F238E27FC236}">
                    <a16:creationId xmlns:a16="http://schemas.microsoft.com/office/drawing/2014/main" id="{B585D22E-A8F1-8118-6CA2-B6E00BB63B9E}"/>
                  </a:ext>
                </a:extLst>
              </p:cNvPr>
              <p:cNvSpPr/>
              <p:nvPr/>
            </p:nvSpPr>
            <p:spPr>
              <a:xfrm rot="-4233323" flipH="1">
                <a:off x="3752526" y="3498339"/>
                <a:ext cx="417800" cy="174936"/>
              </a:xfrm>
              <a:custGeom>
                <a:avLst/>
                <a:gdLst/>
                <a:ahLst/>
                <a:cxnLst/>
                <a:rect l="l" t="t" r="r" b="b"/>
                <a:pathLst>
                  <a:path w="7516" h="3147" extrusionOk="0">
                    <a:moveTo>
                      <a:pt x="1433" y="0"/>
                    </a:moveTo>
                    <a:cubicBezTo>
                      <a:pt x="1427" y="0"/>
                      <a:pt x="1420" y="1"/>
                      <a:pt x="1414" y="1"/>
                    </a:cubicBezTo>
                    <a:cubicBezTo>
                      <a:pt x="810" y="9"/>
                      <a:pt x="252" y="408"/>
                      <a:pt x="78" y="1025"/>
                    </a:cubicBezTo>
                    <a:cubicBezTo>
                      <a:pt x="1" y="1298"/>
                      <a:pt x="10" y="1575"/>
                      <a:pt x="87" y="1827"/>
                    </a:cubicBezTo>
                    <a:cubicBezTo>
                      <a:pt x="236" y="2304"/>
                      <a:pt x="630" y="2689"/>
                      <a:pt x="1160" y="2789"/>
                    </a:cubicBezTo>
                    <a:cubicBezTo>
                      <a:pt x="2635" y="3067"/>
                      <a:pt x="3984" y="3147"/>
                      <a:pt x="5051" y="3147"/>
                    </a:cubicBezTo>
                    <a:cubicBezTo>
                      <a:pt x="6509" y="3147"/>
                      <a:pt x="7439" y="2997"/>
                      <a:pt x="7439" y="2997"/>
                    </a:cubicBezTo>
                    <a:lnTo>
                      <a:pt x="7516" y="1931"/>
                    </a:lnTo>
                    <a:lnTo>
                      <a:pt x="1891" y="77"/>
                    </a:lnTo>
                    <a:cubicBezTo>
                      <a:pt x="1739" y="26"/>
                      <a:pt x="1585" y="0"/>
                      <a:pt x="1433" y="0"/>
                    </a:cubicBez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076;p28">
                <a:extLst>
                  <a:ext uri="{FF2B5EF4-FFF2-40B4-BE49-F238E27FC236}">
                    <a16:creationId xmlns:a16="http://schemas.microsoft.com/office/drawing/2014/main" id="{7D731C0B-2C48-70EF-BDB1-5CF911FFAD83}"/>
                  </a:ext>
                </a:extLst>
              </p:cNvPr>
              <p:cNvSpPr/>
              <p:nvPr/>
            </p:nvSpPr>
            <p:spPr>
              <a:xfrm rot="-4233350" flipH="1">
                <a:off x="3881263" y="3726871"/>
                <a:ext cx="143748" cy="96110"/>
              </a:xfrm>
              <a:custGeom>
                <a:avLst/>
                <a:gdLst/>
                <a:ahLst/>
                <a:cxnLst/>
                <a:rect l="l" t="t" r="r" b="b"/>
                <a:pathLst>
                  <a:path w="2586" h="1729" extrusionOk="0">
                    <a:moveTo>
                      <a:pt x="937" y="1"/>
                    </a:moveTo>
                    <a:lnTo>
                      <a:pt x="0" y="1155"/>
                    </a:lnTo>
                    <a:lnTo>
                      <a:pt x="1156" y="1728"/>
                    </a:lnTo>
                    <a:lnTo>
                      <a:pt x="2585" y="362"/>
                    </a:lnTo>
                    <a:lnTo>
                      <a:pt x="937" y="1"/>
                    </a:ln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077;p28">
                <a:extLst>
                  <a:ext uri="{FF2B5EF4-FFF2-40B4-BE49-F238E27FC236}">
                    <a16:creationId xmlns:a16="http://schemas.microsoft.com/office/drawing/2014/main" id="{D556D88E-26DD-460F-5773-1663DF3D5F0C}"/>
                  </a:ext>
                </a:extLst>
              </p:cNvPr>
              <p:cNvSpPr/>
              <p:nvPr/>
            </p:nvSpPr>
            <p:spPr>
              <a:xfrm rot="-4233350" flipH="1">
                <a:off x="3880990" y="3816933"/>
                <a:ext cx="97666" cy="59923"/>
              </a:xfrm>
              <a:custGeom>
                <a:avLst/>
                <a:gdLst/>
                <a:ahLst/>
                <a:cxnLst/>
                <a:rect l="l" t="t" r="r" b="b"/>
                <a:pathLst>
                  <a:path w="1757" h="1078" extrusionOk="0">
                    <a:moveTo>
                      <a:pt x="810" y="1"/>
                    </a:moveTo>
                    <a:lnTo>
                      <a:pt x="1" y="675"/>
                    </a:lnTo>
                    <a:lnTo>
                      <a:pt x="1114" y="902"/>
                    </a:lnTo>
                    <a:lnTo>
                      <a:pt x="1423" y="1049"/>
                    </a:lnTo>
                    <a:cubicBezTo>
                      <a:pt x="1453" y="1068"/>
                      <a:pt x="1486" y="1078"/>
                      <a:pt x="1520" y="1078"/>
                    </a:cubicBezTo>
                    <a:cubicBezTo>
                      <a:pt x="1532" y="1078"/>
                      <a:pt x="1544" y="1077"/>
                      <a:pt x="1555" y="1074"/>
                    </a:cubicBezTo>
                    <a:cubicBezTo>
                      <a:pt x="1703" y="1046"/>
                      <a:pt x="1757" y="862"/>
                      <a:pt x="1647" y="759"/>
                    </a:cubicBezTo>
                    <a:lnTo>
                      <a:pt x="810" y="1"/>
                    </a:ln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078;p28">
                <a:extLst>
                  <a:ext uri="{FF2B5EF4-FFF2-40B4-BE49-F238E27FC236}">
                    <a16:creationId xmlns:a16="http://schemas.microsoft.com/office/drawing/2014/main" id="{130F4F08-C427-988F-CDA3-8931CC15D957}"/>
                  </a:ext>
                </a:extLst>
              </p:cNvPr>
              <p:cNvSpPr/>
              <p:nvPr/>
            </p:nvSpPr>
            <p:spPr>
              <a:xfrm rot="-4233350" flipH="1">
                <a:off x="3913614" y="3815803"/>
                <a:ext cx="73097" cy="47305"/>
              </a:xfrm>
              <a:custGeom>
                <a:avLst/>
                <a:gdLst/>
                <a:ahLst/>
                <a:cxnLst/>
                <a:rect l="l" t="t" r="r" b="b"/>
                <a:pathLst>
                  <a:path w="1315" h="851" extrusionOk="0">
                    <a:moveTo>
                      <a:pt x="339" y="1"/>
                    </a:moveTo>
                    <a:lnTo>
                      <a:pt x="0" y="384"/>
                    </a:lnTo>
                    <a:lnTo>
                      <a:pt x="987" y="834"/>
                    </a:lnTo>
                    <a:cubicBezTo>
                      <a:pt x="1014" y="845"/>
                      <a:pt x="1042" y="851"/>
                      <a:pt x="1069" y="851"/>
                    </a:cubicBezTo>
                    <a:cubicBezTo>
                      <a:pt x="1140" y="851"/>
                      <a:pt x="1208" y="815"/>
                      <a:pt x="1249" y="752"/>
                    </a:cubicBezTo>
                    <a:cubicBezTo>
                      <a:pt x="1315" y="648"/>
                      <a:pt x="1278" y="508"/>
                      <a:pt x="1169" y="450"/>
                    </a:cubicBezTo>
                    <a:lnTo>
                      <a:pt x="339" y="1"/>
                    </a:ln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079;p28">
                <a:extLst>
                  <a:ext uri="{FF2B5EF4-FFF2-40B4-BE49-F238E27FC236}">
                    <a16:creationId xmlns:a16="http://schemas.microsoft.com/office/drawing/2014/main" id="{4260F037-7345-2C13-2079-C4E78CC3AFDF}"/>
                  </a:ext>
                </a:extLst>
              </p:cNvPr>
              <p:cNvSpPr/>
              <p:nvPr/>
            </p:nvSpPr>
            <p:spPr>
              <a:xfrm rot="-4233350" flipH="1">
                <a:off x="3934636" y="3805548"/>
                <a:ext cx="73152" cy="47249"/>
              </a:xfrm>
              <a:custGeom>
                <a:avLst/>
                <a:gdLst/>
                <a:ahLst/>
                <a:cxnLst/>
                <a:rect l="l" t="t" r="r" b="b"/>
                <a:pathLst>
                  <a:path w="1316" h="850" extrusionOk="0">
                    <a:moveTo>
                      <a:pt x="339" y="1"/>
                    </a:moveTo>
                    <a:lnTo>
                      <a:pt x="1" y="383"/>
                    </a:lnTo>
                    <a:lnTo>
                      <a:pt x="987" y="833"/>
                    </a:lnTo>
                    <a:cubicBezTo>
                      <a:pt x="1014" y="844"/>
                      <a:pt x="1042" y="850"/>
                      <a:pt x="1070" y="850"/>
                    </a:cubicBezTo>
                    <a:cubicBezTo>
                      <a:pt x="1141" y="850"/>
                      <a:pt x="1209" y="814"/>
                      <a:pt x="1249" y="752"/>
                    </a:cubicBezTo>
                    <a:cubicBezTo>
                      <a:pt x="1315" y="647"/>
                      <a:pt x="1279" y="507"/>
                      <a:pt x="1169" y="449"/>
                    </a:cubicBezTo>
                    <a:lnTo>
                      <a:pt x="339" y="1"/>
                    </a:ln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080;p28">
                <a:extLst>
                  <a:ext uri="{FF2B5EF4-FFF2-40B4-BE49-F238E27FC236}">
                    <a16:creationId xmlns:a16="http://schemas.microsoft.com/office/drawing/2014/main" id="{4062A771-0A2F-8AE9-91B9-877324684D36}"/>
                  </a:ext>
                </a:extLst>
              </p:cNvPr>
              <p:cNvSpPr/>
              <p:nvPr/>
            </p:nvSpPr>
            <p:spPr>
              <a:xfrm rot="-4233350" flipH="1">
                <a:off x="3954419" y="3795339"/>
                <a:ext cx="73097" cy="47249"/>
              </a:xfrm>
              <a:custGeom>
                <a:avLst/>
                <a:gdLst/>
                <a:ahLst/>
                <a:cxnLst/>
                <a:rect l="l" t="t" r="r" b="b"/>
                <a:pathLst>
                  <a:path w="1315" h="850" extrusionOk="0">
                    <a:moveTo>
                      <a:pt x="338" y="0"/>
                    </a:moveTo>
                    <a:lnTo>
                      <a:pt x="0" y="383"/>
                    </a:lnTo>
                    <a:lnTo>
                      <a:pt x="987" y="833"/>
                    </a:lnTo>
                    <a:cubicBezTo>
                      <a:pt x="1013" y="845"/>
                      <a:pt x="1041" y="850"/>
                      <a:pt x="1068" y="850"/>
                    </a:cubicBezTo>
                    <a:cubicBezTo>
                      <a:pt x="1139" y="850"/>
                      <a:pt x="1208" y="814"/>
                      <a:pt x="1248" y="751"/>
                    </a:cubicBezTo>
                    <a:cubicBezTo>
                      <a:pt x="1315" y="646"/>
                      <a:pt x="1278" y="506"/>
                      <a:pt x="1168" y="448"/>
                    </a:cubicBezTo>
                    <a:lnTo>
                      <a:pt x="338" y="0"/>
                    </a:lnTo>
                    <a:close/>
                  </a:path>
                </a:pathLst>
              </a:custGeom>
              <a:solidFill>
                <a:srgbClr val="F2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081;p28">
                <a:extLst>
                  <a:ext uri="{FF2B5EF4-FFF2-40B4-BE49-F238E27FC236}">
                    <a16:creationId xmlns:a16="http://schemas.microsoft.com/office/drawing/2014/main" id="{4612B797-22C4-DC36-3441-18A05D5651A0}"/>
                  </a:ext>
                </a:extLst>
              </p:cNvPr>
              <p:cNvSpPr/>
              <p:nvPr/>
            </p:nvSpPr>
            <p:spPr>
              <a:xfrm>
                <a:off x="3732500" y="3234950"/>
                <a:ext cx="122100" cy="122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7" name="Google Shape;1331;p31">
            <a:extLst>
              <a:ext uri="{FF2B5EF4-FFF2-40B4-BE49-F238E27FC236}">
                <a16:creationId xmlns:a16="http://schemas.microsoft.com/office/drawing/2014/main" id="{4F77487D-F81F-55E2-CC99-4E2C2E981D1E}"/>
              </a:ext>
            </a:extLst>
          </p:cNvPr>
          <p:cNvSpPr/>
          <p:nvPr/>
        </p:nvSpPr>
        <p:spPr>
          <a:xfrm>
            <a:off x="4973278" y="76567"/>
            <a:ext cx="4061460"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88" name="Google Shape;1333;p31">
            <a:extLst>
              <a:ext uri="{FF2B5EF4-FFF2-40B4-BE49-F238E27FC236}">
                <a16:creationId xmlns:a16="http://schemas.microsoft.com/office/drawing/2014/main" id="{B8350933-B372-441D-708E-228998B0E3F0}"/>
              </a:ext>
            </a:extLst>
          </p:cNvPr>
          <p:cNvGrpSpPr/>
          <p:nvPr/>
        </p:nvGrpSpPr>
        <p:grpSpPr>
          <a:xfrm>
            <a:off x="5093228" y="301058"/>
            <a:ext cx="441436" cy="441224"/>
            <a:chOff x="5020347" y="2784874"/>
            <a:chExt cx="441436" cy="441224"/>
          </a:xfrm>
        </p:grpSpPr>
        <p:sp>
          <p:nvSpPr>
            <p:cNvPr id="89" name="Google Shape;1334;p31">
              <a:extLst>
                <a:ext uri="{FF2B5EF4-FFF2-40B4-BE49-F238E27FC236}">
                  <a16:creationId xmlns:a16="http://schemas.microsoft.com/office/drawing/2014/main" id="{06AFE2FA-FFF6-ECEE-9674-428550D5DD9D}"/>
                </a:ext>
              </a:extLst>
            </p:cNvPr>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1335;p31">
              <a:extLst>
                <a:ext uri="{FF2B5EF4-FFF2-40B4-BE49-F238E27FC236}">
                  <a16:creationId xmlns:a16="http://schemas.microsoft.com/office/drawing/2014/main" id="{A5868238-2DDD-D419-C599-954F122266E6}"/>
                </a:ext>
              </a:extLst>
            </p:cNvPr>
            <p:cNvSpPr/>
            <p:nvPr/>
          </p:nvSpPr>
          <p:spPr>
            <a:xfrm>
              <a:off x="5139725" y="2943772"/>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TextBox 90">
            <a:extLst>
              <a:ext uri="{FF2B5EF4-FFF2-40B4-BE49-F238E27FC236}">
                <a16:creationId xmlns:a16="http://schemas.microsoft.com/office/drawing/2014/main" id="{8722D257-EC6E-2FD2-66FD-72C03EBBD4C3}"/>
              </a:ext>
            </a:extLst>
          </p:cNvPr>
          <p:cNvSpPr txBox="1"/>
          <p:nvPr/>
        </p:nvSpPr>
        <p:spPr>
          <a:xfrm>
            <a:off x="5625614" y="295781"/>
            <a:ext cx="4061460" cy="461665"/>
          </a:xfrm>
          <a:prstGeom prst="rect">
            <a:avLst/>
          </a:prstGeom>
          <a:noFill/>
        </p:spPr>
        <p:txBody>
          <a:bodyPr wrap="square" rtlCol="0">
            <a:spAutoFit/>
          </a:bodyPr>
          <a:lstStyle/>
          <a:p>
            <a:r>
              <a:rPr lang="en-IN" sz="2400" dirty="0">
                <a:latin typeface="Fira Sans Extra Condensed SemiBold" panose="020B0604020202020204" charset="0"/>
              </a:rPr>
              <a:t>Task 5 Overview</a:t>
            </a:r>
          </a:p>
        </p:txBody>
      </p:sp>
      <p:sp>
        <p:nvSpPr>
          <p:cNvPr id="92" name="TextBox 91">
            <a:extLst>
              <a:ext uri="{FF2B5EF4-FFF2-40B4-BE49-F238E27FC236}">
                <a16:creationId xmlns:a16="http://schemas.microsoft.com/office/drawing/2014/main" id="{E7CE5EB3-1D20-86BA-E6E3-EC2384709AA1}"/>
              </a:ext>
            </a:extLst>
          </p:cNvPr>
          <p:cNvSpPr txBox="1"/>
          <p:nvPr/>
        </p:nvSpPr>
        <p:spPr>
          <a:xfrm>
            <a:off x="280424" y="3056203"/>
            <a:ext cx="6918960" cy="1815882"/>
          </a:xfrm>
          <a:prstGeom prst="rect">
            <a:avLst/>
          </a:prstGeom>
          <a:noFill/>
        </p:spPr>
        <p:txBody>
          <a:bodyPr wrap="square" rtlCol="0">
            <a:spAutoFit/>
          </a:bodyPr>
          <a:lstStyle/>
          <a:p>
            <a:r>
              <a:rPr lang="en-US" b="1" dirty="0">
                <a:latin typeface="Fira Sans Extra Condensed SemiBold" panose="020B0604020202020204" charset="0"/>
              </a:rPr>
              <a:t>Task 5: Top 5 Industries with Maximum Number of Data Science Related Job Postings</a:t>
            </a:r>
          </a:p>
          <a:p>
            <a:endParaRPr lang="en-US" b="1" dirty="0">
              <a:latin typeface="Fira Sans Extra Condensed SemiBold" panose="020B0604020202020204" charset="0"/>
            </a:endParaRPr>
          </a:p>
          <a:p>
            <a:endParaRPr lang="en-US" b="1" dirty="0">
              <a:latin typeface="Fira Sans Extra Condensed SemiBold" panose="020B0604020202020204" charset="0"/>
            </a:endParaRPr>
          </a:p>
          <a:p>
            <a:pPr algn="just"/>
            <a:r>
              <a:rPr lang="en-US" dirty="0">
                <a:latin typeface="Fira Sans Extra Condensed SemiBold" panose="020B0604020202020204" charset="0"/>
              </a:rPr>
              <a:t>This analysis focuses on identifying the industries with the highest demand for data science-related roles. By filtering data science job titles and aggregating job counts by industry, the results show that industries such as </a:t>
            </a:r>
            <a:r>
              <a:rPr lang="en-US" b="1" dirty="0">
                <a:latin typeface="Fira Sans Extra Condensed SemiBold" panose="020B0604020202020204" charset="0"/>
              </a:rPr>
              <a:t>Biotech &amp; Pharmaceuticals, Insurance, and IT Services</a:t>
            </a:r>
            <a:r>
              <a:rPr lang="en-US" dirty="0">
                <a:latin typeface="Fira Sans Extra Condensed SemiBold" panose="020B0604020202020204" charset="0"/>
              </a:rPr>
              <a:t> are among the top recruiters, indicating strong industry-driven demand for data professionals.</a:t>
            </a:r>
          </a:p>
          <a:p>
            <a:endParaRPr lang="en-IN" dirty="0">
              <a:latin typeface="Fira Sans Extra Condensed SemiBold" panose="020B0604020202020204" charset="0"/>
            </a:endParaRPr>
          </a:p>
        </p:txBody>
      </p:sp>
      <p:pic>
        <p:nvPicPr>
          <p:cNvPr id="94" name="Picture 93" descr="A graph with blue bars&#10;&#10;AI-generated content may be incorrect.">
            <a:extLst>
              <a:ext uri="{FF2B5EF4-FFF2-40B4-BE49-F238E27FC236}">
                <a16:creationId xmlns:a16="http://schemas.microsoft.com/office/drawing/2014/main" id="{24447566-0C85-80DE-5FC2-4D375BEFFC93}"/>
              </a:ext>
            </a:extLst>
          </p:cNvPr>
          <p:cNvPicPr>
            <a:picLocks noChangeAspect="1"/>
          </p:cNvPicPr>
          <p:nvPr/>
        </p:nvPicPr>
        <p:blipFill>
          <a:blip r:embed="rId2"/>
          <a:stretch>
            <a:fillRect/>
          </a:stretch>
        </p:blipFill>
        <p:spPr>
          <a:xfrm>
            <a:off x="373380" y="271414"/>
            <a:ext cx="4409754" cy="23969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19031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1082;p28">
            <a:extLst>
              <a:ext uri="{FF2B5EF4-FFF2-40B4-BE49-F238E27FC236}">
                <a16:creationId xmlns:a16="http://schemas.microsoft.com/office/drawing/2014/main" id="{C15C8BC8-F04C-4422-BCC5-924513850A34}"/>
              </a:ext>
            </a:extLst>
          </p:cNvPr>
          <p:cNvGrpSpPr/>
          <p:nvPr/>
        </p:nvGrpSpPr>
        <p:grpSpPr>
          <a:xfrm flipH="1">
            <a:off x="546457" y="2008868"/>
            <a:ext cx="1392851" cy="2765077"/>
            <a:chOff x="7129917" y="2927063"/>
            <a:chExt cx="1012414" cy="1770295"/>
          </a:xfrm>
        </p:grpSpPr>
        <p:sp>
          <p:nvSpPr>
            <p:cNvPr id="5" name="Google Shape;1083;p28">
              <a:extLst>
                <a:ext uri="{FF2B5EF4-FFF2-40B4-BE49-F238E27FC236}">
                  <a16:creationId xmlns:a16="http://schemas.microsoft.com/office/drawing/2014/main" id="{D8FAAB76-62D9-5A76-4A0E-E54FC0BDFFDD}"/>
                </a:ext>
              </a:extLst>
            </p:cNvPr>
            <p:cNvSpPr/>
            <p:nvPr/>
          </p:nvSpPr>
          <p:spPr>
            <a:xfrm flipH="1">
              <a:off x="7352481" y="2979867"/>
              <a:ext cx="57753" cy="256414"/>
            </a:xfrm>
            <a:custGeom>
              <a:avLst/>
              <a:gdLst/>
              <a:ahLst/>
              <a:cxnLst/>
              <a:rect l="l" t="t" r="r" b="b"/>
              <a:pathLst>
                <a:path w="1039" h="4613" extrusionOk="0">
                  <a:moveTo>
                    <a:pt x="290" y="0"/>
                  </a:moveTo>
                  <a:lnTo>
                    <a:pt x="1" y="4566"/>
                  </a:lnTo>
                  <a:lnTo>
                    <a:pt x="750" y="4613"/>
                  </a:lnTo>
                  <a:lnTo>
                    <a:pt x="1039" y="47"/>
                  </a:lnTo>
                  <a:lnTo>
                    <a:pt x="29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84;p28">
              <a:extLst>
                <a:ext uri="{FF2B5EF4-FFF2-40B4-BE49-F238E27FC236}">
                  <a16:creationId xmlns:a16="http://schemas.microsoft.com/office/drawing/2014/main" id="{C0E7D8C0-E9AB-7D95-F6FC-11DE668C8AD7}"/>
                </a:ext>
              </a:extLst>
            </p:cNvPr>
            <p:cNvSpPr/>
            <p:nvPr/>
          </p:nvSpPr>
          <p:spPr>
            <a:xfrm flipH="1">
              <a:off x="7406064" y="3041732"/>
              <a:ext cx="57697" cy="194992"/>
            </a:xfrm>
            <a:custGeom>
              <a:avLst/>
              <a:gdLst/>
              <a:ahLst/>
              <a:cxnLst/>
              <a:rect l="l" t="t" r="r" b="b"/>
              <a:pathLst>
                <a:path w="1038" h="3508" extrusionOk="0">
                  <a:moveTo>
                    <a:pt x="289" y="1"/>
                  </a:moveTo>
                  <a:lnTo>
                    <a:pt x="0" y="3445"/>
                  </a:lnTo>
                  <a:lnTo>
                    <a:pt x="748" y="3508"/>
                  </a:lnTo>
                  <a:lnTo>
                    <a:pt x="1037" y="64"/>
                  </a:lnTo>
                  <a:lnTo>
                    <a:pt x="2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85;p28">
              <a:extLst>
                <a:ext uri="{FF2B5EF4-FFF2-40B4-BE49-F238E27FC236}">
                  <a16:creationId xmlns:a16="http://schemas.microsoft.com/office/drawing/2014/main" id="{21F51501-506B-9634-24DC-1AAF2679F1D5}"/>
                </a:ext>
              </a:extLst>
            </p:cNvPr>
            <p:cNvSpPr/>
            <p:nvPr/>
          </p:nvSpPr>
          <p:spPr>
            <a:xfrm flipH="1">
              <a:off x="7458202" y="2947128"/>
              <a:ext cx="78597" cy="289598"/>
            </a:xfrm>
            <a:custGeom>
              <a:avLst/>
              <a:gdLst/>
              <a:ahLst/>
              <a:cxnLst/>
              <a:rect l="l" t="t" r="r" b="b"/>
              <a:pathLst>
                <a:path w="1414" h="5210" extrusionOk="0">
                  <a:moveTo>
                    <a:pt x="290" y="1"/>
                  </a:moveTo>
                  <a:lnTo>
                    <a:pt x="1" y="5147"/>
                  </a:lnTo>
                  <a:lnTo>
                    <a:pt x="1124" y="5210"/>
                  </a:lnTo>
                  <a:lnTo>
                    <a:pt x="1414" y="63"/>
                  </a:lnTo>
                  <a:lnTo>
                    <a:pt x="29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86;p28">
              <a:extLst>
                <a:ext uri="{FF2B5EF4-FFF2-40B4-BE49-F238E27FC236}">
                  <a16:creationId xmlns:a16="http://schemas.microsoft.com/office/drawing/2014/main" id="{DFFBC903-F091-EAA9-6F12-8F320185C865}"/>
                </a:ext>
              </a:extLst>
            </p:cNvPr>
            <p:cNvSpPr/>
            <p:nvPr/>
          </p:nvSpPr>
          <p:spPr>
            <a:xfrm flipH="1">
              <a:off x="7531184" y="3001322"/>
              <a:ext cx="57697" cy="235125"/>
            </a:xfrm>
            <a:custGeom>
              <a:avLst/>
              <a:gdLst/>
              <a:ahLst/>
              <a:cxnLst/>
              <a:rect l="l" t="t" r="r" b="b"/>
              <a:pathLst>
                <a:path w="1038" h="4230" extrusionOk="0">
                  <a:moveTo>
                    <a:pt x="288" y="1"/>
                  </a:moveTo>
                  <a:lnTo>
                    <a:pt x="0" y="4178"/>
                  </a:lnTo>
                  <a:lnTo>
                    <a:pt x="748" y="4229"/>
                  </a:lnTo>
                  <a:lnTo>
                    <a:pt x="1037" y="52"/>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87;p28">
              <a:extLst>
                <a:ext uri="{FF2B5EF4-FFF2-40B4-BE49-F238E27FC236}">
                  <a16:creationId xmlns:a16="http://schemas.microsoft.com/office/drawing/2014/main" id="{F5C54E47-C3C2-AB0F-3DF4-953485E958A3}"/>
                </a:ext>
              </a:extLst>
            </p:cNvPr>
            <p:cNvSpPr/>
            <p:nvPr/>
          </p:nvSpPr>
          <p:spPr>
            <a:xfrm flipH="1">
              <a:off x="7599663" y="3023389"/>
              <a:ext cx="89047" cy="215670"/>
            </a:xfrm>
            <a:custGeom>
              <a:avLst/>
              <a:gdLst/>
              <a:ahLst/>
              <a:cxnLst/>
              <a:rect l="l" t="t" r="r" b="b"/>
              <a:pathLst>
                <a:path w="1602" h="3880" extrusionOk="0">
                  <a:moveTo>
                    <a:pt x="1116" y="0"/>
                  </a:moveTo>
                  <a:lnTo>
                    <a:pt x="0" y="146"/>
                  </a:lnTo>
                  <a:lnTo>
                    <a:pt x="486" y="3879"/>
                  </a:lnTo>
                  <a:lnTo>
                    <a:pt x="1602" y="3734"/>
                  </a:lnTo>
                  <a:lnTo>
                    <a:pt x="11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88;p28">
              <a:extLst>
                <a:ext uri="{FF2B5EF4-FFF2-40B4-BE49-F238E27FC236}">
                  <a16:creationId xmlns:a16="http://schemas.microsoft.com/office/drawing/2014/main" id="{2B74F166-2575-2E48-E8F9-EC14FD8B25B4}"/>
                </a:ext>
              </a:extLst>
            </p:cNvPr>
            <p:cNvSpPr/>
            <p:nvPr/>
          </p:nvSpPr>
          <p:spPr>
            <a:xfrm flipH="1">
              <a:off x="7672144" y="2927063"/>
              <a:ext cx="98941" cy="311665"/>
            </a:xfrm>
            <a:custGeom>
              <a:avLst/>
              <a:gdLst/>
              <a:ahLst/>
              <a:cxnLst/>
              <a:rect l="l" t="t" r="r" b="b"/>
              <a:pathLst>
                <a:path w="1780" h="5607" extrusionOk="0">
                  <a:moveTo>
                    <a:pt x="1119" y="0"/>
                  </a:moveTo>
                  <a:lnTo>
                    <a:pt x="1" y="135"/>
                  </a:lnTo>
                  <a:lnTo>
                    <a:pt x="662" y="5606"/>
                  </a:lnTo>
                  <a:lnTo>
                    <a:pt x="1780" y="5472"/>
                  </a:lnTo>
                  <a:lnTo>
                    <a:pt x="111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89;p28">
              <a:extLst>
                <a:ext uri="{FF2B5EF4-FFF2-40B4-BE49-F238E27FC236}">
                  <a16:creationId xmlns:a16="http://schemas.microsoft.com/office/drawing/2014/main" id="{B416049D-31EF-8E5E-5A91-72AB79CBC85D}"/>
                </a:ext>
              </a:extLst>
            </p:cNvPr>
            <p:cNvSpPr/>
            <p:nvPr/>
          </p:nvSpPr>
          <p:spPr>
            <a:xfrm flipH="1">
              <a:off x="7745126" y="2971919"/>
              <a:ext cx="78097" cy="265974"/>
            </a:xfrm>
            <a:custGeom>
              <a:avLst/>
              <a:gdLst/>
              <a:ahLst/>
              <a:cxnLst/>
              <a:rect l="l" t="t" r="r" b="b"/>
              <a:pathLst>
                <a:path w="1405" h="4785" extrusionOk="0">
                  <a:moveTo>
                    <a:pt x="743" y="0"/>
                  </a:moveTo>
                  <a:lnTo>
                    <a:pt x="0" y="106"/>
                  </a:lnTo>
                  <a:lnTo>
                    <a:pt x="662" y="4785"/>
                  </a:lnTo>
                  <a:lnTo>
                    <a:pt x="1404" y="4679"/>
                  </a:lnTo>
                  <a:lnTo>
                    <a:pt x="7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90;p28">
              <a:extLst>
                <a:ext uri="{FF2B5EF4-FFF2-40B4-BE49-F238E27FC236}">
                  <a16:creationId xmlns:a16="http://schemas.microsoft.com/office/drawing/2014/main" id="{CECE3C7A-1AD8-292A-8E6E-407282461517}"/>
                </a:ext>
              </a:extLst>
            </p:cNvPr>
            <p:cNvSpPr/>
            <p:nvPr/>
          </p:nvSpPr>
          <p:spPr>
            <a:xfrm flipH="1">
              <a:off x="7797319" y="2950241"/>
              <a:ext cx="98775" cy="288820"/>
            </a:xfrm>
            <a:custGeom>
              <a:avLst/>
              <a:gdLst/>
              <a:ahLst/>
              <a:cxnLst/>
              <a:rect l="l" t="t" r="r" b="b"/>
              <a:pathLst>
                <a:path w="1777" h="5196" extrusionOk="0">
                  <a:moveTo>
                    <a:pt x="1116" y="1"/>
                  </a:moveTo>
                  <a:lnTo>
                    <a:pt x="0" y="147"/>
                  </a:lnTo>
                  <a:lnTo>
                    <a:pt x="661" y="5195"/>
                  </a:lnTo>
                  <a:lnTo>
                    <a:pt x="1777" y="5049"/>
                  </a:lnTo>
                  <a:lnTo>
                    <a:pt x="111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91;p28">
              <a:extLst>
                <a:ext uri="{FF2B5EF4-FFF2-40B4-BE49-F238E27FC236}">
                  <a16:creationId xmlns:a16="http://schemas.microsoft.com/office/drawing/2014/main" id="{44743F5C-BFEF-99C7-45E5-0B7BA4D27189}"/>
                </a:ext>
              </a:extLst>
            </p:cNvPr>
            <p:cNvSpPr/>
            <p:nvPr/>
          </p:nvSpPr>
          <p:spPr>
            <a:xfrm flipH="1">
              <a:off x="7820551" y="3158735"/>
              <a:ext cx="266197" cy="64423"/>
            </a:xfrm>
            <a:custGeom>
              <a:avLst/>
              <a:gdLst/>
              <a:ahLst/>
              <a:cxnLst/>
              <a:rect l="l" t="t" r="r" b="b"/>
              <a:pathLst>
                <a:path w="4789" h="1159" extrusionOk="0">
                  <a:moveTo>
                    <a:pt x="1" y="0"/>
                  </a:moveTo>
                  <a:lnTo>
                    <a:pt x="1" y="1158"/>
                  </a:lnTo>
                  <a:lnTo>
                    <a:pt x="4788" y="1158"/>
                  </a:lnTo>
                  <a:lnTo>
                    <a:pt x="47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92;p28">
              <a:extLst>
                <a:ext uri="{FF2B5EF4-FFF2-40B4-BE49-F238E27FC236}">
                  <a16:creationId xmlns:a16="http://schemas.microsoft.com/office/drawing/2014/main" id="{0C0B6A18-B03F-D9EF-DE1D-C12F0B8CE181}"/>
                </a:ext>
              </a:extLst>
            </p:cNvPr>
            <p:cNvSpPr/>
            <p:nvPr/>
          </p:nvSpPr>
          <p:spPr>
            <a:xfrm flipH="1">
              <a:off x="7851234" y="3092591"/>
              <a:ext cx="199884" cy="56252"/>
            </a:xfrm>
            <a:custGeom>
              <a:avLst/>
              <a:gdLst/>
              <a:ahLst/>
              <a:cxnLst/>
              <a:rect l="l" t="t" r="r" b="b"/>
              <a:pathLst>
                <a:path w="3596" h="1012" extrusionOk="0">
                  <a:moveTo>
                    <a:pt x="1" y="0"/>
                  </a:moveTo>
                  <a:lnTo>
                    <a:pt x="1" y="1012"/>
                  </a:lnTo>
                  <a:lnTo>
                    <a:pt x="3595" y="1012"/>
                  </a:lnTo>
                  <a:lnTo>
                    <a:pt x="359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3;p28">
              <a:extLst>
                <a:ext uri="{FF2B5EF4-FFF2-40B4-BE49-F238E27FC236}">
                  <a16:creationId xmlns:a16="http://schemas.microsoft.com/office/drawing/2014/main" id="{7934C14C-B10B-CC84-DF43-A74FF7CC3BCB}"/>
                </a:ext>
              </a:extLst>
            </p:cNvPr>
            <p:cNvSpPr/>
            <p:nvPr/>
          </p:nvSpPr>
          <p:spPr>
            <a:xfrm flipH="1">
              <a:off x="7836227" y="3046679"/>
              <a:ext cx="158695" cy="33796"/>
            </a:xfrm>
            <a:custGeom>
              <a:avLst/>
              <a:gdLst/>
              <a:ahLst/>
              <a:cxnLst/>
              <a:rect l="l" t="t" r="r" b="b"/>
              <a:pathLst>
                <a:path w="2855" h="608" extrusionOk="0">
                  <a:moveTo>
                    <a:pt x="0" y="1"/>
                  </a:moveTo>
                  <a:lnTo>
                    <a:pt x="0" y="608"/>
                  </a:lnTo>
                  <a:lnTo>
                    <a:pt x="2855" y="608"/>
                  </a:lnTo>
                  <a:lnTo>
                    <a:pt x="2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94;p28">
              <a:extLst>
                <a:ext uri="{FF2B5EF4-FFF2-40B4-BE49-F238E27FC236}">
                  <a16:creationId xmlns:a16="http://schemas.microsoft.com/office/drawing/2014/main" id="{7A046340-BB03-E4E8-C0E1-E556E68E5D3B}"/>
                </a:ext>
              </a:extLst>
            </p:cNvPr>
            <p:cNvSpPr/>
            <p:nvPr/>
          </p:nvSpPr>
          <p:spPr>
            <a:xfrm flipH="1">
              <a:off x="7317506" y="3216208"/>
              <a:ext cx="810207" cy="48470"/>
            </a:xfrm>
            <a:custGeom>
              <a:avLst/>
              <a:gdLst/>
              <a:ahLst/>
              <a:cxnLst/>
              <a:rect l="l" t="t" r="r" b="b"/>
              <a:pathLst>
                <a:path w="14576" h="872" extrusionOk="0">
                  <a:moveTo>
                    <a:pt x="0" y="1"/>
                  </a:moveTo>
                  <a:lnTo>
                    <a:pt x="0" y="872"/>
                  </a:lnTo>
                  <a:lnTo>
                    <a:pt x="14576" y="872"/>
                  </a:lnTo>
                  <a:lnTo>
                    <a:pt x="145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95;p28">
              <a:extLst>
                <a:ext uri="{FF2B5EF4-FFF2-40B4-BE49-F238E27FC236}">
                  <a16:creationId xmlns:a16="http://schemas.microsoft.com/office/drawing/2014/main" id="{CFD804CE-3E53-D3F9-DB27-B07FCAE93CB5}"/>
                </a:ext>
              </a:extLst>
            </p:cNvPr>
            <p:cNvSpPr/>
            <p:nvPr/>
          </p:nvSpPr>
          <p:spPr>
            <a:xfrm flipH="1">
              <a:off x="7310180" y="4103099"/>
              <a:ext cx="156694" cy="590257"/>
            </a:xfrm>
            <a:custGeom>
              <a:avLst/>
              <a:gdLst/>
              <a:ahLst/>
              <a:cxnLst/>
              <a:rect l="l" t="t" r="r" b="b"/>
              <a:pathLst>
                <a:path w="2819" h="10619" extrusionOk="0">
                  <a:moveTo>
                    <a:pt x="1634"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96;p28">
              <a:extLst>
                <a:ext uri="{FF2B5EF4-FFF2-40B4-BE49-F238E27FC236}">
                  <a16:creationId xmlns:a16="http://schemas.microsoft.com/office/drawing/2014/main" id="{01FEFC77-4EE0-AE12-AED4-0C62EFBCF6C7}"/>
                </a:ext>
              </a:extLst>
            </p:cNvPr>
            <p:cNvSpPr/>
            <p:nvPr/>
          </p:nvSpPr>
          <p:spPr>
            <a:xfrm flipH="1">
              <a:off x="7490272" y="4107101"/>
              <a:ext cx="156694" cy="590257"/>
            </a:xfrm>
            <a:custGeom>
              <a:avLst/>
              <a:gdLst/>
              <a:ahLst/>
              <a:cxnLst/>
              <a:rect l="l" t="t" r="r" b="b"/>
              <a:pathLst>
                <a:path w="2819" h="10619" extrusionOk="0">
                  <a:moveTo>
                    <a:pt x="1633" y="0"/>
                  </a:moveTo>
                  <a:lnTo>
                    <a:pt x="0" y="10618"/>
                  </a:lnTo>
                  <a:lnTo>
                    <a:pt x="593"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97;p28">
              <a:extLst>
                <a:ext uri="{FF2B5EF4-FFF2-40B4-BE49-F238E27FC236}">
                  <a16:creationId xmlns:a16="http://schemas.microsoft.com/office/drawing/2014/main" id="{A722A9DE-118E-1A61-9D9D-AF7041311DEE}"/>
                </a:ext>
              </a:extLst>
            </p:cNvPr>
            <p:cNvSpPr/>
            <p:nvPr/>
          </p:nvSpPr>
          <p:spPr>
            <a:xfrm flipH="1">
              <a:off x="7365475" y="3769820"/>
              <a:ext cx="774744" cy="349185"/>
            </a:xfrm>
            <a:custGeom>
              <a:avLst/>
              <a:gdLst/>
              <a:ahLst/>
              <a:cxnLst/>
              <a:rect l="l" t="t" r="r" b="b"/>
              <a:pathLst>
                <a:path w="13938" h="6282" extrusionOk="0">
                  <a:moveTo>
                    <a:pt x="120" y="0"/>
                  </a:moveTo>
                  <a:lnTo>
                    <a:pt x="25" y="4077"/>
                  </a:lnTo>
                  <a:cubicBezTo>
                    <a:pt x="0" y="5140"/>
                    <a:pt x="841" y="6021"/>
                    <a:pt x="1905" y="6047"/>
                  </a:cubicBezTo>
                  <a:lnTo>
                    <a:pt x="11891" y="6281"/>
                  </a:lnTo>
                  <a:cubicBezTo>
                    <a:pt x="11907" y="6281"/>
                    <a:pt x="11922" y="6281"/>
                    <a:pt x="11938" y="6281"/>
                  </a:cubicBezTo>
                  <a:cubicBezTo>
                    <a:pt x="12980" y="6281"/>
                    <a:pt x="13837" y="5448"/>
                    <a:pt x="13862" y="4400"/>
                  </a:cubicBezTo>
                  <a:lnTo>
                    <a:pt x="13912" y="2250"/>
                  </a:lnTo>
                  <a:cubicBezTo>
                    <a:pt x="13938" y="1187"/>
                    <a:pt x="13095" y="304"/>
                    <a:pt x="12032" y="279"/>
                  </a:cubicBezTo>
                  <a:lnTo>
                    <a:pt x="12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98;p28">
              <a:extLst>
                <a:ext uri="{FF2B5EF4-FFF2-40B4-BE49-F238E27FC236}">
                  <a16:creationId xmlns:a16="http://schemas.microsoft.com/office/drawing/2014/main" id="{9EAAFE84-1538-0710-8F63-8ABD6A6F806D}"/>
                </a:ext>
              </a:extLst>
            </p:cNvPr>
            <p:cNvSpPr/>
            <p:nvPr/>
          </p:nvSpPr>
          <p:spPr>
            <a:xfrm flipH="1">
              <a:off x="7685923" y="3410528"/>
              <a:ext cx="456408" cy="672189"/>
            </a:xfrm>
            <a:custGeom>
              <a:avLst/>
              <a:gdLst/>
              <a:ahLst/>
              <a:cxnLst/>
              <a:rect l="l" t="t" r="r" b="b"/>
              <a:pathLst>
                <a:path w="8211" h="12093" extrusionOk="0">
                  <a:moveTo>
                    <a:pt x="3828" y="1"/>
                  </a:moveTo>
                  <a:cubicBezTo>
                    <a:pt x="1849" y="1"/>
                    <a:pt x="221" y="1582"/>
                    <a:pt x="175" y="3571"/>
                  </a:cubicBezTo>
                  <a:lnTo>
                    <a:pt x="27" y="9905"/>
                  </a:lnTo>
                  <a:cubicBezTo>
                    <a:pt x="0" y="11010"/>
                    <a:pt x="875" y="11926"/>
                    <a:pt x="1980" y="11953"/>
                  </a:cubicBezTo>
                  <a:lnTo>
                    <a:pt x="7967" y="12092"/>
                  </a:lnTo>
                  <a:lnTo>
                    <a:pt x="8163" y="3758"/>
                  </a:lnTo>
                  <a:cubicBezTo>
                    <a:pt x="8211" y="1739"/>
                    <a:pt x="6612" y="66"/>
                    <a:pt x="4595" y="18"/>
                  </a:cubicBezTo>
                  <a:lnTo>
                    <a:pt x="3915" y="2"/>
                  </a:lnTo>
                  <a:cubicBezTo>
                    <a:pt x="3886" y="1"/>
                    <a:pt x="3857" y="1"/>
                    <a:pt x="38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99;p28">
              <a:extLst>
                <a:ext uri="{FF2B5EF4-FFF2-40B4-BE49-F238E27FC236}">
                  <a16:creationId xmlns:a16="http://schemas.microsoft.com/office/drawing/2014/main" id="{22327123-C88C-AA17-0146-D6C83C74C547}"/>
                </a:ext>
              </a:extLst>
            </p:cNvPr>
            <p:cNvSpPr/>
            <p:nvPr/>
          </p:nvSpPr>
          <p:spPr>
            <a:xfrm flipH="1">
              <a:off x="7715606" y="3412140"/>
              <a:ext cx="358912" cy="670577"/>
            </a:xfrm>
            <a:custGeom>
              <a:avLst/>
              <a:gdLst/>
              <a:ahLst/>
              <a:cxnLst/>
              <a:rect l="l" t="t" r="r" b="b"/>
              <a:pathLst>
                <a:path w="6457" h="12064" extrusionOk="0">
                  <a:moveTo>
                    <a:pt x="3302" y="1"/>
                  </a:moveTo>
                  <a:cubicBezTo>
                    <a:pt x="1617" y="1"/>
                    <a:pt x="230" y="1348"/>
                    <a:pt x="191" y="3041"/>
                  </a:cubicBezTo>
                  <a:lnTo>
                    <a:pt x="23" y="10213"/>
                  </a:lnTo>
                  <a:cubicBezTo>
                    <a:pt x="0" y="11154"/>
                    <a:pt x="745" y="11935"/>
                    <a:pt x="1686" y="11958"/>
                  </a:cubicBezTo>
                  <a:lnTo>
                    <a:pt x="6209" y="12063"/>
                  </a:lnTo>
                  <a:lnTo>
                    <a:pt x="6417" y="3187"/>
                  </a:lnTo>
                  <a:cubicBezTo>
                    <a:pt x="6457" y="1468"/>
                    <a:pt x="5095" y="43"/>
                    <a:pt x="3376" y="1"/>
                  </a:cubicBezTo>
                  <a:cubicBezTo>
                    <a:pt x="3351" y="1"/>
                    <a:pt x="3327" y="1"/>
                    <a:pt x="33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100;p28">
              <a:extLst>
                <a:ext uri="{FF2B5EF4-FFF2-40B4-BE49-F238E27FC236}">
                  <a16:creationId xmlns:a16="http://schemas.microsoft.com/office/drawing/2014/main" id="{A0C81BF1-552C-9727-68CD-F8FE62BE1B09}"/>
                </a:ext>
              </a:extLst>
            </p:cNvPr>
            <p:cNvSpPr/>
            <p:nvPr/>
          </p:nvSpPr>
          <p:spPr>
            <a:xfrm flipH="1">
              <a:off x="7634398" y="3805004"/>
              <a:ext cx="369974" cy="268086"/>
            </a:xfrm>
            <a:custGeom>
              <a:avLst/>
              <a:gdLst/>
              <a:ahLst/>
              <a:cxnLst/>
              <a:rect l="l" t="t" r="r" b="b"/>
              <a:pathLst>
                <a:path w="6656" h="4823" extrusionOk="0">
                  <a:moveTo>
                    <a:pt x="1822" y="1"/>
                  </a:moveTo>
                  <a:lnTo>
                    <a:pt x="708" y="299"/>
                  </a:lnTo>
                  <a:lnTo>
                    <a:pt x="448" y="1287"/>
                  </a:lnTo>
                  <a:cubicBezTo>
                    <a:pt x="0" y="2981"/>
                    <a:pt x="1230" y="4648"/>
                    <a:pt x="2967" y="4733"/>
                  </a:cubicBezTo>
                  <a:cubicBezTo>
                    <a:pt x="2992" y="4737"/>
                    <a:pt x="3017" y="4738"/>
                    <a:pt x="3042" y="4738"/>
                  </a:cubicBezTo>
                  <a:lnTo>
                    <a:pt x="6656" y="4822"/>
                  </a:lnTo>
                  <a:lnTo>
                    <a:pt x="6352" y="1444"/>
                  </a:lnTo>
                  <a:lnTo>
                    <a:pt x="6282" y="400"/>
                  </a:lnTo>
                  <a:lnTo>
                    <a:pt x="1822" y="1"/>
                  </a:lnTo>
                  <a:close/>
                </a:path>
              </a:pathLst>
            </a:custGeom>
            <a:solidFill>
              <a:srgbClr val="232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01;p28">
              <a:extLst>
                <a:ext uri="{FF2B5EF4-FFF2-40B4-BE49-F238E27FC236}">
                  <a16:creationId xmlns:a16="http://schemas.microsoft.com/office/drawing/2014/main" id="{85B6CA43-99AE-E042-8892-ECF8712A8113}"/>
                </a:ext>
              </a:extLst>
            </p:cNvPr>
            <p:cNvSpPr/>
            <p:nvPr/>
          </p:nvSpPr>
          <p:spPr>
            <a:xfrm flipH="1">
              <a:off x="7308567" y="3930067"/>
              <a:ext cx="200217" cy="663240"/>
            </a:xfrm>
            <a:custGeom>
              <a:avLst/>
              <a:gdLst/>
              <a:ahLst/>
              <a:cxnLst/>
              <a:rect l="l" t="t" r="r" b="b"/>
              <a:pathLst>
                <a:path w="3602" h="11932" extrusionOk="0">
                  <a:moveTo>
                    <a:pt x="1678" y="0"/>
                  </a:moveTo>
                  <a:cubicBezTo>
                    <a:pt x="1624" y="0"/>
                    <a:pt x="1570" y="3"/>
                    <a:pt x="1514" y="7"/>
                  </a:cubicBezTo>
                  <a:cubicBezTo>
                    <a:pt x="1" y="2775"/>
                    <a:pt x="1774" y="9914"/>
                    <a:pt x="1441" y="11932"/>
                  </a:cubicBezTo>
                  <a:lnTo>
                    <a:pt x="3284" y="11885"/>
                  </a:lnTo>
                  <a:lnTo>
                    <a:pt x="3572" y="1948"/>
                  </a:lnTo>
                  <a:cubicBezTo>
                    <a:pt x="3602" y="873"/>
                    <a:pt x="2734" y="0"/>
                    <a:pt x="16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102;p28">
              <a:extLst>
                <a:ext uri="{FF2B5EF4-FFF2-40B4-BE49-F238E27FC236}">
                  <a16:creationId xmlns:a16="http://schemas.microsoft.com/office/drawing/2014/main" id="{34201780-EB54-591C-D438-9155BBF90039}"/>
                </a:ext>
              </a:extLst>
            </p:cNvPr>
            <p:cNvSpPr/>
            <p:nvPr/>
          </p:nvSpPr>
          <p:spPr>
            <a:xfrm flipH="1">
              <a:off x="7129917" y="4552603"/>
              <a:ext cx="361970" cy="144743"/>
            </a:xfrm>
            <a:custGeom>
              <a:avLst/>
              <a:gdLst/>
              <a:ahLst/>
              <a:cxnLst/>
              <a:rect l="l" t="t" r="r" b="b"/>
              <a:pathLst>
                <a:path w="6512" h="2604" extrusionOk="0">
                  <a:moveTo>
                    <a:pt x="3370" y="0"/>
                  </a:moveTo>
                  <a:lnTo>
                    <a:pt x="2789" y="474"/>
                  </a:lnTo>
                  <a:lnTo>
                    <a:pt x="952" y="378"/>
                  </a:lnTo>
                  <a:cubicBezTo>
                    <a:pt x="1" y="1044"/>
                    <a:pt x="22" y="2598"/>
                    <a:pt x="22" y="2598"/>
                  </a:cubicBezTo>
                  <a:lnTo>
                    <a:pt x="6243" y="2603"/>
                  </a:lnTo>
                  <a:cubicBezTo>
                    <a:pt x="6511" y="1256"/>
                    <a:pt x="4076" y="881"/>
                    <a:pt x="4076" y="881"/>
                  </a:cubicBezTo>
                  <a:lnTo>
                    <a:pt x="33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03;p28">
              <a:extLst>
                <a:ext uri="{FF2B5EF4-FFF2-40B4-BE49-F238E27FC236}">
                  <a16:creationId xmlns:a16="http://schemas.microsoft.com/office/drawing/2014/main" id="{33B4DE00-A1FB-9BC4-B940-6B2CE2DE05DE}"/>
                </a:ext>
              </a:extLst>
            </p:cNvPr>
            <p:cNvSpPr/>
            <p:nvPr/>
          </p:nvSpPr>
          <p:spPr>
            <a:xfrm flipH="1">
              <a:off x="7274491" y="3885267"/>
              <a:ext cx="376866" cy="646287"/>
            </a:xfrm>
            <a:custGeom>
              <a:avLst/>
              <a:gdLst/>
              <a:ahLst/>
              <a:cxnLst/>
              <a:rect l="l" t="t" r="r" b="b"/>
              <a:pathLst>
                <a:path w="6780" h="11627" extrusionOk="0">
                  <a:moveTo>
                    <a:pt x="1" y="0"/>
                  </a:moveTo>
                  <a:lnTo>
                    <a:pt x="556" y="3384"/>
                  </a:lnTo>
                  <a:lnTo>
                    <a:pt x="3183" y="3446"/>
                  </a:lnTo>
                  <a:cubicBezTo>
                    <a:pt x="3183" y="3446"/>
                    <a:pt x="2845" y="6701"/>
                    <a:pt x="3099" y="10347"/>
                  </a:cubicBezTo>
                  <a:cubicBezTo>
                    <a:pt x="3127" y="10749"/>
                    <a:pt x="3163" y="11157"/>
                    <a:pt x="3206" y="11566"/>
                  </a:cubicBezTo>
                  <a:lnTo>
                    <a:pt x="6538" y="11627"/>
                  </a:lnTo>
                  <a:lnTo>
                    <a:pt x="6780" y="10441"/>
                  </a:lnTo>
                  <a:lnTo>
                    <a:pt x="6466" y="10426"/>
                  </a:lnTo>
                  <a:lnTo>
                    <a:pt x="6372" y="2162"/>
                  </a:lnTo>
                  <a:cubicBezTo>
                    <a:pt x="6360" y="1040"/>
                    <a:pt x="5459" y="128"/>
                    <a:pt x="4338" y="102"/>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04;p28">
              <a:extLst>
                <a:ext uri="{FF2B5EF4-FFF2-40B4-BE49-F238E27FC236}">
                  <a16:creationId xmlns:a16="http://schemas.microsoft.com/office/drawing/2014/main" id="{164D96BD-EEAE-7FD7-1A19-1F10A52F0237}"/>
                </a:ext>
              </a:extLst>
            </p:cNvPr>
            <p:cNvSpPr/>
            <p:nvPr/>
          </p:nvSpPr>
          <p:spPr>
            <a:xfrm flipH="1">
              <a:off x="7410509" y="4004994"/>
              <a:ext cx="186377" cy="457020"/>
            </a:xfrm>
            <a:custGeom>
              <a:avLst/>
              <a:gdLst/>
              <a:ahLst/>
              <a:cxnLst/>
              <a:rect l="l" t="t" r="r" b="b"/>
              <a:pathLst>
                <a:path w="3353" h="8222" extrusionOk="0">
                  <a:moveTo>
                    <a:pt x="1004" y="0"/>
                  </a:moveTo>
                  <a:lnTo>
                    <a:pt x="0" y="1240"/>
                  </a:lnTo>
                  <a:lnTo>
                    <a:pt x="2203" y="1292"/>
                  </a:lnTo>
                  <a:cubicBezTo>
                    <a:pt x="2203" y="1292"/>
                    <a:pt x="1865" y="4547"/>
                    <a:pt x="2119" y="8193"/>
                  </a:cubicBezTo>
                  <a:lnTo>
                    <a:pt x="3352" y="8222"/>
                  </a:lnTo>
                  <a:lnTo>
                    <a:pt x="2987" y="84"/>
                  </a:lnTo>
                  <a:lnTo>
                    <a:pt x="10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05;p28">
              <a:extLst>
                <a:ext uri="{FF2B5EF4-FFF2-40B4-BE49-F238E27FC236}">
                  <a16:creationId xmlns:a16="http://schemas.microsoft.com/office/drawing/2014/main" id="{01583AD7-2833-C057-B835-27137226F2DA}"/>
                </a:ext>
              </a:extLst>
            </p:cNvPr>
            <p:cNvSpPr/>
            <p:nvPr/>
          </p:nvSpPr>
          <p:spPr>
            <a:xfrm flipH="1">
              <a:off x="7575259" y="3914893"/>
              <a:ext cx="230567" cy="690421"/>
            </a:xfrm>
            <a:custGeom>
              <a:avLst/>
              <a:gdLst/>
              <a:ahLst/>
              <a:cxnLst/>
              <a:rect l="l" t="t" r="r" b="b"/>
              <a:pathLst>
                <a:path w="4148" h="12421" extrusionOk="0">
                  <a:moveTo>
                    <a:pt x="2230" y="0"/>
                  </a:moveTo>
                  <a:cubicBezTo>
                    <a:pt x="262" y="2466"/>
                    <a:pt x="483" y="9554"/>
                    <a:pt x="1" y="12270"/>
                  </a:cubicBezTo>
                  <a:lnTo>
                    <a:pt x="1857" y="12421"/>
                  </a:lnTo>
                  <a:lnTo>
                    <a:pt x="3923" y="2267"/>
                  </a:lnTo>
                  <a:cubicBezTo>
                    <a:pt x="4148" y="1158"/>
                    <a:pt x="3358" y="100"/>
                    <a:pt x="22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06;p28">
              <a:extLst>
                <a:ext uri="{FF2B5EF4-FFF2-40B4-BE49-F238E27FC236}">
                  <a16:creationId xmlns:a16="http://schemas.microsoft.com/office/drawing/2014/main" id="{EE8BF4EC-87C4-D06B-C2C4-9F790BA811A2}"/>
                </a:ext>
              </a:extLst>
            </p:cNvPr>
            <p:cNvSpPr/>
            <p:nvPr/>
          </p:nvSpPr>
          <p:spPr>
            <a:xfrm flipH="1">
              <a:off x="7500441" y="4549657"/>
              <a:ext cx="361858" cy="145522"/>
            </a:xfrm>
            <a:custGeom>
              <a:avLst/>
              <a:gdLst/>
              <a:ahLst/>
              <a:cxnLst/>
              <a:rect l="l" t="t" r="r" b="b"/>
              <a:pathLst>
                <a:path w="6510" h="2618" extrusionOk="0">
                  <a:moveTo>
                    <a:pt x="3374" y="0"/>
                  </a:moveTo>
                  <a:lnTo>
                    <a:pt x="2791" y="474"/>
                  </a:lnTo>
                  <a:lnTo>
                    <a:pt x="954" y="370"/>
                  </a:lnTo>
                  <a:cubicBezTo>
                    <a:pt x="0" y="1030"/>
                    <a:pt x="14" y="2585"/>
                    <a:pt x="14" y="2585"/>
                  </a:cubicBezTo>
                  <a:lnTo>
                    <a:pt x="6235" y="2617"/>
                  </a:lnTo>
                  <a:cubicBezTo>
                    <a:pt x="6509" y="1272"/>
                    <a:pt x="4076" y="886"/>
                    <a:pt x="4076" y="886"/>
                  </a:cubicBezTo>
                  <a:lnTo>
                    <a:pt x="33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07;p28">
              <a:extLst>
                <a:ext uri="{FF2B5EF4-FFF2-40B4-BE49-F238E27FC236}">
                  <a16:creationId xmlns:a16="http://schemas.microsoft.com/office/drawing/2014/main" id="{502E9954-5524-DA52-36E8-2E16B63DD161}"/>
                </a:ext>
              </a:extLst>
            </p:cNvPr>
            <p:cNvSpPr/>
            <p:nvPr/>
          </p:nvSpPr>
          <p:spPr>
            <a:xfrm flipH="1">
              <a:off x="7528789" y="3880098"/>
              <a:ext cx="341681" cy="651456"/>
            </a:xfrm>
            <a:custGeom>
              <a:avLst/>
              <a:gdLst/>
              <a:ahLst/>
              <a:cxnLst/>
              <a:rect l="l" t="t" r="r" b="b"/>
              <a:pathLst>
                <a:path w="6147" h="11720" extrusionOk="0">
                  <a:moveTo>
                    <a:pt x="1" y="1"/>
                  </a:moveTo>
                  <a:lnTo>
                    <a:pt x="423" y="2572"/>
                  </a:lnTo>
                  <a:lnTo>
                    <a:pt x="557" y="3382"/>
                  </a:lnTo>
                  <a:lnTo>
                    <a:pt x="557" y="3386"/>
                  </a:lnTo>
                  <a:lnTo>
                    <a:pt x="2221" y="3425"/>
                  </a:lnTo>
                  <a:cubicBezTo>
                    <a:pt x="2221" y="3425"/>
                    <a:pt x="1317" y="7148"/>
                    <a:pt x="1074" y="10301"/>
                  </a:cubicBezTo>
                  <a:cubicBezTo>
                    <a:pt x="1042" y="10718"/>
                    <a:pt x="1022" y="11127"/>
                    <a:pt x="1017" y="11515"/>
                  </a:cubicBezTo>
                  <a:lnTo>
                    <a:pt x="4276" y="11720"/>
                  </a:lnTo>
                  <a:lnTo>
                    <a:pt x="4627" y="10391"/>
                  </a:lnTo>
                  <a:lnTo>
                    <a:pt x="4276" y="10375"/>
                  </a:lnTo>
                  <a:lnTo>
                    <a:pt x="5926" y="2247"/>
                  </a:lnTo>
                  <a:cubicBezTo>
                    <a:pt x="6147" y="1154"/>
                    <a:pt x="5326" y="125"/>
                    <a:pt x="4211" y="100"/>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08;p28">
              <a:extLst>
                <a:ext uri="{FF2B5EF4-FFF2-40B4-BE49-F238E27FC236}">
                  <a16:creationId xmlns:a16="http://schemas.microsoft.com/office/drawing/2014/main" id="{FC308DEF-34C7-D9DC-2DF2-FCC617E1CA24}"/>
                </a:ext>
              </a:extLst>
            </p:cNvPr>
            <p:cNvSpPr/>
            <p:nvPr/>
          </p:nvSpPr>
          <p:spPr>
            <a:xfrm flipH="1">
              <a:off x="7698654" y="3805004"/>
              <a:ext cx="305718" cy="648399"/>
            </a:xfrm>
            <a:custGeom>
              <a:avLst/>
              <a:gdLst/>
              <a:ahLst/>
              <a:cxnLst/>
              <a:rect l="l" t="t" r="r" b="b"/>
              <a:pathLst>
                <a:path w="5500" h="11665" extrusionOk="0">
                  <a:moveTo>
                    <a:pt x="1822" y="1"/>
                  </a:moveTo>
                  <a:lnTo>
                    <a:pt x="708" y="299"/>
                  </a:lnTo>
                  <a:lnTo>
                    <a:pt x="448" y="1287"/>
                  </a:lnTo>
                  <a:cubicBezTo>
                    <a:pt x="0" y="2981"/>
                    <a:pt x="1230" y="4648"/>
                    <a:pt x="2967" y="4733"/>
                  </a:cubicBezTo>
                  <a:lnTo>
                    <a:pt x="2966" y="4737"/>
                  </a:lnTo>
                  <a:lnTo>
                    <a:pt x="4630" y="4776"/>
                  </a:lnTo>
                  <a:cubicBezTo>
                    <a:pt x="4630" y="4776"/>
                    <a:pt x="3726" y="8499"/>
                    <a:pt x="3483" y="11652"/>
                  </a:cubicBezTo>
                  <a:lnTo>
                    <a:pt x="4053" y="11664"/>
                  </a:lnTo>
                  <a:lnTo>
                    <a:pt x="5350" y="4793"/>
                  </a:lnTo>
                  <a:lnTo>
                    <a:pt x="5500" y="4001"/>
                  </a:lnTo>
                  <a:lnTo>
                    <a:pt x="3060" y="3943"/>
                  </a:lnTo>
                  <a:cubicBezTo>
                    <a:pt x="2982" y="3941"/>
                    <a:pt x="2905" y="3934"/>
                    <a:pt x="2832" y="3923"/>
                  </a:cubicBezTo>
                  <a:cubicBezTo>
                    <a:pt x="1826" y="3771"/>
                    <a:pt x="1139" y="2782"/>
                    <a:pt x="1387" y="1762"/>
                  </a:cubicBezTo>
                  <a:lnTo>
                    <a:pt x="18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09;p28">
              <a:extLst>
                <a:ext uri="{FF2B5EF4-FFF2-40B4-BE49-F238E27FC236}">
                  <a16:creationId xmlns:a16="http://schemas.microsoft.com/office/drawing/2014/main" id="{0CC8A535-EEF9-E899-0255-C3A002ECB1A2}"/>
                </a:ext>
              </a:extLst>
            </p:cNvPr>
            <p:cNvSpPr/>
            <p:nvPr/>
          </p:nvSpPr>
          <p:spPr>
            <a:xfrm flipH="1">
              <a:off x="7655799" y="3847304"/>
              <a:ext cx="313110" cy="7393"/>
            </a:xfrm>
            <a:custGeom>
              <a:avLst/>
              <a:gdLst/>
              <a:ahLst/>
              <a:cxnLst/>
              <a:rect l="l" t="t" r="r" b="b"/>
              <a:pathLst>
                <a:path w="5633" h="133" fill="none" extrusionOk="0">
                  <a:moveTo>
                    <a:pt x="0" y="1"/>
                  </a:moveTo>
                  <a:lnTo>
                    <a:pt x="5632" y="132"/>
                  </a:lnTo>
                </a:path>
              </a:pathLst>
            </a:custGeom>
            <a:noFill/>
            <a:ln w="475" cap="flat" cmpd="sng">
              <a:solidFill>
                <a:srgbClr val="3B3B3A"/>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10;p28">
              <a:extLst>
                <a:ext uri="{FF2B5EF4-FFF2-40B4-BE49-F238E27FC236}">
                  <a16:creationId xmlns:a16="http://schemas.microsoft.com/office/drawing/2014/main" id="{6AFE3858-1659-54F9-0535-A5878C230DEC}"/>
                </a:ext>
              </a:extLst>
            </p:cNvPr>
            <p:cNvSpPr/>
            <p:nvPr/>
          </p:nvSpPr>
          <p:spPr>
            <a:xfrm flipH="1">
              <a:off x="7847512" y="3853529"/>
              <a:ext cx="77763" cy="41077"/>
            </a:xfrm>
            <a:custGeom>
              <a:avLst/>
              <a:gdLst/>
              <a:ahLst/>
              <a:cxnLst/>
              <a:rect l="l" t="t" r="r" b="b"/>
              <a:pathLst>
                <a:path w="1399" h="739" fill="none" extrusionOk="0">
                  <a:moveTo>
                    <a:pt x="0" y="738"/>
                  </a:moveTo>
                  <a:lnTo>
                    <a:pt x="1243" y="599"/>
                  </a:lnTo>
                  <a:lnTo>
                    <a:pt x="1398" y="1"/>
                  </a:lnTo>
                </a:path>
              </a:pathLst>
            </a:custGeom>
            <a:noFill/>
            <a:ln w="475" cap="flat" cmpd="sng">
              <a:solidFill>
                <a:srgbClr val="3B3B3A"/>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11;p28">
              <a:extLst>
                <a:ext uri="{FF2B5EF4-FFF2-40B4-BE49-F238E27FC236}">
                  <a16:creationId xmlns:a16="http://schemas.microsoft.com/office/drawing/2014/main" id="{F108235B-4354-382A-74D2-855FE483C1F9}"/>
                </a:ext>
              </a:extLst>
            </p:cNvPr>
            <p:cNvSpPr/>
            <p:nvPr/>
          </p:nvSpPr>
          <p:spPr>
            <a:xfrm flipH="1">
              <a:off x="7531514" y="3885823"/>
              <a:ext cx="271032" cy="189045"/>
            </a:xfrm>
            <a:custGeom>
              <a:avLst/>
              <a:gdLst/>
              <a:ahLst/>
              <a:cxnLst/>
              <a:rect l="l" t="t" r="r" b="b"/>
              <a:pathLst>
                <a:path w="4876" h="3401" fill="none" extrusionOk="0">
                  <a:moveTo>
                    <a:pt x="4408" y="3400"/>
                  </a:moveTo>
                  <a:lnTo>
                    <a:pt x="4611" y="2469"/>
                  </a:lnTo>
                  <a:cubicBezTo>
                    <a:pt x="4875" y="1251"/>
                    <a:pt x="3964" y="93"/>
                    <a:pt x="2718" y="64"/>
                  </a:cubicBezTo>
                  <a:lnTo>
                    <a:pt x="1" y="1"/>
                  </a:lnTo>
                </a:path>
              </a:pathLst>
            </a:custGeom>
            <a:noFill/>
            <a:ln w="475" cap="flat" cmpd="sng">
              <a:solidFill>
                <a:srgbClr val="3B3B3A"/>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12;p28">
              <a:extLst>
                <a:ext uri="{FF2B5EF4-FFF2-40B4-BE49-F238E27FC236}">
                  <a16:creationId xmlns:a16="http://schemas.microsoft.com/office/drawing/2014/main" id="{C1AA77FE-35F3-4045-8BD2-1C4F74CFAA16}"/>
                </a:ext>
              </a:extLst>
            </p:cNvPr>
            <p:cNvSpPr/>
            <p:nvPr/>
          </p:nvSpPr>
          <p:spPr>
            <a:xfrm flipH="1">
              <a:off x="7476651" y="3398967"/>
              <a:ext cx="311443" cy="375977"/>
            </a:xfrm>
            <a:custGeom>
              <a:avLst/>
              <a:gdLst/>
              <a:ahLst/>
              <a:cxnLst/>
              <a:rect l="l" t="t" r="r" b="b"/>
              <a:pathLst>
                <a:path w="5603" h="6764" extrusionOk="0">
                  <a:moveTo>
                    <a:pt x="1638" y="1"/>
                  </a:moveTo>
                  <a:cubicBezTo>
                    <a:pt x="1495" y="1"/>
                    <a:pt x="1350" y="20"/>
                    <a:pt x="1207" y="61"/>
                  </a:cubicBezTo>
                  <a:cubicBezTo>
                    <a:pt x="459" y="275"/>
                    <a:pt x="0" y="1004"/>
                    <a:pt x="156" y="1731"/>
                  </a:cubicBezTo>
                  <a:cubicBezTo>
                    <a:pt x="686" y="4213"/>
                    <a:pt x="1341" y="4601"/>
                    <a:pt x="2982" y="6344"/>
                  </a:cubicBezTo>
                  <a:cubicBezTo>
                    <a:pt x="3237" y="6614"/>
                    <a:pt x="3596" y="6763"/>
                    <a:pt x="3969" y="6763"/>
                  </a:cubicBezTo>
                  <a:cubicBezTo>
                    <a:pt x="4088" y="6763"/>
                    <a:pt x="4208" y="6748"/>
                    <a:pt x="4326" y="6717"/>
                  </a:cubicBezTo>
                  <a:cubicBezTo>
                    <a:pt x="5197" y="6487"/>
                    <a:pt x="5602" y="5524"/>
                    <a:pt x="5134" y="4796"/>
                  </a:cubicBezTo>
                  <a:lnTo>
                    <a:pt x="2892" y="668"/>
                  </a:lnTo>
                  <a:cubicBezTo>
                    <a:pt x="2710" y="386"/>
                    <a:pt x="2438" y="184"/>
                    <a:pt x="2126" y="80"/>
                  </a:cubicBezTo>
                  <a:cubicBezTo>
                    <a:pt x="1970" y="28"/>
                    <a:pt x="1806" y="1"/>
                    <a:pt x="16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13;p28">
              <a:extLst>
                <a:ext uri="{FF2B5EF4-FFF2-40B4-BE49-F238E27FC236}">
                  <a16:creationId xmlns:a16="http://schemas.microsoft.com/office/drawing/2014/main" id="{E6CC1406-08B3-5A45-F475-A1E7DC0FD2F9}"/>
                </a:ext>
              </a:extLst>
            </p:cNvPr>
            <p:cNvSpPr/>
            <p:nvPr/>
          </p:nvSpPr>
          <p:spPr>
            <a:xfrm flipH="1">
              <a:off x="7294169" y="3537259"/>
              <a:ext cx="315612" cy="217671"/>
            </a:xfrm>
            <a:custGeom>
              <a:avLst/>
              <a:gdLst/>
              <a:ahLst/>
              <a:cxnLst/>
              <a:rect l="l" t="t" r="r" b="b"/>
              <a:pathLst>
                <a:path w="5678" h="3916" extrusionOk="0">
                  <a:moveTo>
                    <a:pt x="4640" y="0"/>
                  </a:moveTo>
                  <a:cubicBezTo>
                    <a:pt x="4267" y="807"/>
                    <a:pt x="0" y="997"/>
                    <a:pt x="243" y="3027"/>
                  </a:cubicBezTo>
                  <a:cubicBezTo>
                    <a:pt x="306" y="3562"/>
                    <a:pt x="765" y="3915"/>
                    <a:pt x="1255" y="3915"/>
                  </a:cubicBezTo>
                  <a:cubicBezTo>
                    <a:pt x="1426" y="3915"/>
                    <a:pt x="1601" y="3872"/>
                    <a:pt x="1764" y="3780"/>
                  </a:cubicBezTo>
                  <a:cubicBezTo>
                    <a:pt x="2716" y="3239"/>
                    <a:pt x="4240" y="2170"/>
                    <a:pt x="5677" y="292"/>
                  </a:cubicBezTo>
                  <a:lnTo>
                    <a:pt x="4640" y="0"/>
                  </a:lnTo>
                  <a:close/>
                </a:path>
              </a:pathLst>
            </a:custGeom>
            <a:solidFill>
              <a:srgbClr val="B97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14;p28">
              <a:extLst>
                <a:ext uri="{FF2B5EF4-FFF2-40B4-BE49-F238E27FC236}">
                  <a16:creationId xmlns:a16="http://schemas.microsoft.com/office/drawing/2014/main" id="{5F4BF72F-3C03-09FD-666A-0EAD642A69E7}"/>
                </a:ext>
              </a:extLst>
            </p:cNvPr>
            <p:cNvSpPr/>
            <p:nvPr/>
          </p:nvSpPr>
          <p:spPr>
            <a:xfrm flipH="1">
              <a:off x="7264820" y="3412196"/>
              <a:ext cx="372364" cy="233902"/>
            </a:xfrm>
            <a:custGeom>
              <a:avLst/>
              <a:gdLst/>
              <a:ahLst/>
              <a:cxnLst/>
              <a:rect l="l" t="t" r="r" b="b"/>
              <a:pathLst>
                <a:path w="6699" h="4208" extrusionOk="0">
                  <a:moveTo>
                    <a:pt x="1319" y="0"/>
                  </a:moveTo>
                  <a:cubicBezTo>
                    <a:pt x="1122" y="0"/>
                    <a:pt x="949" y="134"/>
                    <a:pt x="902" y="326"/>
                  </a:cubicBezTo>
                  <a:lnTo>
                    <a:pt x="68" y="3675"/>
                  </a:lnTo>
                  <a:cubicBezTo>
                    <a:pt x="1" y="3946"/>
                    <a:pt x="205" y="4207"/>
                    <a:pt x="484" y="4207"/>
                  </a:cubicBezTo>
                  <a:lnTo>
                    <a:pt x="5380" y="4207"/>
                  </a:lnTo>
                  <a:cubicBezTo>
                    <a:pt x="5577" y="4207"/>
                    <a:pt x="5750" y="4074"/>
                    <a:pt x="5796" y="3883"/>
                  </a:cubicBezTo>
                  <a:lnTo>
                    <a:pt x="6631" y="533"/>
                  </a:lnTo>
                  <a:cubicBezTo>
                    <a:pt x="6698" y="262"/>
                    <a:pt x="6494" y="0"/>
                    <a:pt x="62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15;p28">
              <a:extLst>
                <a:ext uri="{FF2B5EF4-FFF2-40B4-BE49-F238E27FC236}">
                  <a16:creationId xmlns:a16="http://schemas.microsoft.com/office/drawing/2014/main" id="{053BFF70-A608-C9DC-E219-635D7482DAD0}"/>
                </a:ext>
              </a:extLst>
            </p:cNvPr>
            <p:cNvSpPr/>
            <p:nvPr/>
          </p:nvSpPr>
          <p:spPr>
            <a:xfrm flipH="1">
              <a:off x="7246644" y="3412196"/>
              <a:ext cx="372364" cy="233902"/>
            </a:xfrm>
            <a:custGeom>
              <a:avLst/>
              <a:gdLst/>
              <a:ahLst/>
              <a:cxnLst/>
              <a:rect l="l" t="t" r="r" b="b"/>
              <a:pathLst>
                <a:path w="6699" h="4208" extrusionOk="0">
                  <a:moveTo>
                    <a:pt x="1319" y="0"/>
                  </a:moveTo>
                  <a:cubicBezTo>
                    <a:pt x="1122" y="0"/>
                    <a:pt x="949" y="134"/>
                    <a:pt x="902" y="326"/>
                  </a:cubicBezTo>
                  <a:lnTo>
                    <a:pt x="68" y="3675"/>
                  </a:lnTo>
                  <a:cubicBezTo>
                    <a:pt x="0" y="3946"/>
                    <a:pt x="205" y="4207"/>
                    <a:pt x="484" y="4207"/>
                  </a:cubicBezTo>
                  <a:lnTo>
                    <a:pt x="5380" y="4207"/>
                  </a:lnTo>
                  <a:cubicBezTo>
                    <a:pt x="5577" y="4207"/>
                    <a:pt x="5750" y="4074"/>
                    <a:pt x="5796" y="3883"/>
                  </a:cubicBezTo>
                  <a:lnTo>
                    <a:pt x="6631" y="533"/>
                  </a:lnTo>
                  <a:cubicBezTo>
                    <a:pt x="6698" y="262"/>
                    <a:pt x="6494" y="0"/>
                    <a:pt x="6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16;p28">
              <a:extLst>
                <a:ext uri="{FF2B5EF4-FFF2-40B4-BE49-F238E27FC236}">
                  <a16:creationId xmlns:a16="http://schemas.microsoft.com/office/drawing/2014/main" id="{AC5CE154-42BB-AFE8-4E26-CA747BC6FCEE}"/>
                </a:ext>
              </a:extLst>
            </p:cNvPr>
            <p:cNvSpPr/>
            <p:nvPr/>
          </p:nvSpPr>
          <p:spPr>
            <a:xfrm flipH="1">
              <a:off x="7384608" y="3497127"/>
              <a:ext cx="71871" cy="64090"/>
            </a:xfrm>
            <a:custGeom>
              <a:avLst/>
              <a:gdLst/>
              <a:ahLst/>
              <a:cxnLst/>
              <a:rect l="l" t="t" r="r" b="b"/>
              <a:pathLst>
                <a:path w="1293" h="1153" extrusionOk="0">
                  <a:moveTo>
                    <a:pt x="775" y="1"/>
                  </a:moveTo>
                  <a:cubicBezTo>
                    <a:pt x="456" y="1"/>
                    <a:pt x="141" y="258"/>
                    <a:pt x="72" y="576"/>
                  </a:cubicBezTo>
                  <a:cubicBezTo>
                    <a:pt x="1" y="894"/>
                    <a:pt x="202" y="1152"/>
                    <a:pt x="520" y="1152"/>
                  </a:cubicBezTo>
                  <a:cubicBezTo>
                    <a:pt x="838" y="1152"/>
                    <a:pt x="1152" y="894"/>
                    <a:pt x="1223" y="576"/>
                  </a:cubicBezTo>
                  <a:cubicBezTo>
                    <a:pt x="1293" y="258"/>
                    <a:pt x="1092" y="1"/>
                    <a:pt x="7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17;p28">
              <a:extLst>
                <a:ext uri="{FF2B5EF4-FFF2-40B4-BE49-F238E27FC236}">
                  <a16:creationId xmlns:a16="http://schemas.microsoft.com/office/drawing/2014/main" id="{BDB9A6A1-A01F-F572-39A6-C7585FEF937F}"/>
                </a:ext>
              </a:extLst>
            </p:cNvPr>
            <p:cNvSpPr/>
            <p:nvPr/>
          </p:nvSpPr>
          <p:spPr>
            <a:xfrm flipH="1">
              <a:off x="7265493" y="3434262"/>
              <a:ext cx="20455" cy="18232"/>
            </a:xfrm>
            <a:custGeom>
              <a:avLst/>
              <a:gdLst/>
              <a:ahLst/>
              <a:cxnLst/>
              <a:rect l="l" t="t" r="r" b="b"/>
              <a:pathLst>
                <a:path w="368" h="328" extrusionOk="0">
                  <a:moveTo>
                    <a:pt x="220" y="0"/>
                  </a:moveTo>
                  <a:cubicBezTo>
                    <a:pt x="130" y="0"/>
                    <a:pt x="41" y="73"/>
                    <a:pt x="20" y="164"/>
                  </a:cubicBezTo>
                  <a:cubicBezTo>
                    <a:pt x="1" y="254"/>
                    <a:pt x="57" y="327"/>
                    <a:pt x="148" y="327"/>
                  </a:cubicBezTo>
                  <a:cubicBezTo>
                    <a:pt x="239" y="327"/>
                    <a:pt x="328" y="254"/>
                    <a:pt x="347" y="164"/>
                  </a:cubicBezTo>
                  <a:cubicBezTo>
                    <a:pt x="368" y="73"/>
                    <a:pt x="311" y="0"/>
                    <a:pt x="22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18;p28">
              <a:extLst>
                <a:ext uri="{FF2B5EF4-FFF2-40B4-BE49-F238E27FC236}">
                  <a16:creationId xmlns:a16="http://schemas.microsoft.com/office/drawing/2014/main" id="{B4DAB15B-5B87-3049-6A86-65F60C872EFD}"/>
                </a:ext>
              </a:extLst>
            </p:cNvPr>
            <p:cNvSpPr/>
            <p:nvPr/>
          </p:nvSpPr>
          <p:spPr>
            <a:xfrm flipH="1">
              <a:off x="7264325" y="3579113"/>
              <a:ext cx="66980" cy="30294"/>
            </a:xfrm>
            <a:custGeom>
              <a:avLst/>
              <a:gdLst/>
              <a:ahLst/>
              <a:cxnLst/>
              <a:rect l="l" t="t" r="r" b="b"/>
              <a:pathLst>
                <a:path w="1205" h="545" extrusionOk="0">
                  <a:moveTo>
                    <a:pt x="944" y="1"/>
                  </a:moveTo>
                  <a:lnTo>
                    <a:pt x="306" y="12"/>
                  </a:lnTo>
                  <a:lnTo>
                    <a:pt x="269" y="12"/>
                  </a:lnTo>
                  <a:cubicBezTo>
                    <a:pt x="268" y="12"/>
                    <a:pt x="267" y="12"/>
                    <a:pt x="266" y="12"/>
                  </a:cubicBezTo>
                  <a:cubicBezTo>
                    <a:pt x="169" y="12"/>
                    <a:pt x="84" y="65"/>
                    <a:pt x="40" y="145"/>
                  </a:cubicBezTo>
                  <a:cubicBezTo>
                    <a:pt x="36" y="149"/>
                    <a:pt x="33" y="155"/>
                    <a:pt x="30" y="159"/>
                  </a:cubicBezTo>
                  <a:cubicBezTo>
                    <a:pt x="27" y="166"/>
                    <a:pt x="25" y="172"/>
                    <a:pt x="22" y="179"/>
                  </a:cubicBezTo>
                  <a:cubicBezTo>
                    <a:pt x="9" y="214"/>
                    <a:pt x="1" y="254"/>
                    <a:pt x="3" y="296"/>
                  </a:cubicBezTo>
                  <a:cubicBezTo>
                    <a:pt x="12" y="436"/>
                    <a:pt x="130" y="545"/>
                    <a:pt x="269" y="545"/>
                  </a:cubicBezTo>
                  <a:cubicBezTo>
                    <a:pt x="272" y="545"/>
                    <a:pt x="275" y="545"/>
                    <a:pt x="277" y="545"/>
                  </a:cubicBezTo>
                  <a:lnTo>
                    <a:pt x="953" y="515"/>
                  </a:lnTo>
                  <a:cubicBezTo>
                    <a:pt x="1051" y="510"/>
                    <a:pt x="1135" y="453"/>
                    <a:pt x="1175" y="371"/>
                  </a:cubicBezTo>
                  <a:cubicBezTo>
                    <a:pt x="1195" y="331"/>
                    <a:pt x="1205" y="285"/>
                    <a:pt x="1201" y="237"/>
                  </a:cubicBezTo>
                  <a:cubicBezTo>
                    <a:pt x="1200" y="227"/>
                    <a:pt x="1199" y="215"/>
                    <a:pt x="1197" y="206"/>
                  </a:cubicBezTo>
                  <a:cubicBezTo>
                    <a:pt x="1191" y="175"/>
                    <a:pt x="1178" y="147"/>
                    <a:pt x="1161" y="122"/>
                  </a:cubicBezTo>
                  <a:cubicBezTo>
                    <a:pt x="1155" y="114"/>
                    <a:pt x="1150" y="103"/>
                    <a:pt x="1142" y="95"/>
                  </a:cubicBezTo>
                  <a:cubicBezTo>
                    <a:pt x="1096" y="37"/>
                    <a:pt x="1024" y="2"/>
                    <a:pt x="944" y="1"/>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19;p28">
              <a:extLst>
                <a:ext uri="{FF2B5EF4-FFF2-40B4-BE49-F238E27FC236}">
                  <a16:creationId xmlns:a16="http://schemas.microsoft.com/office/drawing/2014/main" id="{E68CC757-D34A-B627-2DC9-4E1FD26BE349}"/>
                </a:ext>
              </a:extLst>
            </p:cNvPr>
            <p:cNvSpPr/>
            <p:nvPr/>
          </p:nvSpPr>
          <p:spPr>
            <a:xfrm flipH="1">
              <a:off x="7264770" y="3579113"/>
              <a:ext cx="49582" cy="12840"/>
            </a:xfrm>
            <a:custGeom>
              <a:avLst/>
              <a:gdLst/>
              <a:ahLst/>
              <a:cxnLst/>
              <a:rect l="l" t="t" r="r" b="b"/>
              <a:pathLst>
                <a:path w="892" h="231" extrusionOk="0">
                  <a:moveTo>
                    <a:pt x="639" y="1"/>
                  </a:moveTo>
                  <a:lnTo>
                    <a:pt x="1" y="12"/>
                  </a:lnTo>
                  <a:cubicBezTo>
                    <a:pt x="18" y="22"/>
                    <a:pt x="36" y="31"/>
                    <a:pt x="57" y="38"/>
                  </a:cubicBezTo>
                  <a:lnTo>
                    <a:pt x="704" y="218"/>
                  </a:lnTo>
                  <a:cubicBezTo>
                    <a:pt x="730" y="226"/>
                    <a:pt x="757" y="230"/>
                    <a:pt x="782" y="230"/>
                  </a:cubicBezTo>
                  <a:cubicBezTo>
                    <a:pt x="821" y="230"/>
                    <a:pt x="857" y="222"/>
                    <a:pt x="892" y="206"/>
                  </a:cubicBezTo>
                  <a:cubicBezTo>
                    <a:pt x="886" y="175"/>
                    <a:pt x="873" y="147"/>
                    <a:pt x="856" y="122"/>
                  </a:cubicBezTo>
                  <a:cubicBezTo>
                    <a:pt x="850" y="114"/>
                    <a:pt x="845" y="103"/>
                    <a:pt x="837" y="95"/>
                  </a:cubicBezTo>
                  <a:cubicBezTo>
                    <a:pt x="791" y="37"/>
                    <a:pt x="719" y="2"/>
                    <a:pt x="639" y="1"/>
                  </a:cubicBezTo>
                  <a:close/>
                </a:path>
              </a:pathLst>
            </a:custGeom>
            <a:solidFill>
              <a:srgbClr val="B97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20;p28">
              <a:extLst>
                <a:ext uri="{FF2B5EF4-FFF2-40B4-BE49-F238E27FC236}">
                  <a16:creationId xmlns:a16="http://schemas.microsoft.com/office/drawing/2014/main" id="{F9502843-8AC1-6D94-16A6-617F2E737A70}"/>
                </a:ext>
              </a:extLst>
            </p:cNvPr>
            <p:cNvSpPr/>
            <p:nvPr/>
          </p:nvSpPr>
          <p:spPr>
            <a:xfrm flipH="1">
              <a:off x="7253263" y="3549376"/>
              <a:ext cx="67202" cy="35241"/>
            </a:xfrm>
            <a:custGeom>
              <a:avLst/>
              <a:gdLst/>
              <a:ahLst/>
              <a:cxnLst/>
              <a:rect l="l" t="t" r="r" b="b"/>
              <a:pathLst>
                <a:path w="1209" h="634" extrusionOk="0">
                  <a:moveTo>
                    <a:pt x="287" y="0"/>
                  </a:moveTo>
                  <a:cubicBezTo>
                    <a:pt x="255" y="0"/>
                    <a:pt x="224" y="6"/>
                    <a:pt x="196" y="17"/>
                  </a:cubicBezTo>
                  <a:cubicBezTo>
                    <a:pt x="170" y="27"/>
                    <a:pt x="145" y="39"/>
                    <a:pt x="124" y="57"/>
                  </a:cubicBezTo>
                  <a:cubicBezTo>
                    <a:pt x="119" y="61"/>
                    <a:pt x="113" y="65"/>
                    <a:pt x="110" y="69"/>
                  </a:cubicBezTo>
                  <a:cubicBezTo>
                    <a:pt x="104" y="74"/>
                    <a:pt x="100" y="78"/>
                    <a:pt x="95" y="83"/>
                  </a:cubicBezTo>
                  <a:lnTo>
                    <a:pt x="95" y="84"/>
                  </a:lnTo>
                  <a:cubicBezTo>
                    <a:pt x="60" y="121"/>
                    <a:pt x="34" y="167"/>
                    <a:pt x="24" y="222"/>
                  </a:cubicBezTo>
                  <a:cubicBezTo>
                    <a:pt x="0" y="363"/>
                    <a:pt x="94" y="499"/>
                    <a:pt x="234" y="528"/>
                  </a:cubicBezTo>
                  <a:lnTo>
                    <a:pt x="898" y="628"/>
                  </a:lnTo>
                  <a:cubicBezTo>
                    <a:pt x="914" y="632"/>
                    <a:pt x="930" y="634"/>
                    <a:pt x="947" y="634"/>
                  </a:cubicBezTo>
                  <a:cubicBezTo>
                    <a:pt x="957" y="634"/>
                    <a:pt x="967" y="633"/>
                    <a:pt x="976" y="632"/>
                  </a:cubicBezTo>
                  <a:cubicBezTo>
                    <a:pt x="1024" y="627"/>
                    <a:pt x="1070" y="608"/>
                    <a:pt x="1107" y="579"/>
                  </a:cubicBezTo>
                  <a:cubicBezTo>
                    <a:pt x="1157" y="540"/>
                    <a:pt x="1194" y="483"/>
                    <a:pt x="1204" y="417"/>
                  </a:cubicBezTo>
                  <a:cubicBezTo>
                    <a:pt x="1208" y="378"/>
                    <a:pt x="1206" y="341"/>
                    <a:pt x="1196" y="306"/>
                  </a:cubicBezTo>
                  <a:cubicBezTo>
                    <a:pt x="1189" y="279"/>
                    <a:pt x="1176" y="254"/>
                    <a:pt x="1160" y="231"/>
                  </a:cubicBezTo>
                  <a:cubicBezTo>
                    <a:pt x="1126" y="181"/>
                    <a:pt x="1074" y="141"/>
                    <a:pt x="1010" y="126"/>
                  </a:cubicBezTo>
                  <a:lnTo>
                    <a:pt x="1007" y="126"/>
                  </a:lnTo>
                  <a:lnTo>
                    <a:pt x="381" y="15"/>
                  </a:lnTo>
                  <a:lnTo>
                    <a:pt x="348" y="7"/>
                  </a:lnTo>
                  <a:cubicBezTo>
                    <a:pt x="327" y="3"/>
                    <a:pt x="307" y="0"/>
                    <a:pt x="287" y="0"/>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21;p28">
              <a:extLst>
                <a:ext uri="{FF2B5EF4-FFF2-40B4-BE49-F238E27FC236}">
                  <a16:creationId xmlns:a16="http://schemas.microsoft.com/office/drawing/2014/main" id="{A06E18F3-4D0B-BC78-D8E8-41B88092A697}"/>
                </a:ext>
              </a:extLst>
            </p:cNvPr>
            <p:cNvSpPr/>
            <p:nvPr/>
          </p:nvSpPr>
          <p:spPr>
            <a:xfrm flipH="1">
              <a:off x="7264436" y="3549376"/>
              <a:ext cx="45191" cy="8782"/>
            </a:xfrm>
            <a:custGeom>
              <a:avLst/>
              <a:gdLst/>
              <a:ahLst/>
              <a:cxnLst/>
              <a:rect l="l" t="t" r="r" b="b"/>
              <a:pathLst>
                <a:path w="813" h="158" extrusionOk="0">
                  <a:moveTo>
                    <a:pt x="92" y="0"/>
                  </a:moveTo>
                  <a:cubicBezTo>
                    <a:pt x="60" y="0"/>
                    <a:pt x="29" y="6"/>
                    <a:pt x="1" y="17"/>
                  </a:cubicBezTo>
                  <a:cubicBezTo>
                    <a:pt x="45" y="100"/>
                    <a:pt x="133" y="157"/>
                    <a:pt x="233" y="157"/>
                  </a:cubicBezTo>
                  <a:cubicBezTo>
                    <a:pt x="236" y="157"/>
                    <a:pt x="240" y="157"/>
                    <a:pt x="244" y="157"/>
                  </a:cubicBezTo>
                  <a:lnTo>
                    <a:pt x="812" y="126"/>
                  </a:lnTo>
                  <a:lnTo>
                    <a:pt x="186" y="15"/>
                  </a:lnTo>
                  <a:lnTo>
                    <a:pt x="153" y="7"/>
                  </a:lnTo>
                  <a:cubicBezTo>
                    <a:pt x="132" y="3"/>
                    <a:pt x="112" y="0"/>
                    <a:pt x="92" y="0"/>
                  </a:cubicBezTo>
                  <a:close/>
                </a:path>
              </a:pathLst>
            </a:custGeom>
            <a:solidFill>
              <a:srgbClr val="B97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22;p28">
              <a:extLst>
                <a:ext uri="{FF2B5EF4-FFF2-40B4-BE49-F238E27FC236}">
                  <a16:creationId xmlns:a16="http://schemas.microsoft.com/office/drawing/2014/main" id="{9F5976A8-A6D9-231F-2022-78DA559B0952}"/>
                </a:ext>
              </a:extLst>
            </p:cNvPr>
            <p:cNvSpPr/>
            <p:nvPr/>
          </p:nvSpPr>
          <p:spPr>
            <a:xfrm flipH="1">
              <a:off x="7242147" y="3523418"/>
              <a:ext cx="67036" cy="30739"/>
            </a:xfrm>
            <a:custGeom>
              <a:avLst/>
              <a:gdLst/>
              <a:ahLst/>
              <a:cxnLst/>
              <a:rect l="l" t="t" r="r" b="b"/>
              <a:pathLst>
                <a:path w="1206" h="553" extrusionOk="0">
                  <a:moveTo>
                    <a:pt x="944" y="0"/>
                  </a:moveTo>
                  <a:lnTo>
                    <a:pt x="269" y="19"/>
                  </a:lnTo>
                  <a:cubicBezTo>
                    <a:pt x="227" y="21"/>
                    <a:pt x="186" y="31"/>
                    <a:pt x="150" y="49"/>
                  </a:cubicBezTo>
                  <a:cubicBezTo>
                    <a:pt x="116" y="66"/>
                    <a:pt x="85" y="90"/>
                    <a:pt x="61" y="120"/>
                  </a:cubicBezTo>
                  <a:cubicBezTo>
                    <a:pt x="58" y="125"/>
                    <a:pt x="54" y="129"/>
                    <a:pt x="52" y="134"/>
                  </a:cubicBezTo>
                  <a:cubicBezTo>
                    <a:pt x="52" y="135"/>
                    <a:pt x="51" y="135"/>
                    <a:pt x="51" y="136"/>
                  </a:cubicBezTo>
                  <a:cubicBezTo>
                    <a:pt x="18" y="183"/>
                    <a:pt x="1" y="241"/>
                    <a:pt x="4" y="304"/>
                  </a:cubicBezTo>
                  <a:cubicBezTo>
                    <a:pt x="13" y="443"/>
                    <a:pt x="130" y="552"/>
                    <a:pt x="270" y="552"/>
                  </a:cubicBezTo>
                  <a:cubicBezTo>
                    <a:pt x="273" y="552"/>
                    <a:pt x="276" y="552"/>
                    <a:pt x="278" y="552"/>
                  </a:cubicBezTo>
                  <a:lnTo>
                    <a:pt x="953" y="514"/>
                  </a:lnTo>
                  <a:cubicBezTo>
                    <a:pt x="1031" y="511"/>
                    <a:pt x="1099" y="473"/>
                    <a:pt x="1145" y="417"/>
                  </a:cubicBezTo>
                  <a:cubicBezTo>
                    <a:pt x="1184" y="367"/>
                    <a:pt x="1206" y="304"/>
                    <a:pt x="1200" y="237"/>
                  </a:cubicBezTo>
                  <a:cubicBezTo>
                    <a:pt x="1195" y="171"/>
                    <a:pt x="1167" y="112"/>
                    <a:pt x="1121" y="71"/>
                  </a:cubicBezTo>
                  <a:cubicBezTo>
                    <a:pt x="1120" y="69"/>
                    <a:pt x="1119" y="67"/>
                    <a:pt x="1116" y="66"/>
                  </a:cubicBezTo>
                  <a:cubicBezTo>
                    <a:pt x="1106" y="57"/>
                    <a:pt x="1095" y="48"/>
                    <a:pt x="1082" y="40"/>
                  </a:cubicBezTo>
                  <a:cubicBezTo>
                    <a:pt x="1042" y="15"/>
                    <a:pt x="995" y="0"/>
                    <a:pt x="944" y="0"/>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123;p28">
              <a:extLst>
                <a:ext uri="{FF2B5EF4-FFF2-40B4-BE49-F238E27FC236}">
                  <a16:creationId xmlns:a16="http://schemas.microsoft.com/office/drawing/2014/main" id="{3D4F2734-F70B-ABCF-0B32-5126E5E10C4B}"/>
                </a:ext>
              </a:extLst>
            </p:cNvPr>
            <p:cNvSpPr/>
            <p:nvPr/>
          </p:nvSpPr>
          <p:spPr>
            <a:xfrm flipH="1">
              <a:off x="7248984" y="3523418"/>
              <a:ext cx="51861" cy="6337"/>
            </a:xfrm>
            <a:custGeom>
              <a:avLst/>
              <a:gdLst/>
              <a:ahLst/>
              <a:cxnLst/>
              <a:rect l="l" t="t" r="r" b="b"/>
              <a:pathLst>
                <a:path w="933" h="114" extrusionOk="0">
                  <a:moveTo>
                    <a:pt x="794" y="0"/>
                  </a:moveTo>
                  <a:lnTo>
                    <a:pt x="119" y="19"/>
                  </a:lnTo>
                  <a:cubicBezTo>
                    <a:pt x="77" y="21"/>
                    <a:pt x="36" y="31"/>
                    <a:pt x="0" y="49"/>
                  </a:cubicBezTo>
                  <a:cubicBezTo>
                    <a:pt x="18" y="82"/>
                    <a:pt x="77" y="113"/>
                    <a:pt x="128" y="113"/>
                  </a:cubicBezTo>
                  <a:cubicBezTo>
                    <a:pt x="129" y="113"/>
                    <a:pt x="131" y="113"/>
                    <a:pt x="133" y="113"/>
                  </a:cubicBezTo>
                  <a:lnTo>
                    <a:pt x="818" y="73"/>
                  </a:lnTo>
                  <a:cubicBezTo>
                    <a:pt x="859" y="72"/>
                    <a:pt x="898" y="61"/>
                    <a:pt x="932" y="40"/>
                  </a:cubicBezTo>
                  <a:cubicBezTo>
                    <a:pt x="892" y="15"/>
                    <a:pt x="845" y="0"/>
                    <a:pt x="794" y="0"/>
                  </a:cubicBezTo>
                  <a:close/>
                </a:path>
              </a:pathLst>
            </a:custGeom>
            <a:solidFill>
              <a:srgbClr val="B97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124;p28">
              <a:extLst>
                <a:ext uri="{FF2B5EF4-FFF2-40B4-BE49-F238E27FC236}">
                  <a16:creationId xmlns:a16="http://schemas.microsoft.com/office/drawing/2014/main" id="{65D060D0-1C31-2DC9-1BD0-747A5F810F28}"/>
                </a:ext>
              </a:extLst>
            </p:cNvPr>
            <p:cNvSpPr/>
            <p:nvPr/>
          </p:nvSpPr>
          <p:spPr>
            <a:xfrm flipH="1">
              <a:off x="7242869" y="3494070"/>
              <a:ext cx="67258" cy="33295"/>
            </a:xfrm>
            <a:custGeom>
              <a:avLst/>
              <a:gdLst/>
              <a:ahLst/>
              <a:cxnLst/>
              <a:rect l="l" t="t" r="r" b="b"/>
              <a:pathLst>
                <a:path w="1210" h="599" extrusionOk="0">
                  <a:moveTo>
                    <a:pt x="946" y="0"/>
                  </a:moveTo>
                  <a:cubicBezTo>
                    <a:pt x="936" y="0"/>
                    <a:pt x="926" y="1"/>
                    <a:pt x="916" y="2"/>
                  </a:cubicBezTo>
                  <a:lnTo>
                    <a:pt x="243" y="68"/>
                  </a:lnTo>
                  <a:cubicBezTo>
                    <a:pt x="159" y="78"/>
                    <a:pt x="90" y="126"/>
                    <a:pt x="48" y="192"/>
                  </a:cubicBezTo>
                  <a:cubicBezTo>
                    <a:pt x="45" y="196"/>
                    <a:pt x="42" y="202"/>
                    <a:pt x="40" y="207"/>
                  </a:cubicBezTo>
                  <a:cubicBezTo>
                    <a:pt x="12" y="258"/>
                    <a:pt x="0" y="318"/>
                    <a:pt x="12" y="381"/>
                  </a:cubicBezTo>
                  <a:cubicBezTo>
                    <a:pt x="34" y="508"/>
                    <a:pt x="145" y="599"/>
                    <a:pt x="271" y="599"/>
                  </a:cubicBezTo>
                  <a:cubicBezTo>
                    <a:pt x="285" y="599"/>
                    <a:pt x="298" y="598"/>
                    <a:pt x="311" y="595"/>
                  </a:cubicBezTo>
                  <a:lnTo>
                    <a:pt x="982" y="512"/>
                  </a:lnTo>
                  <a:cubicBezTo>
                    <a:pt x="1059" y="501"/>
                    <a:pt x="1123" y="456"/>
                    <a:pt x="1162" y="394"/>
                  </a:cubicBezTo>
                  <a:cubicBezTo>
                    <a:pt x="1195" y="341"/>
                    <a:pt x="1210" y="275"/>
                    <a:pt x="1197" y="209"/>
                  </a:cubicBezTo>
                  <a:cubicBezTo>
                    <a:pt x="1184" y="143"/>
                    <a:pt x="1147" y="86"/>
                    <a:pt x="1094" y="49"/>
                  </a:cubicBezTo>
                  <a:cubicBezTo>
                    <a:pt x="1053" y="18"/>
                    <a:pt x="1001" y="0"/>
                    <a:pt x="946" y="0"/>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125;p28">
              <a:extLst>
                <a:ext uri="{FF2B5EF4-FFF2-40B4-BE49-F238E27FC236}">
                  <a16:creationId xmlns:a16="http://schemas.microsoft.com/office/drawing/2014/main" id="{F96ED270-4703-4147-0D4C-2EA730867E55}"/>
                </a:ext>
              </a:extLst>
            </p:cNvPr>
            <p:cNvSpPr/>
            <p:nvPr/>
          </p:nvSpPr>
          <p:spPr>
            <a:xfrm flipH="1">
              <a:off x="7677258" y="3301084"/>
              <a:ext cx="96162" cy="92049"/>
            </a:xfrm>
            <a:custGeom>
              <a:avLst/>
              <a:gdLst/>
              <a:ahLst/>
              <a:cxnLst/>
              <a:rect l="l" t="t" r="r" b="b"/>
              <a:pathLst>
                <a:path w="1730" h="1656" extrusionOk="0">
                  <a:moveTo>
                    <a:pt x="692" y="0"/>
                  </a:moveTo>
                  <a:lnTo>
                    <a:pt x="1" y="1207"/>
                  </a:lnTo>
                  <a:lnTo>
                    <a:pt x="1239" y="1655"/>
                  </a:lnTo>
                  <a:lnTo>
                    <a:pt x="1390" y="1514"/>
                  </a:lnTo>
                  <a:cubicBezTo>
                    <a:pt x="1729" y="1199"/>
                    <a:pt x="1684" y="669"/>
                    <a:pt x="1298" y="409"/>
                  </a:cubicBezTo>
                  <a:lnTo>
                    <a:pt x="6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126;p28">
              <a:extLst>
                <a:ext uri="{FF2B5EF4-FFF2-40B4-BE49-F238E27FC236}">
                  <a16:creationId xmlns:a16="http://schemas.microsoft.com/office/drawing/2014/main" id="{1270C78B-F971-6B0E-A2E0-36DB3CAA86DE}"/>
                </a:ext>
              </a:extLst>
            </p:cNvPr>
            <p:cNvSpPr/>
            <p:nvPr/>
          </p:nvSpPr>
          <p:spPr>
            <a:xfrm flipH="1">
              <a:off x="7650187" y="3089089"/>
              <a:ext cx="191713" cy="303216"/>
            </a:xfrm>
            <a:custGeom>
              <a:avLst/>
              <a:gdLst/>
              <a:ahLst/>
              <a:cxnLst/>
              <a:rect l="l" t="t" r="r" b="b"/>
              <a:pathLst>
                <a:path w="3449" h="5455" extrusionOk="0">
                  <a:moveTo>
                    <a:pt x="1764" y="0"/>
                  </a:moveTo>
                  <a:lnTo>
                    <a:pt x="0" y="4980"/>
                  </a:lnTo>
                  <a:lnTo>
                    <a:pt x="1844" y="5454"/>
                  </a:lnTo>
                  <a:lnTo>
                    <a:pt x="2340" y="4780"/>
                  </a:lnTo>
                  <a:lnTo>
                    <a:pt x="3175" y="3641"/>
                  </a:lnTo>
                  <a:lnTo>
                    <a:pt x="3448" y="3271"/>
                  </a:lnTo>
                  <a:lnTo>
                    <a:pt x="1764" y="0"/>
                  </a:ln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27;p28">
              <a:extLst>
                <a:ext uri="{FF2B5EF4-FFF2-40B4-BE49-F238E27FC236}">
                  <a16:creationId xmlns:a16="http://schemas.microsoft.com/office/drawing/2014/main" id="{7D5C01F8-D222-FBEA-56DD-A1BB5CA7B373}"/>
                </a:ext>
              </a:extLst>
            </p:cNvPr>
            <p:cNvSpPr/>
            <p:nvPr/>
          </p:nvSpPr>
          <p:spPr>
            <a:xfrm flipH="1">
              <a:off x="7565309" y="3052459"/>
              <a:ext cx="227343" cy="276424"/>
            </a:xfrm>
            <a:custGeom>
              <a:avLst/>
              <a:gdLst/>
              <a:ahLst/>
              <a:cxnLst/>
              <a:rect l="l" t="t" r="r" b="b"/>
              <a:pathLst>
                <a:path w="4090" h="4973" extrusionOk="0">
                  <a:moveTo>
                    <a:pt x="1460" y="1"/>
                  </a:moveTo>
                  <a:cubicBezTo>
                    <a:pt x="1304" y="1"/>
                    <a:pt x="1153" y="26"/>
                    <a:pt x="1012" y="71"/>
                  </a:cubicBezTo>
                  <a:cubicBezTo>
                    <a:pt x="411" y="266"/>
                    <a:pt x="0" y="845"/>
                    <a:pt x="81" y="1487"/>
                  </a:cubicBezTo>
                  <a:lnTo>
                    <a:pt x="152" y="2039"/>
                  </a:lnTo>
                  <a:lnTo>
                    <a:pt x="367" y="4260"/>
                  </a:lnTo>
                  <a:cubicBezTo>
                    <a:pt x="367" y="4260"/>
                    <a:pt x="1928" y="4811"/>
                    <a:pt x="2465" y="4942"/>
                  </a:cubicBezTo>
                  <a:cubicBezTo>
                    <a:pt x="2552" y="4962"/>
                    <a:pt x="2639" y="4972"/>
                    <a:pt x="2726" y="4972"/>
                  </a:cubicBezTo>
                  <a:cubicBezTo>
                    <a:pt x="3219" y="4972"/>
                    <a:pt x="3685" y="4653"/>
                    <a:pt x="3792" y="4170"/>
                  </a:cubicBezTo>
                  <a:cubicBezTo>
                    <a:pt x="3965" y="3396"/>
                    <a:pt x="4089" y="2619"/>
                    <a:pt x="3841" y="1739"/>
                  </a:cubicBezTo>
                  <a:cubicBezTo>
                    <a:pt x="3695" y="1220"/>
                    <a:pt x="3371" y="782"/>
                    <a:pt x="2943" y="474"/>
                  </a:cubicBezTo>
                  <a:cubicBezTo>
                    <a:pt x="2751" y="335"/>
                    <a:pt x="2536" y="224"/>
                    <a:pt x="2306" y="144"/>
                  </a:cubicBezTo>
                  <a:lnTo>
                    <a:pt x="2304" y="143"/>
                  </a:lnTo>
                  <a:lnTo>
                    <a:pt x="2173" y="102"/>
                  </a:lnTo>
                  <a:lnTo>
                    <a:pt x="2160" y="97"/>
                  </a:lnTo>
                  <a:cubicBezTo>
                    <a:pt x="2094" y="78"/>
                    <a:pt x="2028" y="63"/>
                    <a:pt x="1961" y="50"/>
                  </a:cubicBezTo>
                  <a:cubicBezTo>
                    <a:pt x="1802" y="18"/>
                    <a:pt x="1637" y="1"/>
                    <a:pt x="1470" y="1"/>
                  </a:cubicBezTo>
                  <a:cubicBezTo>
                    <a:pt x="1467" y="1"/>
                    <a:pt x="1463" y="1"/>
                    <a:pt x="1460" y="1"/>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28;p28">
              <a:extLst>
                <a:ext uri="{FF2B5EF4-FFF2-40B4-BE49-F238E27FC236}">
                  <a16:creationId xmlns:a16="http://schemas.microsoft.com/office/drawing/2014/main" id="{34A69F40-1DF4-58A9-AB73-11D4503D0FFF}"/>
                </a:ext>
              </a:extLst>
            </p:cNvPr>
            <p:cNvSpPr/>
            <p:nvPr/>
          </p:nvSpPr>
          <p:spPr>
            <a:xfrm flipH="1">
              <a:off x="7609776" y="3030837"/>
              <a:ext cx="251355" cy="200829"/>
            </a:xfrm>
            <a:custGeom>
              <a:avLst/>
              <a:gdLst/>
              <a:ahLst/>
              <a:cxnLst/>
              <a:rect l="l" t="t" r="r" b="b"/>
              <a:pathLst>
                <a:path w="4522" h="3613" extrusionOk="0">
                  <a:moveTo>
                    <a:pt x="2280" y="0"/>
                  </a:moveTo>
                  <a:cubicBezTo>
                    <a:pt x="1405" y="0"/>
                    <a:pt x="575" y="319"/>
                    <a:pt x="346" y="1143"/>
                  </a:cubicBezTo>
                  <a:cubicBezTo>
                    <a:pt x="1" y="2385"/>
                    <a:pt x="1201" y="3613"/>
                    <a:pt x="1201" y="3613"/>
                  </a:cubicBezTo>
                  <a:lnTo>
                    <a:pt x="2176" y="3267"/>
                  </a:lnTo>
                  <a:lnTo>
                    <a:pt x="2159" y="1428"/>
                  </a:lnTo>
                  <a:lnTo>
                    <a:pt x="2159" y="1428"/>
                  </a:lnTo>
                  <a:cubicBezTo>
                    <a:pt x="2159" y="1428"/>
                    <a:pt x="2350" y="1452"/>
                    <a:pt x="2628" y="1452"/>
                  </a:cubicBezTo>
                  <a:cubicBezTo>
                    <a:pt x="3178" y="1452"/>
                    <a:pt x="4073" y="1359"/>
                    <a:pt x="4521" y="804"/>
                  </a:cubicBezTo>
                  <a:cubicBezTo>
                    <a:pt x="4126" y="336"/>
                    <a:pt x="3179" y="0"/>
                    <a:pt x="2280" y="0"/>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29;p28">
              <a:extLst>
                <a:ext uri="{FF2B5EF4-FFF2-40B4-BE49-F238E27FC236}">
                  <a16:creationId xmlns:a16="http://schemas.microsoft.com/office/drawing/2014/main" id="{82E22CA6-91F9-DF54-0D9C-8612C4146C3D}"/>
                </a:ext>
              </a:extLst>
            </p:cNvPr>
            <p:cNvSpPr/>
            <p:nvPr/>
          </p:nvSpPr>
          <p:spPr>
            <a:xfrm flipH="1">
              <a:off x="7665418" y="3256062"/>
              <a:ext cx="133348" cy="136239"/>
            </a:xfrm>
            <a:custGeom>
              <a:avLst/>
              <a:gdLst/>
              <a:ahLst/>
              <a:cxnLst/>
              <a:rect l="l" t="t" r="r" b="b"/>
              <a:pathLst>
                <a:path w="2399" h="2451" extrusionOk="0">
                  <a:moveTo>
                    <a:pt x="905" y="1"/>
                  </a:moveTo>
                  <a:cubicBezTo>
                    <a:pt x="905" y="1"/>
                    <a:pt x="0" y="1042"/>
                    <a:pt x="1068" y="2450"/>
                  </a:cubicBezTo>
                  <a:lnTo>
                    <a:pt x="2399" y="637"/>
                  </a:lnTo>
                  <a:lnTo>
                    <a:pt x="905" y="1"/>
                  </a:lnTo>
                  <a:close/>
                </a:path>
              </a:pathLst>
            </a:custGeom>
            <a:solidFill>
              <a:srgbClr val="B97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30;p28">
              <a:extLst>
                <a:ext uri="{FF2B5EF4-FFF2-40B4-BE49-F238E27FC236}">
                  <a16:creationId xmlns:a16="http://schemas.microsoft.com/office/drawing/2014/main" id="{C8CF472E-E649-0FE2-0363-AE3DC22CDE4C}"/>
                </a:ext>
              </a:extLst>
            </p:cNvPr>
            <p:cNvSpPr/>
            <p:nvPr/>
          </p:nvSpPr>
          <p:spPr>
            <a:xfrm flipH="1">
              <a:off x="7574817" y="3154288"/>
              <a:ext cx="52472" cy="96829"/>
            </a:xfrm>
            <a:custGeom>
              <a:avLst/>
              <a:gdLst/>
              <a:ahLst/>
              <a:cxnLst/>
              <a:rect l="l" t="t" r="r" b="b"/>
              <a:pathLst>
                <a:path w="944" h="1742" extrusionOk="0">
                  <a:moveTo>
                    <a:pt x="15" y="0"/>
                  </a:moveTo>
                  <a:lnTo>
                    <a:pt x="1" y="1702"/>
                  </a:lnTo>
                  <a:lnTo>
                    <a:pt x="132" y="1730"/>
                  </a:lnTo>
                  <a:cubicBezTo>
                    <a:pt x="172" y="1738"/>
                    <a:pt x="211" y="1742"/>
                    <a:pt x="249" y="1742"/>
                  </a:cubicBezTo>
                  <a:cubicBezTo>
                    <a:pt x="676" y="1742"/>
                    <a:pt x="943" y="1245"/>
                    <a:pt x="638" y="914"/>
                  </a:cubicBezTo>
                  <a:cubicBezTo>
                    <a:pt x="424" y="683"/>
                    <a:pt x="192" y="421"/>
                    <a:pt x="15" y="0"/>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31;p28">
              <a:extLst>
                <a:ext uri="{FF2B5EF4-FFF2-40B4-BE49-F238E27FC236}">
                  <a16:creationId xmlns:a16="http://schemas.microsoft.com/office/drawing/2014/main" id="{2EF879F6-B6CC-071E-6DCC-B02AB5129D64}"/>
                </a:ext>
              </a:extLst>
            </p:cNvPr>
            <p:cNvSpPr/>
            <p:nvPr/>
          </p:nvSpPr>
          <p:spPr>
            <a:xfrm flipH="1">
              <a:off x="7741068" y="3156122"/>
              <a:ext cx="128401" cy="94995"/>
            </a:xfrm>
            <a:custGeom>
              <a:avLst/>
              <a:gdLst/>
              <a:ahLst/>
              <a:cxnLst/>
              <a:rect l="l" t="t" r="r" b="b"/>
              <a:pathLst>
                <a:path w="2310" h="1709" extrusionOk="0">
                  <a:moveTo>
                    <a:pt x="1212" y="1"/>
                  </a:moveTo>
                  <a:cubicBezTo>
                    <a:pt x="429" y="1"/>
                    <a:pt x="0" y="1372"/>
                    <a:pt x="1802" y="1708"/>
                  </a:cubicBezTo>
                  <a:lnTo>
                    <a:pt x="2309" y="1041"/>
                  </a:lnTo>
                  <a:cubicBezTo>
                    <a:pt x="1984" y="275"/>
                    <a:pt x="1563" y="1"/>
                    <a:pt x="1212" y="1"/>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32;p28">
              <a:extLst>
                <a:ext uri="{FF2B5EF4-FFF2-40B4-BE49-F238E27FC236}">
                  <a16:creationId xmlns:a16="http://schemas.microsoft.com/office/drawing/2014/main" id="{B0331558-F8DD-F6F6-70FD-0AFAB9AFA9ED}"/>
                </a:ext>
              </a:extLst>
            </p:cNvPr>
            <p:cNvSpPr/>
            <p:nvPr/>
          </p:nvSpPr>
          <p:spPr>
            <a:xfrm flipH="1">
              <a:off x="7778589" y="3190140"/>
              <a:ext cx="31572" cy="26848"/>
            </a:xfrm>
            <a:custGeom>
              <a:avLst/>
              <a:gdLst/>
              <a:ahLst/>
              <a:cxnLst/>
              <a:rect l="l" t="t" r="r" b="b"/>
              <a:pathLst>
                <a:path w="568" h="483" extrusionOk="0">
                  <a:moveTo>
                    <a:pt x="1" y="0"/>
                  </a:moveTo>
                  <a:lnTo>
                    <a:pt x="568" y="482"/>
                  </a:lnTo>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33;p28">
              <a:extLst>
                <a:ext uri="{FF2B5EF4-FFF2-40B4-BE49-F238E27FC236}">
                  <a16:creationId xmlns:a16="http://schemas.microsoft.com/office/drawing/2014/main" id="{3D10FD11-B9A0-05B6-BE1B-8A72DDD352A4}"/>
                </a:ext>
              </a:extLst>
            </p:cNvPr>
            <p:cNvSpPr/>
            <p:nvPr/>
          </p:nvSpPr>
          <p:spPr>
            <a:xfrm flipH="1">
              <a:off x="7778589" y="3190140"/>
              <a:ext cx="31572" cy="26848"/>
            </a:xfrm>
            <a:custGeom>
              <a:avLst/>
              <a:gdLst/>
              <a:ahLst/>
              <a:cxnLst/>
              <a:rect l="l" t="t" r="r" b="b"/>
              <a:pathLst>
                <a:path w="568" h="483" fill="none" extrusionOk="0">
                  <a:moveTo>
                    <a:pt x="1" y="0"/>
                  </a:moveTo>
                  <a:lnTo>
                    <a:pt x="568" y="482"/>
                  </a:lnTo>
                </a:path>
              </a:pathLst>
            </a:custGeom>
            <a:noFill/>
            <a:ln w="475" cap="flat" cmpd="sng">
              <a:solidFill>
                <a:srgbClr val="B9704F"/>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34;p28">
              <a:extLst>
                <a:ext uri="{FF2B5EF4-FFF2-40B4-BE49-F238E27FC236}">
                  <a16:creationId xmlns:a16="http://schemas.microsoft.com/office/drawing/2014/main" id="{812BA5D0-F0F7-2502-FEF7-2693717CB249}"/>
                </a:ext>
              </a:extLst>
            </p:cNvPr>
            <p:cNvSpPr/>
            <p:nvPr/>
          </p:nvSpPr>
          <p:spPr>
            <a:xfrm flipH="1">
              <a:off x="7646905" y="3309811"/>
              <a:ext cx="348018" cy="530336"/>
            </a:xfrm>
            <a:custGeom>
              <a:avLst/>
              <a:gdLst/>
              <a:ahLst/>
              <a:cxnLst/>
              <a:rect l="l" t="t" r="r" b="b"/>
              <a:pathLst>
                <a:path w="6261" h="9541" extrusionOk="0">
                  <a:moveTo>
                    <a:pt x="3028" y="1"/>
                  </a:moveTo>
                  <a:cubicBezTo>
                    <a:pt x="2608" y="1"/>
                    <a:pt x="853" y="438"/>
                    <a:pt x="262" y="2794"/>
                  </a:cubicBezTo>
                  <a:cubicBezTo>
                    <a:pt x="0" y="3844"/>
                    <a:pt x="190" y="4881"/>
                    <a:pt x="230" y="5836"/>
                  </a:cubicBezTo>
                  <a:cubicBezTo>
                    <a:pt x="324" y="7979"/>
                    <a:pt x="289" y="9441"/>
                    <a:pt x="289" y="9441"/>
                  </a:cubicBezTo>
                  <a:lnTo>
                    <a:pt x="6148" y="9541"/>
                  </a:lnTo>
                  <a:lnTo>
                    <a:pt x="5355" y="6163"/>
                  </a:lnTo>
                  <a:lnTo>
                    <a:pt x="5354" y="6155"/>
                  </a:lnTo>
                  <a:lnTo>
                    <a:pt x="5345" y="6120"/>
                  </a:lnTo>
                  <a:cubicBezTo>
                    <a:pt x="5878" y="5665"/>
                    <a:pt x="6132" y="5149"/>
                    <a:pt x="6220" y="4626"/>
                  </a:cubicBezTo>
                  <a:cubicBezTo>
                    <a:pt x="6235" y="4539"/>
                    <a:pt x="6246" y="4449"/>
                    <a:pt x="6249" y="4361"/>
                  </a:cubicBezTo>
                  <a:cubicBezTo>
                    <a:pt x="6257" y="4300"/>
                    <a:pt x="6259" y="4240"/>
                    <a:pt x="6258" y="4183"/>
                  </a:cubicBezTo>
                  <a:cubicBezTo>
                    <a:pt x="6260" y="3977"/>
                    <a:pt x="6240" y="3776"/>
                    <a:pt x="6209" y="3578"/>
                  </a:cubicBezTo>
                  <a:cubicBezTo>
                    <a:pt x="6199" y="3521"/>
                    <a:pt x="6187" y="3461"/>
                    <a:pt x="6175" y="3405"/>
                  </a:cubicBezTo>
                  <a:cubicBezTo>
                    <a:pt x="6016" y="2651"/>
                    <a:pt x="5680" y="1999"/>
                    <a:pt x="5578" y="1666"/>
                  </a:cubicBezTo>
                  <a:lnTo>
                    <a:pt x="3113" y="33"/>
                  </a:lnTo>
                  <a:cubicBezTo>
                    <a:pt x="3134" y="14"/>
                    <a:pt x="3101" y="1"/>
                    <a:pt x="30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35;p28">
              <a:extLst>
                <a:ext uri="{FF2B5EF4-FFF2-40B4-BE49-F238E27FC236}">
                  <a16:creationId xmlns:a16="http://schemas.microsoft.com/office/drawing/2014/main" id="{E260DF9D-934D-64B9-416E-A878579FC330}"/>
                </a:ext>
              </a:extLst>
            </p:cNvPr>
            <p:cNvSpPr/>
            <p:nvPr/>
          </p:nvSpPr>
          <p:spPr>
            <a:xfrm flipH="1">
              <a:off x="7687151" y="3311367"/>
              <a:ext cx="152748" cy="278981"/>
            </a:xfrm>
            <a:custGeom>
              <a:avLst/>
              <a:gdLst/>
              <a:ahLst/>
              <a:cxnLst/>
              <a:rect l="l" t="t" r="r" b="b"/>
              <a:pathLst>
                <a:path w="2748" h="5019" extrusionOk="0">
                  <a:moveTo>
                    <a:pt x="1" y="0"/>
                  </a:moveTo>
                  <a:lnTo>
                    <a:pt x="1817" y="5019"/>
                  </a:lnTo>
                  <a:lnTo>
                    <a:pt x="2748" y="3592"/>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36;p28">
              <a:extLst>
                <a:ext uri="{FF2B5EF4-FFF2-40B4-BE49-F238E27FC236}">
                  <a16:creationId xmlns:a16="http://schemas.microsoft.com/office/drawing/2014/main" id="{94CEBFE0-0885-002B-C23B-EE5DF33303E0}"/>
                </a:ext>
              </a:extLst>
            </p:cNvPr>
            <p:cNvSpPr/>
            <p:nvPr/>
          </p:nvSpPr>
          <p:spPr>
            <a:xfrm flipH="1">
              <a:off x="7694544" y="3309811"/>
              <a:ext cx="132626" cy="234235"/>
            </a:xfrm>
            <a:custGeom>
              <a:avLst/>
              <a:gdLst/>
              <a:ahLst/>
              <a:cxnLst/>
              <a:rect l="l" t="t" r="r" b="b"/>
              <a:pathLst>
                <a:path w="2386" h="4214" extrusionOk="0">
                  <a:moveTo>
                    <a:pt x="0" y="1"/>
                  </a:moveTo>
                  <a:lnTo>
                    <a:pt x="2385" y="4213"/>
                  </a:lnTo>
                  <a:lnTo>
                    <a:pt x="2251" y="1462"/>
                  </a:lnTo>
                  <a:lnTo>
                    <a:pt x="1417" y="90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137;p28">
              <a:extLst>
                <a:ext uri="{FF2B5EF4-FFF2-40B4-BE49-F238E27FC236}">
                  <a16:creationId xmlns:a16="http://schemas.microsoft.com/office/drawing/2014/main" id="{A8388029-39F9-764E-F972-4DCE6E1B2D9A}"/>
                </a:ext>
              </a:extLst>
            </p:cNvPr>
            <p:cNvSpPr/>
            <p:nvPr/>
          </p:nvSpPr>
          <p:spPr>
            <a:xfrm flipH="1">
              <a:off x="7653131" y="3472004"/>
              <a:ext cx="287930" cy="368139"/>
            </a:xfrm>
            <a:custGeom>
              <a:avLst/>
              <a:gdLst/>
              <a:ahLst/>
              <a:cxnLst/>
              <a:rect l="l" t="t" r="r" b="b"/>
              <a:pathLst>
                <a:path w="5180" h="6623" extrusionOk="0">
                  <a:moveTo>
                    <a:pt x="361" y="0"/>
                  </a:moveTo>
                  <a:cubicBezTo>
                    <a:pt x="73" y="1329"/>
                    <a:pt x="1" y="5240"/>
                    <a:pt x="40" y="6535"/>
                  </a:cubicBezTo>
                  <a:lnTo>
                    <a:pt x="5179" y="6623"/>
                  </a:lnTo>
                  <a:lnTo>
                    <a:pt x="4952" y="2669"/>
                  </a:lnTo>
                  <a:lnTo>
                    <a:pt x="3236" y="2429"/>
                  </a:lnTo>
                  <a:lnTo>
                    <a:pt x="36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138;p28">
              <a:extLst>
                <a:ext uri="{FF2B5EF4-FFF2-40B4-BE49-F238E27FC236}">
                  <a16:creationId xmlns:a16="http://schemas.microsoft.com/office/drawing/2014/main" id="{12DE7DF4-D445-C6C5-4409-0DE0129BCDBA}"/>
                </a:ext>
              </a:extLst>
            </p:cNvPr>
            <p:cNvSpPr/>
            <p:nvPr/>
          </p:nvSpPr>
          <p:spPr>
            <a:xfrm flipH="1">
              <a:off x="7728452" y="3136057"/>
              <a:ext cx="32184" cy="78153"/>
            </a:xfrm>
            <a:custGeom>
              <a:avLst/>
              <a:gdLst/>
              <a:ahLst/>
              <a:cxnLst/>
              <a:rect l="l" t="t" r="r" b="b"/>
              <a:pathLst>
                <a:path w="579" h="1406" extrusionOk="0">
                  <a:moveTo>
                    <a:pt x="579" y="0"/>
                  </a:moveTo>
                  <a:lnTo>
                    <a:pt x="0" y="469"/>
                  </a:lnTo>
                  <a:lnTo>
                    <a:pt x="368" y="1374"/>
                  </a:lnTo>
                  <a:lnTo>
                    <a:pt x="571" y="1405"/>
                  </a:lnTo>
                  <a:lnTo>
                    <a:pt x="579" y="0"/>
                  </a:ln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139;p28">
              <a:extLst>
                <a:ext uri="{FF2B5EF4-FFF2-40B4-BE49-F238E27FC236}">
                  <a16:creationId xmlns:a16="http://schemas.microsoft.com/office/drawing/2014/main" id="{57861A49-7E1A-67DC-5BEE-C147EF7F91CC}"/>
                </a:ext>
              </a:extLst>
            </p:cNvPr>
            <p:cNvSpPr/>
            <p:nvPr/>
          </p:nvSpPr>
          <p:spPr>
            <a:xfrm flipH="1">
              <a:off x="7646132" y="3173353"/>
              <a:ext cx="22957" cy="40855"/>
            </a:xfrm>
            <a:custGeom>
              <a:avLst/>
              <a:gdLst/>
              <a:ahLst/>
              <a:cxnLst/>
              <a:rect l="l" t="t" r="r" b="b"/>
              <a:pathLst>
                <a:path w="413" h="735" extrusionOk="0">
                  <a:moveTo>
                    <a:pt x="163" y="1"/>
                  </a:moveTo>
                  <a:cubicBezTo>
                    <a:pt x="159" y="1"/>
                    <a:pt x="154" y="1"/>
                    <a:pt x="150" y="1"/>
                  </a:cubicBezTo>
                  <a:cubicBezTo>
                    <a:pt x="54" y="15"/>
                    <a:pt x="1" y="190"/>
                    <a:pt x="32" y="392"/>
                  </a:cubicBezTo>
                  <a:cubicBezTo>
                    <a:pt x="61" y="587"/>
                    <a:pt x="157" y="735"/>
                    <a:pt x="251" y="735"/>
                  </a:cubicBezTo>
                  <a:cubicBezTo>
                    <a:pt x="255" y="735"/>
                    <a:pt x="259" y="735"/>
                    <a:pt x="262" y="734"/>
                  </a:cubicBezTo>
                  <a:cubicBezTo>
                    <a:pt x="358" y="720"/>
                    <a:pt x="412" y="546"/>
                    <a:pt x="381" y="343"/>
                  </a:cubicBezTo>
                  <a:cubicBezTo>
                    <a:pt x="352" y="149"/>
                    <a:pt x="256" y="1"/>
                    <a:pt x="1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140;p28">
              <a:extLst>
                <a:ext uri="{FF2B5EF4-FFF2-40B4-BE49-F238E27FC236}">
                  <a16:creationId xmlns:a16="http://schemas.microsoft.com/office/drawing/2014/main" id="{FC599D0D-78AB-9382-92C7-67128AC2BB8D}"/>
                </a:ext>
              </a:extLst>
            </p:cNvPr>
            <p:cNvSpPr/>
            <p:nvPr/>
          </p:nvSpPr>
          <p:spPr>
            <a:xfrm flipH="1">
              <a:off x="7641796" y="3145173"/>
              <a:ext cx="48804" cy="18232"/>
            </a:xfrm>
            <a:custGeom>
              <a:avLst/>
              <a:gdLst/>
              <a:ahLst/>
              <a:cxnLst/>
              <a:rect l="l" t="t" r="r" b="b"/>
              <a:pathLst>
                <a:path w="878" h="328" extrusionOk="0">
                  <a:moveTo>
                    <a:pt x="492" y="1"/>
                  </a:moveTo>
                  <a:cubicBezTo>
                    <a:pt x="416" y="1"/>
                    <a:pt x="331" y="17"/>
                    <a:pt x="249" y="55"/>
                  </a:cubicBezTo>
                  <a:cubicBezTo>
                    <a:pt x="0" y="170"/>
                    <a:pt x="5" y="328"/>
                    <a:pt x="229" y="328"/>
                  </a:cubicBezTo>
                  <a:cubicBezTo>
                    <a:pt x="291" y="328"/>
                    <a:pt x="369" y="316"/>
                    <a:pt x="463" y="288"/>
                  </a:cubicBezTo>
                  <a:cubicBezTo>
                    <a:pt x="877" y="164"/>
                    <a:pt x="735" y="1"/>
                    <a:pt x="492"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141;p28">
              <a:extLst>
                <a:ext uri="{FF2B5EF4-FFF2-40B4-BE49-F238E27FC236}">
                  <a16:creationId xmlns:a16="http://schemas.microsoft.com/office/drawing/2014/main" id="{00E31345-BA50-11D8-8FF8-636FCE9FDEFD}"/>
                </a:ext>
              </a:extLst>
            </p:cNvPr>
            <p:cNvSpPr/>
            <p:nvPr/>
          </p:nvSpPr>
          <p:spPr>
            <a:xfrm flipH="1">
              <a:off x="7581766" y="3162070"/>
              <a:ext cx="22957" cy="40855"/>
            </a:xfrm>
            <a:custGeom>
              <a:avLst/>
              <a:gdLst/>
              <a:ahLst/>
              <a:cxnLst/>
              <a:rect l="l" t="t" r="r" b="b"/>
              <a:pathLst>
                <a:path w="413" h="735" extrusionOk="0">
                  <a:moveTo>
                    <a:pt x="162" y="0"/>
                  </a:moveTo>
                  <a:cubicBezTo>
                    <a:pt x="158" y="0"/>
                    <a:pt x="154" y="0"/>
                    <a:pt x="150" y="1"/>
                  </a:cubicBezTo>
                  <a:cubicBezTo>
                    <a:pt x="54" y="15"/>
                    <a:pt x="1" y="190"/>
                    <a:pt x="32" y="392"/>
                  </a:cubicBezTo>
                  <a:cubicBezTo>
                    <a:pt x="61" y="586"/>
                    <a:pt x="157" y="735"/>
                    <a:pt x="250" y="735"/>
                  </a:cubicBezTo>
                  <a:cubicBezTo>
                    <a:pt x="254" y="735"/>
                    <a:pt x="258" y="734"/>
                    <a:pt x="262" y="734"/>
                  </a:cubicBezTo>
                  <a:cubicBezTo>
                    <a:pt x="359" y="720"/>
                    <a:pt x="412" y="545"/>
                    <a:pt x="381" y="344"/>
                  </a:cubicBezTo>
                  <a:cubicBezTo>
                    <a:pt x="352" y="149"/>
                    <a:pt x="255" y="0"/>
                    <a:pt x="1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142;p28">
              <a:extLst>
                <a:ext uri="{FF2B5EF4-FFF2-40B4-BE49-F238E27FC236}">
                  <a16:creationId xmlns:a16="http://schemas.microsoft.com/office/drawing/2014/main" id="{DE1635CE-08DD-8DD3-E3E3-CCAD67389838}"/>
                </a:ext>
              </a:extLst>
            </p:cNvPr>
            <p:cNvSpPr/>
            <p:nvPr/>
          </p:nvSpPr>
          <p:spPr>
            <a:xfrm flipH="1">
              <a:off x="7568759" y="3111711"/>
              <a:ext cx="54696" cy="16509"/>
            </a:xfrm>
            <a:custGeom>
              <a:avLst/>
              <a:gdLst/>
              <a:ahLst/>
              <a:cxnLst/>
              <a:rect l="l" t="t" r="r" b="b"/>
              <a:pathLst>
                <a:path w="984" h="297" extrusionOk="0">
                  <a:moveTo>
                    <a:pt x="399" y="1"/>
                  </a:moveTo>
                  <a:cubicBezTo>
                    <a:pt x="384" y="1"/>
                    <a:pt x="368" y="1"/>
                    <a:pt x="353" y="3"/>
                  </a:cubicBezTo>
                  <a:cubicBezTo>
                    <a:pt x="0" y="31"/>
                    <a:pt x="8" y="266"/>
                    <a:pt x="465" y="294"/>
                  </a:cubicBezTo>
                  <a:cubicBezTo>
                    <a:pt x="491" y="296"/>
                    <a:pt x="515" y="296"/>
                    <a:pt x="537" y="296"/>
                  </a:cubicBezTo>
                  <a:cubicBezTo>
                    <a:pt x="984" y="296"/>
                    <a:pt x="738" y="1"/>
                    <a:pt x="399" y="1"/>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143;p28">
              <a:extLst>
                <a:ext uri="{FF2B5EF4-FFF2-40B4-BE49-F238E27FC236}">
                  <a16:creationId xmlns:a16="http://schemas.microsoft.com/office/drawing/2014/main" id="{42ACA7CD-8667-EB50-0DFE-F751255A5D7D}"/>
                </a:ext>
              </a:extLst>
            </p:cNvPr>
            <p:cNvSpPr/>
            <p:nvPr/>
          </p:nvSpPr>
          <p:spPr>
            <a:xfrm flipH="1">
              <a:off x="7665026" y="3358836"/>
              <a:ext cx="290487" cy="441234"/>
            </a:xfrm>
            <a:custGeom>
              <a:avLst/>
              <a:gdLst/>
              <a:ahLst/>
              <a:cxnLst/>
              <a:rect l="l" t="t" r="r" b="b"/>
              <a:pathLst>
                <a:path w="5226" h="7938" extrusionOk="0">
                  <a:moveTo>
                    <a:pt x="1396" y="1"/>
                  </a:moveTo>
                  <a:cubicBezTo>
                    <a:pt x="1377" y="1"/>
                    <a:pt x="1359" y="1"/>
                    <a:pt x="1340" y="2"/>
                  </a:cubicBezTo>
                  <a:cubicBezTo>
                    <a:pt x="562" y="47"/>
                    <a:pt x="0" y="743"/>
                    <a:pt x="39" y="1485"/>
                  </a:cubicBezTo>
                  <a:cubicBezTo>
                    <a:pt x="160" y="3822"/>
                    <a:pt x="1027" y="5510"/>
                    <a:pt x="2085" y="7203"/>
                  </a:cubicBezTo>
                  <a:cubicBezTo>
                    <a:pt x="2377" y="7670"/>
                    <a:pt x="2898" y="7938"/>
                    <a:pt x="3441" y="7938"/>
                  </a:cubicBezTo>
                  <a:cubicBezTo>
                    <a:pt x="3623" y="7938"/>
                    <a:pt x="3806" y="7908"/>
                    <a:pt x="3984" y="7846"/>
                  </a:cubicBezTo>
                  <a:cubicBezTo>
                    <a:pt x="4807" y="7557"/>
                    <a:pt x="5226" y="6682"/>
                    <a:pt x="4914" y="5900"/>
                  </a:cubicBezTo>
                  <a:lnTo>
                    <a:pt x="2682" y="984"/>
                  </a:lnTo>
                  <a:cubicBezTo>
                    <a:pt x="2551" y="685"/>
                    <a:pt x="2058" y="1"/>
                    <a:pt x="13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144;p28">
              <a:extLst>
                <a:ext uri="{FF2B5EF4-FFF2-40B4-BE49-F238E27FC236}">
                  <a16:creationId xmlns:a16="http://schemas.microsoft.com/office/drawing/2014/main" id="{DEFC6F37-30A8-8553-401B-7621809C1F11}"/>
                </a:ext>
              </a:extLst>
            </p:cNvPr>
            <p:cNvSpPr/>
            <p:nvPr/>
          </p:nvSpPr>
          <p:spPr>
            <a:xfrm flipH="1">
              <a:off x="7560363" y="3162070"/>
              <a:ext cx="208944" cy="173592"/>
            </a:xfrm>
            <a:custGeom>
              <a:avLst/>
              <a:gdLst/>
              <a:ahLst/>
              <a:cxnLst/>
              <a:rect l="l" t="t" r="r" b="b"/>
              <a:pathLst>
                <a:path w="3759" h="3123" extrusionOk="0">
                  <a:moveTo>
                    <a:pt x="156" y="1"/>
                  </a:moveTo>
                  <a:lnTo>
                    <a:pt x="156" y="1"/>
                  </a:lnTo>
                  <a:cubicBezTo>
                    <a:pt x="197" y="1001"/>
                    <a:pt x="1" y="1276"/>
                    <a:pt x="224" y="1801"/>
                  </a:cubicBezTo>
                  <a:cubicBezTo>
                    <a:pt x="439" y="2308"/>
                    <a:pt x="1522" y="3123"/>
                    <a:pt x="2398" y="3123"/>
                  </a:cubicBezTo>
                  <a:cubicBezTo>
                    <a:pt x="2429" y="3123"/>
                    <a:pt x="2459" y="3122"/>
                    <a:pt x="2490" y="3119"/>
                  </a:cubicBezTo>
                  <a:cubicBezTo>
                    <a:pt x="3758" y="3033"/>
                    <a:pt x="3502" y="1772"/>
                    <a:pt x="3534" y="1321"/>
                  </a:cubicBezTo>
                  <a:lnTo>
                    <a:pt x="3534" y="1321"/>
                  </a:lnTo>
                  <a:cubicBezTo>
                    <a:pt x="3014" y="1427"/>
                    <a:pt x="2476" y="1593"/>
                    <a:pt x="1943" y="1593"/>
                  </a:cubicBezTo>
                  <a:cubicBezTo>
                    <a:pt x="1755" y="1593"/>
                    <a:pt x="1568" y="1572"/>
                    <a:pt x="1383" y="1521"/>
                  </a:cubicBezTo>
                  <a:cubicBezTo>
                    <a:pt x="833" y="1370"/>
                    <a:pt x="674" y="791"/>
                    <a:pt x="674" y="791"/>
                  </a:cubicBezTo>
                  <a:lnTo>
                    <a:pt x="156" y="1"/>
                  </a:ln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145;p28">
              <a:extLst>
                <a:ext uri="{FF2B5EF4-FFF2-40B4-BE49-F238E27FC236}">
                  <a16:creationId xmlns:a16="http://schemas.microsoft.com/office/drawing/2014/main" id="{93BABCF6-1585-5C02-0200-6F37FA63E7F4}"/>
                </a:ext>
              </a:extLst>
            </p:cNvPr>
            <p:cNvSpPr/>
            <p:nvPr/>
          </p:nvSpPr>
          <p:spPr>
            <a:xfrm flipH="1">
              <a:off x="7579542" y="3149842"/>
              <a:ext cx="52417" cy="96829"/>
            </a:xfrm>
            <a:custGeom>
              <a:avLst/>
              <a:gdLst/>
              <a:ahLst/>
              <a:cxnLst/>
              <a:rect l="l" t="t" r="r" b="b"/>
              <a:pathLst>
                <a:path w="943" h="1742" extrusionOk="0">
                  <a:moveTo>
                    <a:pt x="15" y="0"/>
                  </a:moveTo>
                  <a:lnTo>
                    <a:pt x="0" y="1702"/>
                  </a:lnTo>
                  <a:lnTo>
                    <a:pt x="132" y="1730"/>
                  </a:lnTo>
                  <a:cubicBezTo>
                    <a:pt x="172" y="1738"/>
                    <a:pt x="210" y="1742"/>
                    <a:pt x="248" y="1742"/>
                  </a:cubicBezTo>
                  <a:cubicBezTo>
                    <a:pt x="676" y="1742"/>
                    <a:pt x="943" y="1246"/>
                    <a:pt x="637" y="914"/>
                  </a:cubicBezTo>
                  <a:cubicBezTo>
                    <a:pt x="424" y="683"/>
                    <a:pt x="191" y="422"/>
                    <a:pt x="15" y="0"/>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146;p28">
              <a:extLst>
                <a:ext uri="{FF2B5EF4-FFF2-40B4-BE49-F238E27FC236}">
                  <a16:creationId xmlns:a16="http://schemas.microsoft.com/office/drawing/2014/main" id="{A9B7E90C-2B58-E9D2-48EF-288D7B0BD3F9}"/>
                </a:ext>
              </a:extLst>
            </p:cNvPr>
            <p:cNvSpPr/>
            <p:nvPr/>
          </p:nvSpPr>
          <p:spPr>
            <a:xfrm flipH="1">
              <a:off x="7578041" y="3149842"/>
              <a:ext cx="53917" cy="101776"/>
            </a:xfrm>
            <a:custGeom>
              <a:avLst/>
              <a:gdLst/>
              <a:ahLst/>
              <a:cxnLst/>
              <a:rect l="l" t="t" r="r" b="b"/>
              <a:pathLst>
                <a:path w="970" h="1831" fill="none" extrusionOk="0">
                  <a:moveTo>
                    <a:pt x="15" y="0"/>
                  </a:moveTo>
                  <a:cubicBezTo>
                    <a:pt x="191" y="422"/>
                    <a:pt x="424" y="683"/>
                    <a:pt x="637" y="914"/>
                  </a:cubicBezTo>
                  <a:cubicBezTo>
                    <a:pt x="970" y="1275"/>
                    <a:pt x="624" y="1830"/>
                    <a:pt x="132" y="1730"/>
                  </a:cubicBezTo>
                  <a:lnTo>
                    <a:pt x="0" y="1702"/>
                  </a:lnTo>
                </a:path>
              </a:pathLst>
            </a:custGeom>
            <a:noFill/>
            <a:ln w="9525" cap="flat" cmpd="sng">
              <a:solidFill>
                <a:schemeClr val="accent3"/>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147;p28">
              <a:extLst>
                <a:ext uri="{FF2B5EF4-FFF2-40B4-BE49-F238E27FC236}">
                  <a16:creationId xmlns:a16="http://schemas.microsoft.com/office/drawing/2014/main" id="{4E3AE66E-8B90-1BEC-9AA6-DB498721AAD2}"/>
                </a:ext>
              </a:extLst>
            </p:cNvPr>
            <p:cNvSpPr/>
            <p:nvPr/>
          </p:nvSpPr>
          <p:spPr>
            <a:xfrm flipH="1">
              <a:off x="7723504" y="3270180"/>
              <a:ext cx="116395" cy="134071"/>
            </a:xfrm>
            <a:custGeom>
              <a:avLst/>
              <a:gdLst/>
              <a:ahLst/>
              <a:cxnLst/>
              <a:rect l="l" t="t" r="r" b="b"/>
              <a:pathLst>
                <a:path w="2094" h="2412" extrusionOk="0">
                  <a:moveTo>
                    <a:pt x="467" y="0"/>
                  </a:moveTo>
                  <a:lnTo>
                    <a:pt x="1" y="741"/>
                  </a:lnTo>
                  <a:lnTo>
                    <a:pt x="1191" y="2411"/>
                  </a:lnTo>
                  <a:lnTo>
                    <a:pt x="1604" y="2012"/>
                  </a:lnTo>
                  <a:cubicBezTo>
                    <a:pt x="2094" y="1538"/>
                    <a:pt x="2006" y="730"/>
                    <a:pt x="1395" y="406"/>
                  </a:cubicBezTo>
                  <a:cubicBezTo>
                    <a:pt x="1368" y="393"/>
                    <a:pt x="1341" y="379"/>
                    <a:pt x="1312" y="366"/>
                  </a:cubicBezTo>
                  <a:lnTo>
                    <a:pt x="4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148;p28">
              <a:extLst>
                <a:ext uri="{FF2B5EF4-FFF2-40B4-BE49-F238E27FC236}">
                  <a16:creationId xmlns:a16="http://schemas.microsoft.com/office/drawing/2014/main" id="{A33EE57D-37A0-E73B-A7F3-AF9884DFD44E}"/>
                </a:ext>
              </a:extLst>
            </p:cNvPr>
            <p:cNvSpPr/>
            <p:nvPr/>
          </p:nvSpPr>
          <p:spPr>
            <a:xfrm flipH="1">
              <a:off x="7632624" y="3258785"/>
              <a:ext cx="79209" cy="148912"/>
            </a:xfrm>
            <a:custGeom>
              <a:avLst/>
              <a:gdLst/>
              <a:ahLst/>
              <a:cxnLst/>
              <a:rect l="l" t="t" r="r" b="b"/>
              <a:pathLst>
                <a:path w="1425" h="2679" extrusionOk="0">
                  <a:moveTo>
                    <a:pt x="308" y="0"/>
                  </a:moveTo>
                  <a:cubicBezTo>
                    <a:pt x="223" y="0"/>
                    <a:pt x="144" y="59"/>
                    <a:pt x="132" y="146"/>
                  </a:cubicBezTo>
                  <a:lnTo>
                    <a:pt x="0" y="1067"/>
                  </a:lnTo>
                  <a:lnTo>
                    <a:pt x="450" y="2678"/>
                  </a:lnTo>
                  <a:lnTo>
                    <a:pt x="1425" y="1487"/>
                  </a:lnTo>
                  <a:lnTo>
                    <a:pt x="471" y="642"/>
                  </a:lnTo>
                  <a:lnTo>
                    <a:pt x="485" y="173"/>
                  </a:lnTo>
                  <a:cubicBezTo>
                    <a:pt x="486" y="107"/>
                    <a:pt x="447" y="45"/>
                    <a:pt x="384" y="17"/>
                  </a:cubicBezTo>
                  <a:cubicBezTo>
                    <a:pt x="359" y="5"/>
                    <a:pt x="333" y="0"/>
                    <a:pt x="308" y="0"/>
                  </a:cubicBez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149;p28">
              <a:extLst>
                <a:ext uri="{FF2B5EF4-FFF2-40B4-BE49-F238E27FC236}">
                  <a16:creationId xmlns:a16="http://schemas.microsoft.com/office/drawing/2014/main" id="{60A8267B-9177-88B6-A7F3-E73DEDBD7DFF}"/>
                </a:ext>
              </a:extLst>
            </p:cNvPr>
            <p:cNvSpPr/>
            <p:nvPr/>
          </p:nvSpPr>
          <p:spPr>
            <a:xfrm flipH="1">
              <a:off x="7534518" y="3254227"/>
              <a:ext cx="127846" cy="160974"/>
            </a:xfrm>
            <a:custGeom>
              <a:avLst/>
              <a:gdLst/>
              <a:ahLst/>
              <a:cxnLst/>
              <a:rect l="l" t="t" r="r" b="b"/>
              <a:pathLst>
                <a:path w="2300" h="2896" extrusionOk="0">
                  <a:moveTo>
                    <a:pt x="1612" y="1"/>
                  </a:moveTo>
                  <a:lnTo>
                    <a:pt x="1544" y="668"/>
                  </a:lnTo>
                  <a:lnTo>
                    <a:pt x="1" y="1218"/>
                  </a:lnTo>
                  <a:lnTo>
                    <a:pt x="111" y="2895"/>
                  </a:lnTo>
                  <a:lnTo>
                    <a:pt x="2111" y="884"/>
                  </a:lnTo>
                  <a:cubicBezTo>
                    <a:pt x="2238" y="757"/>
                    <a:pt x="2300" y="584"/>
                    <a:pt x="2279" y="409"/>
                  </a:cubicBezTo>
                  <a:lnTo>
                    <a:pt x="2275" y="372"/>
                  </a:lnTo>
                  <a:cubicBezTo>
                    <a:pt x="2260" y="246"/>
                    <a:pt x="2165" y="143"/>
                    <a:pt x="2037" y="113"/>
                  </a:cubicBezTo>
                  <a:lnTo>
                    <a:pt x="1612" y="1"/>
                  </a:ln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150;p28">
              <a:extLst>
                <a:ext uri="{FF2B5EF4-FFF2-40B4-BE49-F238E27FC236}">
                  <a16:creationId xmlns:a16="http://schemas.microsoft.com/office/drawing/2014/main" id="{7C0DE611-19D7-4BC6-A0A7-7402AF836A3F}"/>
                </a:ext>
              </a:extLst>
            </p:cNvPr>
            <p:cNvSpPr/>
            <p:nvPr/>
          </p:nvSpPr>
          <p:spPr>
            <a:xfrm flipH="1">
              <a:off x="7548024" y="3299861"/>
              <a:ext cx="158250" cy="146856"/>
            </a:xfrm>
            <a:custGeom>
              <a:avLst/>
              <a:gdLst/>
              <a:ahLst/>
              <a:cxnLst/>
              <a:rect l="l" t="t" r="r" b="b"/>
              <a:pathLst>
                <a:path w="2847" h="2642" extrusionOk="0">
                  <a:moveTo>
                    <a:pt x="2713" y="0"/>
                  </a:moveTo>
                  <a:lnTo>
                    <a:pt x="1" y="691"/>
                  </a:lnTo>
                  <a:lnTo>
                    <a:pt x="504" y="2641"/>
                  </a:lnTo>
                  <a:lnTo>
                    <a:pt x="2419" y="1685"/>
                  </a:lnTo>
                  <a:cubicBezTo>
                    <a:pt x="2621" y="1584"/>
                    <a:pt x="2730" y="1368"/>
                    <a:pt x="2684" y="1154"/>
                  </a:cubicBezTo>
                  <a:cubicBezTo>
                    <a:pt x="2794" y="1053"/>
                    <a:pt x="2846" y="909"/>
                    <a:pt x="2826" y="766"/>
                  </a:cubicBezTo>
                  <a:lnTo>
                    <a:pt x="2713" y="0"/>
                  </a:ln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151;p28">
              <a:extLst>
                <a:ext uri="{FF2B5EF4-FFF2-40B4-BE49-F238E27FC236}">
                  <a16:creationId xmlns:a16="http://schemas.microsoft.com/office/drawing/2014/main" id="{14766933-D129-E95A-A785-3C0530E4BA1D}"/>
                </a:ext>
              </a:extLst>
            </p:cNvPr>
            <p:cNvSpPr/>
            <p:nvPr/>
          </p:nvSpPr>
          <p:spPr>
            <a:xfrm flipH="1">
              <a:off x="7629065" y="3376456"/>
              <a:ext cx="199439" cy="427727"/>
            </a:xfrm>
            <a:custGeom>
              <a:avLst/>
              <a:gdLst/>
              <a:ahLst/>
              <a:cxnLst/>
              <a:rect l="l" t="t" r="r" b="b"/>
              <a:pathLst>
                <a:path w="3588" h="7695" extrusionOk="0">
                  <a:moveTo>
                    <a:pt x="2833" y="1"/>
                  </a:moveTo>
                  <a:lnTo>
                    <a:pt x="487" y="4651"/>
                  </a:lnTo>
                  <a:cubicBezTo>
                    <a:pt x="0" y="5619"/>
                    <a:pt x="50" y="6753"/>
                    <a:pt x="618" y="7679"/>
                  </a:cubicBezTo>
                  <a:cubicBezTo>
                    <a:pt x="709" y="7689"/>
                    <a:pt x="800" y="7695"/>
                    <a:pt x="890" y="7695"/>
                  </a:cubicBezTo>
                  <a:cubicBezTo>
                    <a:pt x="1984" y="7695"/>
                    <a:pt x="2928" y="6904"/>
                    <a:pt x="3039" y="5838"/>
                  </a:cubicBezTo>
                  <a:cubicBezTo>
                    <a:pt x="3173" y="4557"/>
                    <a:pt x="3360" y="2730"/>
                    <a:pt x="3588" y="465"/>
                  </a:cubicBezTo>
                  <a:lnTo>
                    <a:pt x="2833" y="1"/>
                  </a:lnTo>
                  <a:close/>
                </a:path>
              </a:pathLst>
            </a:custGeom>
            <a:solidFill>
              <a:srgbClr val="C990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152;p28">
              <a:extLst>
                <a:ext uri="{FF2B5EF4-FFF2-40B4-BE49-F238E27FC236}">
                  <a16:creationId xmlns:a16="http://schemas.microsoft.com/office/drawing/2014/main" id="{DE916131-A127-3B16-6B1F-C73E59767EBA}"/>
                </a:ext>
              </a:extLst>
            </p:cNvPr>
            <p:cNvSpPr/>
            <p:nvPr/>
          </p:nvSpPr>
          <p:spPr>
            <a:xfrm flipH="1">
              <a:off x="7627400" y="3264510"/>
              <a:ext cx="40021" cy="17509"/>
            </a:xfrm>
            <a:custGeom>
              <a:avLst/>
              <a:gdLst/>
              <a:ahLst/>
              <a:cxnLst/>
              <a:rect l="l" t="t" r="r" b="b"/>
              <a:pathLst>
                <a:path w="720" h="315" extrusionOk="0">
                  <a:moveTo>
                    <a:pt x="115" y="1"/>
                  </a:moveTo>
                  <a:lnTo>
                    <a:pt x="0" y="36"/>
                  </a:lnTo>
                  <a:cubicBezTo>
                    <a:pt x="45" y="165"/>
                    <a:pt x="162" y="269"/>
                    <a:pt x="300" y="303"/>
                  </a:cubicBezTo>
                  <a:cubicBezTo>
                    <a:pt x="306" y="304"/>
                    <a:pt x="310" y="305"/>
                    <a:pt x="316" y="306"/>
                  </a:cubicBezTo>
                  <a:cubicBezTo>
                    <a:pt x="344" y="312"/>
                    <a:pt x="373" y="315"/>
                    <a:pt x="402" y="315"/>
                  </a:cubicBezTo>
                  <a:cubicBezTo>
                    <a:pt x="521" y="315"/>
                    <a:pt x="639" y="267"/>
                    <a:pt x="719" y="182"/>
                  </a:cubicBezTo>
                  <a:lnTo>
                    <a:pt x="631" y="106"/>
                  </a:lnTo>
                  <a:cubicBezTo>
                    <a:pt x="574" y="166"/>
                    <a:pt x="487" y="201"/>
                    <a:pt x="402" y="201"/>
                  </a:cubicBezTo>
                  <a:cubicBezTo>
                    <a:pt x="381" y="201"/>
                    <a:pt x="361" y="199"/>
                    <a:pt x="341" y="195"/>
                  </a:cubicBezTo>
                  <a:cubicBezTo>
                    <a:pt x="237" y="174"/>
                    <a:pt x="147" y="96"/>
                    <a:pt x="115" y="1"/>
                  </a:cubicBezTo>
                  <a:close/>
                </a:path>
              </a:pathLst>
            </a:custGeom>
            <a:solidFill>
              <a:srgbClr val="B97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153;p28">
              <a:extLst>
                <a:ext uri="{FF2B5EF4-FFF2-40B4-BE49-F238E27FC236}">
                  <a16:creationId xmlns:a16="http://schemas.microsoft.com/office/drawing/2014/main" id="{C7BB5650-7C40-7975-492A-A355CF5A6536}"/>
                </a:ext>
              </a:extLst>
            </p:cNvPr>
            <p:cNvSpPr/>
            <p:nvPr/>
          </p:nvSpPr>
          <p:spPr>
            <a:xfrm flipH="1">
              <a:off x="7609779" y="3055905"/>
              <a:ext cx="77430" cy="36408"/>
            </a:xfrm>
            <a:custGeom>
              <a:avLst/>
              <a:gdLst/>
              <a:ahLst/>
              <a:cxnLst/>
              <a:rect l="l" t="t" r="r" b="b"/>
              <a:pathLst>
                <a:path w="1393" h="655" extrusionOk="0">
                  <a:moveTo>
                    <a:pt x="696" y="0"/>
                  </a:moveTo>
                  <a:cubicBezTo>
                    <a:pt x="284" y="0"/>
                    <a:pt x="1" y="353"/>
                    <a:pt x="1" y="353"/>
                  </a:cubicBezTo>
                  <a:cubicBezTo>
                    <a:pt x="293" y="579"/>
                    <a:pt x="545" y="655"/>
                    <a:pt x="751" y="655"/>
                  </a:cubicBezTo>
                  <a:cubicBezTo>
                    <a:pt x="1163" y="655"/>
                    <a:pt x="1392" y="353"/>
                    <a:pt x="1392" y="353"/>
                  </a:cubicBezTo>
                  <a:cubicBezTo>
                    <a:pt x="1141" y="88"/>
                    <a:pt x="902" y="0"/>
                    <a:pt x="696" y="0"/>
                  </a:cubicBez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154;p28">
              <a:extLst>
                <a:ext uri="{FF2B5EF4-FFF2-40B4-BE49-F238E27FC236}">
                  <a16:creationId xmlns:a16="http://schemas.microsoft.com/office/drawing/2014/main" id="{BAAA7DFD-3E45-32E9-F492-C373C12755E2}"/>
                </a:ext>
              </a:extLst>
            </p:cNvPr>
            <p:cNvSpPr/>
            <p:nvPr/>
          </p:nvSpPr>
          <p:spPr>
            <a:xfrm flipH="1">
              <a:off x="7706218" y="3105264"/>
              <a:ext cx="46247" cy="69926"/>
            </a:xfrm>
            <a:custGeom>
              <a:avLst/>
              <a:gdLst/>
              <a:ahLst/>
              <a:cxnLst/>
              <a:rect l="l" t="t" r="r" b="b"/>
              <a:pathLst>
                <a:path w="832" h="1258" extrusionOk="0">
                  <a:moveTo>
                    <a:pt x="1" y="1"/>
                  </a:moveTo>
                  <a:lnTo>
                    <a:pt x="7" y="1257"/>
                  </a:lnTo>
                  <a:cubicBezTo>
                    <a:pt x="731" y="1257"/>
                    <a:pt x="832" y="412"/>
                    <a:pt x="832" y="412"/>
                  </a:cubicBezTo>
                  <a:lnTo>
                    <a:pt x="1" y="1"/>
                  </a:lnTo>
                  <a:close/>
                </a:path>
              </a:pathLst>
            </a:custGeom>
            <a:solidFill>
              <a:srgbClr val="4F3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155;p28">
              <a:extLst>
                <a:ext uri="{FF2B5EF4-FFF2-40B4-BE49-F238E27FC236}">
                  <a16:creationId xmlns:a16="http://schemas.microsoft.com/office/drawing/2014/main" id="{EB381C35-6C40-124D-1C42-3EA9E2A2E5E0}"/>
                </a:ext>
              </a:extLst>
            </p:cNvPr>
            <p:cNvSpPr/>
            <p:nvPr/>
          </p:nvSpPr>
          <p:spPr>
            <a:xfrm flipH="1">
              <a:off x="7983469" y="4103099"/>
              <a:ext cx="156694" cy="590257"/>
            </a:xfrm>
            <a:custGeom>
              <a:avLst/>
              <a:gdLst/>
              <a:ahLst/>
              <a:cxnLst/>
              <a:rect l="l" t="t" r="r" b="b"/>
              <a:pathLst>
                <a:path w="2819" h="10619" extrusionOk="0">
                  <a:moveTo>
                    <a:pt x="1633"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156;p28">
              <a:extLst>
                <a:ext uri="{FF2B5EF4-FFF2-40B4-BE49-F238E27FC236}">
                  <a16:creationId xmlns:a16="http://schemas.microsoft.com/office/drawing/2014/main" id="{BB67A3BD-3B67-1B83-BE26-B3234B7E4AF4}"/>
                </a:ext>
              </a:extLst>
            </p:cNvPr>
            <p:cNvSpPr/>
            <p:nvPr/>
          </p:nvSpPr>
          <p:spPr>
            <a:xfrm flipH="1">
              <a:off x="7766855" y="3773655"/>
              <a:ext cx="374476" cy="336901"/>
            </a:xfrm>
            <a:custGeom>
              <a:avLst/>
              <a:gdLst/>
              <a:ahLst/>
              <a:cxnLst/>
              <a:rect l="l" t="t" r="r" b="b"/>
              <a:pathLst>
                <a:path w="6737" h="6061" extrusionOk="0">
                  <a:moveTo>
                    <a:pt x="113" y="1"/>
                  </a:moveTo>
                  <a:lnTo>
                    <a:pt x="59" y="2490"/>
                  </a:lnTo>
                  <a:lnTo>
                    <a:pt x="21" y="4215"/>
                  </a:lnTo>
                  <a:cubicBezTo>
                    <a:pt x="1" y="5158"/>
                    <a:pt x="688" y="5941"/>
                    <a:pt x="1553" y="5963"/>
                  </a:cubicBezTo>
                  <a:lnTo>
                    <a:pt x="2112" y="5976"/>
                  </a:lnTo>
                  <a:lnTo>
                    <a:pt x="5396" y="6061"/>
                  </a:lnTo>
                  <a:lnTo>
                    <a:pt x="6636" y="5531"/>
                  </a:lnTo>
                  <a:lnTo>
                    <a:pt x="6718" y="1719"/>
                  </a:lnTo>
                  <a:cubicBezTo>
                    <a:pt x="6736" y="864"/>
                    <a:pt x="6114" y="154"/>
                    <a:pt x="5328" y="134"/>
                  </a:cubicBezTo>
                  <a:lnTo>
                    <a:pt x="11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1157;p28">
              <a:extLst>
                <a:ext uri="{FF2B5EF4-FFF2-40B4-BE49-F238E27FC236}">
                  <a16:creationId xmlns:a16="http://schemas.microsoft.com/office/drawing/2014/main" id="{626F479D-D808-453C-0013-714B1D2471A2}"/>
                </a:ext>
              </a:extLst>
            </p:cNvPr>
            <p:cNvSpPr/>
            <p:nvPr/>
          </p:nvSpPr>
          <p:spPr>
            <a:xfrm>
              <a:off x="7821350" y="3360738"/>
              <a:ext cx="122100" cy="122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 name="Google Shape;1331;p31">
            <a:extLst>
              <a:ext uri="{FF2B5EF4-FFF2-40B4-BE49-F238E27FC236}">
                <a16:creationId xmlns:a16="http://schemas.microsoft.com/office/drawing/2014/main" id="{B0C0A05B-499E-FCD9-1E36-58A03B933485}"/>
              </a:ext>
            </a:extLst>
          </p:cNvPr>
          <p:cNvSpPr/>
          <p:nvPr/>
        </p:nvSpPr>
        <p:spPr>
          <a:xfrm>
            <a:off x="126958" y="145064"/>
            <a:ext cx="4061460"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81" name="Google Shape;1333;p31">
            <a:extLst>
              <a:ext uri="{FF2B5EF4-FFF2-40B4-BE49-F238E27FC236}">
                <a16:creationId xmlns:a16="http://schemas.microsoft.com/office/drawing/2014/main" id="{6BC9C73D-202A-1FD4-61CD-5BEB6599443D}"/>
              </a:ext>
            </a:extLst>
          </p:cNvPr>
          <p:cNvGrpSpPr/>
          <p:nvPr/>
        </p:nvGrpSpPr>
        <p:grpSpPr>
          <a:xfrm>
            <a:off x="325740" y="369555"/>
            <a:ext cx="441436" cy="441224"/>
            <a:chOff x="5020347" y="2784874"/>
            <a:chExt cx="441436" cy="441224"/>
          </a:xfrm>
        </p:grpSpPr>
        <p:sp>
          <p:nvSpPr>
            <p:cNvPr id="82" name="Google Shape;1334;p31">
              <a:extLst>
                <a:ext uri="{FF2B5EF4-FFF2-40B4-BE49-F238E27FC236}">
                  <a16:creationId xmlns:a16="http://schemas.microsoft.com/office/drawing/2014/main" id="{190D319E-D73C-DC3E-2A3F-1FFC72844073}"/>
                </a:ext>
              </a:extLst>
            </p:cNvPr>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1335;p31">
              <a:extLst>
                <a:ext uri="{FF2B5EF4-FFF2-40B4-BE49-F238E27FC236}">
                  <a16:creationId xmlns:a16="http://schemas.microsoft.com/office/drawing/2014/main" id="{B561DEBC-DFD4-3C5F-D050-5665BCC84D2C}"/>
                </a:ext>
              </a:extLst>
            </p:cNvPr>
            <p:cNvSpPr/>
            <p:nvPr/>
          </p:nvSpPr>
          <p:spPr>
            <a:xfrm>
              <a:off x="5139725" y="2943772"/>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TextBox 83">
            <a:extLst>
              <a:ext uri="{FF2B5EF4-FFF2-40B4-BE49-F238E27FC236}">
                <a16:creationId xmlns:a16="http://schemas.microsoft.com/office/drawing/2014/main" id="{947B5D9D-F859-21F5-DF48-D7BC26FA9D12}"/>
              </a:ext>
            </a:extLst>
          </p:cNvPr>
          <p:cNvSpPr txBox="1"/>
          <p:nvPr/>
        </p:nvSpPr>
        <p:spPr>
          <a:xfrm>
            <a:off x="894124" y="359334"/>
            <a:ext cx="4061460" cy="461665"/>
          </a:xfrm>
          <a:prstGeom prst="rect">
            <a:avLst/>
          </a:prstGeom>
          <a:noFill/>
        </p:spPr>
        <p:txBody>
          <a:bodyPr wrap="square" rtlCol="0">
            <a:spAutoFit/>
          </a:bodyPr>
          <a:lstStyle/>
          <a:p>
            <a:r>
              <a:rPr lang="en-IN" sz="2400" dirty="0">
                <a:latin typeface="Fira Sans Extra Condensed SemiBold" panose="020B0604020202020204" charset="0"/>
              </a:rPr>
              <a:t>Task 6 Overview</a:t>
            </a:r>
          </a:p>
        </p:txBody>
      </p:sp>
      <p:sp>
        <p:nvSpPr>
          <p:cNvPr id="85" name="TextBox 84">
            <a:extLst>
              <a:ext uri="{FF2B5EF4-FFF2-40B4-BE49-F238E27FC236}">
                <a16:creationId xmlns:a16="http://schemas.microsoft.com/office/drawing/2014/main" id="{8C1F33BE-3AFE-0642-8934-88E2F377A4A4}"/>
              </a:ext>
            </a:extLst>
          </p:cNvPr>
          <p:cNvSpPr txBox="1"/>
          <p:nvPr/>
        </p:nvSpPr>
        <p:spPr>
          <a:xfrm>
            <a:off x="2636520" y="3200400"/>
            <a:ext cx="6088380" cy="1815882"/>
          </a:xfrm>
          <a:prstGeom prst="rect">
            <a:avLst/>
          </a:prstGeom>
          <a:noFill/>
        </p:spPr>
        <p:txBody>
          <a:bodyPr wrap="square" rtlCol="0">
            <a:spAutoFit/>
          </a:bodyPr>
          <a:lstStyle/>
          <a:p>
            <a:r>
              <a:rPr lang="en-US" b="1" dirty="0">
                <a:latin typeface="Fira Sans Extra Condensed SemiBold" panose="020B0604020202020204" charset="0"/>
              </a:rPr>
              <a:t>Task 6: Companies with Maximum Number of Job Openings</a:t>
            </a:r>
          </a:p>
          <a:p>
            <a:endParaRPr lang="en-US" b="1" dirty="0">
              <a:latin typeface="Fira Sans Extra Condensed SemiBold" panose="020B0604020202020204" charset="0"/>
            </a:endParaRPr>
          </a:p>
          <a:p>
            <a:endParaRPr lang="en-US" b="1" dirty="0">
              <a:latin typeface="Fira Sans Extra Condensed SemiBold" panose="020B0604020202020204" charset="0"/>
            </a:endParaRPr>
          </a:p>
          <a:p>
            <a:pPr algn="just"/>
            <a:r>
              <a:rPr lang="en-US" dirty="0">
                <a:latin typeface="Fira Sans Extra Condensed SemiBold" panose="020B0604020202020204" charset="0"/>
              </a:rPr>
              <a:t>This task highlights companies that have posted the highest number of job openings. By aggregating job postings at the company level, the analysis identifies organizations that are actively hiring and investing in data-driven roles. These companies represent major employment opportunities within the job market.</a:t>
            </a:r>
          </a:p>
          <a:p>
            <a:endParaRPr lang="en-IN" dirty="0">
              <a:latin typeface="Fira Sans Extra Condensed SemiBold" panose="020B0604020202020204" charset="0"/>
            </a:endParaRPr>
          </a:p>
        </p:txBody>
      </p:sp>
      <p:pic>
        <p:nvPicPr>
          <p:cNvPr id="87" name="Picture 86" descr="A graph of a number of companies&#10;&#10;AI-generated content may be incorrect.">
            <a:extLst>
              <a:ext uri="{FF2B5EF4-FFF2-40B4-BE49-F238E27FC236}">
                <a16:creationId xmlns:a16="http://schemas.microsoft.com/office/drawing/2014/main" id="{943DC3A2-60FD-0FE4-F2B2-85CACAD9083A}"/>
              </a:ext>
            </a:extLst>
          </p:cNvPr>
          <p:cNvPicPr>
            <a:picLocks noChangeAspect="1"/>
          </p:cNvPicPr>
          <p:nvPr/>
        </p:nvPicPr>
        <p:blipFill>
          <a:blip r:embed="rId2"/>
          <a:stretch>
            <a:fillRect/>
          </a:stretch>
        </p:blipFill>
        <p:spPr>
          <a:xfrm>
            <a:off x="4437993" y="244601"/>
            <a:ext cx="4286907" cy="24376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83416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1331;p31">
            <a:extLst>
              <a:ext uri="{FF2B5EF4-FFF2-40B4-BE49-F238E27FC236}">
                <a16:creationId xmlns:a16="http://schemas.microsoft.com/office/drawing/2014/main" id="{71526B98-7395-06C4-6360-26C71E5E67DC}"/>
              </a:ext>
            </a:extLst>
          </p:cNvPr>
          <p:cNvSpPr/>
          <p:nvPr/>
        </p:nvSpPr>
        <p:spPr>
          <a:xfrm>
            <a:off x="126958" y="145064"/>
            <a:ext cx="4061460"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2" name="TextBox 11">
            <a:extLst>
              <a:ext uri="{FF2B5EF4-FFF2-40B4-BE49-F238E27FC236}">
                <a16:creationId xmlns:a16="http://schemas.microsoft.com/office/drawing/2014/main" id="{7170E6AF-F32F-A511-8F53-4B5D76A788D1}"/>
              </a:ext>
            </a:extLst>
          </p:cNvPr>
          <p:cNvSpPr txBox="1"/>
          <p:nvPr/>
        </p:nvSpPr>
        <p:spPr>
          <a:xfrm>
            <a:off x="894124" y="359334"/>
            <a:ext cx="4061460" cy="461665"/>
          </a:xfrm>
          <a:prstGeom prst="rect">
            <a:avLst/>
          </a:prstGeom>
          <a:noFill/>
        </p:spPr>
        <p:txBody>
          <a:bodyPr wrap="square" rtlCol="0">
            <a:spAutoFit/>
          </a:bodyPr>
          <a:lstStyle/>
          <a:p>
            <a:r>
              <a:rPr lang="en-IN" sz="2400" dirty="0">
                <a:latin typeface="Fira Sans Extra Condensed SemiBold" panose="020B0604020202020204" charset="0"/>
              </a:rPr>
              <a:t>Task 7 Overview</a:t>
            </a:r>
          </a:p>
        </p:txBody>
      </p:sp>
      <p:grpSp>
        <p:nvGrpSpPr>
          <p:cNvPr id="13" name="Google Shape;1333;p31">
            <a:extLst>
              <a:ext uri="{FF2B5EF4-FFF2-40B4-BE49-F238E27FC236}">
                <a16:creationId xmlns:a16="http://schemas.microsoft.com/office/drawing/2014/main" id="{8ACDFACE-35E0-B3EA-96DE-AC13E0226593}"/>
              </a:ext>
            </a:extLst>
          </p:cNvPr>
          <p:cNvGrpSpPr/>
          <p:nvPr/>
        </p:nvGrpSpPr>
        <p:grpSpPr>
          <a:xfrm>
            <a:off x="325740" y="369555"/>
            <a:ext cx="441436" cy="441224"/>
            <a:chOff x="5020347" y="2784874"/>
            <a:chExt cx="441436" cy="441224"/>
          </a:xfrm>
        </p:grpSpPr>
        <p:sp>
          <p:nvSpPr>
            <p:cNvPr id="14" name="Google Shape;1334;p31">
              <a:extLst>
                <a:ext uri="{FF2B5EF4-FFF2-40B4-BE49-F238E27FC236}">
                  <a16:creationId xmlns:a16="http://schemas.microsoft.com/office/drawing/2014/main" id="{5780DB9A-7E89-6C8C-0E92-42EA3DA76B77}"/>
                </a:ext>
              </a:extLst>
            </p:cNvPr>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335;p31">
              <a:extLst>
                <a:ext uri="{FF2B5EF4-FFF2-40B4-BE49-F238E27FC236}">
                  <a16:creationId xmlns:a16="http://schemas.microsoft.com/office/drawing/2014/main" id="{EFFCAEBD-795B-AF3A-524B-CE841CB6DF92}"/>
                </a:ext>
              </a:extLst>
            </p:cNvPr>
            <p:cNvSpPr/>
            <p:nvPr/>
          </p:nvSpPr>
          <p:spPr>
            <a:xfrm>
              <a:off x="5139725" y="2943772"/>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TextBox 15">
            <a:extLst>
              <a:ext uri="{FF2B5EF4-FFF2-40B4-BE49-F238E27FC236}">
                <a16:creationId xmlns:a16="http://schemas.microsoft.com/office/drawing/2014/main" id="{079698A9-AC1B-AB40-2F22-A5DDB4BDEA89}"/>
              </a:ext>
            </a:extLst>
          </p:cNvPr>
          <p:cNvSpPr txBox="1"/>
          <p:nvPr/>
        </p:nvSpPr>
        <p:spPr>
          <a:xfrm>
            <a:off x="2499954" y="3129214"/>
            <a:ext cx="6393180" cy="1815882"/>
          </a:xfrm>
          <a:prstGeom prst="rect">
            <a:avLst/>
          </a:prstGeom>
          <a:noFill/>
        </p:spPr>
        <p:txBody>
          <a:bodyPr wrap="square" rtlCol="0">
            <a:spAutoFit/>
          </a:bodyPr>
          <a:lstStyle/>
          <a:p>
            <a:r>
              <a:rPr lang="en-US" b="1" dirty="0">
                <a:latin typeface="Fira Sans Extra Condensed SemiBold" panose="020B0604020202020204" charset="0"/>
              </a:rPr>
              <a:t>Task 7: Job Titles with Most Number of Jobs</a:t>
            </a:r>
          </a:p>
          <a:p>
            <a:endParaRPr lang="en-US" b="1" dirty="0">
              <a:latin typeface="Fira Sans Extra Condensed SemiBold" panose="020B0604020202020204" charset="0"/>
            </a:endParaRPr>
          </a:p>
          <a:p>
            <a:endParaRPr lang="en-US" b="1" dirty="0">
              <a:latin typeface="Fira Sans Extra Condensed SemiBold" panose="020B0604020202020204" charset="0"/>
            </a:endParaRPr>
          </a:p>
          <a:p>
            <a:pPr algn="just"/>
            <a:r>
              <a:rPr lang="en-US" dirty="0">
                <a:latin typeface="Fira Sans Extra Condensed SemiBold" panose="020B0604020202020204" charset="0"/>
              </a:rPr>
              <a:t>This analysis examines which job roles are most in demand across the dataset. By counting job postings for each standardized job title, roles such as </a:t>
            </a:r>
            <a:r>
              <a:rPr lang="en-US" b="1" dirty="0">
                <a:latin typeface="Fira Sans Extra Condensed SemiBold" panose="020B0604020202020204" charset="0"/>
              </a:rPr>
              <a:t>Data Scientist, Data Engineer, and Data Analyst</a:t>
            </a:r>
            <a:r>
              <a:rPr lang="en-US" dirty="0">
                <a:latin typeface="Fira Sans Extra Condensed SemiBold" panose="020B0604020202020204" charset="0"/>
              </a:rPr>
              <a:t> emerge as the most frequently advertised positions, reflecting current market demand for these skill sets.</a:t>
            </a:r>
          </a:p>
          <a:p>
            <a:endParaRPr lang="en-IN" dirty="0"/>
          </a:p>
        </p:txBody>
      </p:sp>
      <p:pic>
        <p:nvPicPr>
          <p:cNvPr id="18" name="Picture 17" descr="A graph with blue bars&#10;&#10;AI-generated content may be incorrect.">
            <a:extLst>
              <a:ext uri="{FF2B5EF4-FFF2-40B4-BE49-F238E27FC236}">
                <a16:creationId xmlns:a16="http://schemas.microsoft.com/office/drawing/2014/main" id="{8FC8D5A9-0CBA-00F8-9CE6-7A82F3CD5318}"/>
              </a:ext>
            </a:extLst>
          </p:cNvPr>
          <p:cNvPicPr>
            <a:picLocks noChangeAspect="1"/>
          </p:cNvPicPr>
          <p:nvPr/>
        </p:nvPicPr>
        <p:blipFill>
          <a:blip r:embed="rId2"/>
          <a:stretch>
            <a:fillRect/>
          </a:stretch>
        </p:blipFill>
        <p:spPr>
          <a:xfrm>
            <a:off x="4387200" y="198404"/>
            <a:ext cx="4577768" cy="27245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95" name="Google Shape;1607;p34">
            <a:extLst>
              <a:ext uri="{FF2B5EF4-FFF2-40B4-BE49-F238E27FC236}">
                <a16:creationId xmlns:a16="http://schemas.microsoft.com/office/drawing/2014/main" id="{687EB0DB-702E-0DDB-75CB-75277E29E2AB}"/>
              </a:ext>
            </a:extLst>
          </p:cNvPr>
          <p:cNvGrpSpPr/>
          <p:nvPr/>
        </p:nvGrpSpPr>
        <p:grpSpPr>
          <a:xfrm>
            <a:off x="250866" y="2180826"/>
            <a:ext cx="1890964" cy="2422032"/>
            <a:chOff x="343855" y="1889123"/>
            <a:chExt cx="1944836" cy="2491033"/>
          </a:xfrm>
        </p:grpSpPr>
        <p:sp>
          <p:nvSpPr>
            <p:cNvPr id="96" name="Google Shape;1608;p34">
              <a:extLst>
                <a:ext uri="{FF2B5EF4-FFF2-40B4-BE49-F238E27FC236}">
                  <a16:creationId xmlns:a16="http://schemas.microsoft.com/office/drawing/2014/main" id="{7DCF7CCF-0B2D-6856-75B0-6B5FCF4E37D5}"/>
                </a:ext>
              </a:extLst>
            </p:cNvPr>
            <p:cNvSpPr/>
            <p:nvPr/>
          </p:nvSpPr>
          <p:spPr>
            <a:xfrm>
              <a:off x="597930" y="2339838"/>
              <a:ext cx="1006904" cy="1981707"/>
            </a:xfrm>
            <a:custGeom>
              <a:avLst/>
              <a:gdLst/>
              <a:ahLst/>
              <a:cxnLst/>
              <a:rect l="l" t="t" r="r" b="b"/>
              <a:pathLst>
                <a:path w="11615" h="21881" extrusionOk="0">
                  <a:moveTo>
                    <a:pt x="1161" y="0"/>
                  </a:moveTo>
                  <a:cubicBezTo>
                    <a:pt x="521" y="0"/>
                    <a:pt x="1" y="520"/>
                    <a:pt x="1" y="1160"/>
                  </a:cubicBezTo>
                  <a:lnTo>
                    <a:pt x="1" y="20720"/>
                  </a:lnTo>
                  <a:cubicBezTo>
                    <a:pt x="1" y="21360"/>
                    <a:pt x="521" y="21881"/>
                    <a:pt x="1161" y="21881"/>
                  </a:cubicBezTo>
                  <a:lnTo>
                    <a:pt x="10453" y="21881"/>
                  </a:lnTo>
                  <a:cubicBezTo>
                    <a:pt x="11094" y="21881"/>
                    <a:pt x="11614" y="21360"/>
                    <a:pt x="11614" y="20720"/>
                  </a:cubicBezTo>
                  <a:lnTo>
                    <a:pt x="11614" y="1160"/>
                  </a:lnTo>
                  <a:cubicBezTo>
                    <a:pt x="11614" y="520"/>
                    <a:pt x="11094" y="0"/>
                    <a:pt x="104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609;p34">
              <a:extLst>
                <a:ext uri="{FF2B5EF4-FFF2-40B4-BE49-F238E27FC236}">
                  <a16:creationId xmlns:a16="http://schemas.microsoft.com/office/drawing/2014/main" id="{A4239D5B-6DA6-C86A-C034-2EDAB583A971}"/>
                </a:ext>
              </a:extLst>
            </p:cNvPr>
            <p:cNvSpPr/>
            <p:nvPr/>
          </p:nvSpPr>
          <p:spPr>
            <a:xfrm>
              <a:off x="694344" y="2356425"/>
              <a:ext cx="1083018" cy="2023731"/>
            </a:xfrm>
            <a:custGeom>
              <a:avLst/>
              <a:gdLst/>
              <a:ahLst/>
              <a:cxnLst/>
              <a:rect l="l" t="t" r="r" b="b"/>
              <a:pathLst>
                <a:path w="12493" h="22345" extrusionOk="0">
                  <a:moveTo>
                    <a:pt x="1204" y="0"/>
                  </a:moveTo>
                  <a:cubicBezTo>
                    <a:pt x="539" y="0"/>
                    <a:pt x="0" y="540"/>
                    <a:pt x="0" y="1205"/>
                  </a:cubicBezTo>
                  <a:lnTo>
                    <a:pt x="0" y="21141"/>
                  </a:lnTo>
                  <a:cubicBezTo>
                    <a:pt x="0" y="21806"/>
                    <a:pt x="540" y="22345"/>
                    <a:pt x="1205" y="22345"/>
                  </a:cubicBezTo>
                  <a:lnTo>
                    <a:pt x="11288" y="22345"/>
                  </a:lnTo>
                  <a:cubicBezTo>
                    <a:pt x="11953" y="22345"/>
                    <a:pt x="12493" y="21806"/>
                    <a:pt x="12493" y="21141"/>
                  </a:cubicBezTo>
                  <a:cubicBezTo>
                    <a:pt x="12493" y="18749"/>
                    <a:pt x="12493" y="3597"/>
                    <a:pt x="12493" y="1205"/>
                  </a:cubicBezTo>
                  <a:cubicBezTo>
                    <a:pt x="12493" y="540"/>
                    <a:pt x="11954" y="0"/>
                    <a:pt x="11289" y="0"/>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610;p34">
              <a:extLst>
                <a:ext uri="{FF2B5EF4-FFF2-40B4-BE49-F238E27FC236}">
                  <a16:creationId xmlns:a16="http://schemas.microsoft.com/office/drawing/2014/main" id="{0BAD2BE7-4885-091E-F0CA-581EDCB7588C}"/>
                </a:ext>
              </a:extLst>
            </p:cNvPr>
            <p:cNvSpPr/>
            <p:nvPr/>
          </p:nvSpPr>
          <p:spPr>
            <a:xfrm>
              <a:off x="760625" y="2184150"/>
              <a:ext cx="1185900" cy="1185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611;p34">
              <a:extLst>
                <a:ext uri="{FF2B5EF4-FFF2-40B4-BE49-F238E27FC236}">
                  <a16:creationId xmlns:a16="http://schemas.microsoft.com/office/drawing/2014/main" id="{560570ED-094B-415A-03BF-12ADFEAE33F2}"/>
                </a:ext>
              </a:extLst>
            </p:cNvPr>
            <p:cNvSpPr/>
            <p:nvPr/>
          </p:nvSpPr>
          <p:spPr>
            <a:xfrm>
              <a:off x="927521" y="2965306"/>
              <a:ext cx="680517" cy="761658"/>
            </a:xfrm>
            <a:custGeom>
              <a:avLst/>
              <a:gdLst/>
              <a:ahLst/>
              <a:cxnLst/>
              <a:rect l="l" t="t" r="r" b="b"/>
              <a:pathLst>
                <a:path w="7850" h="8786" extrusionOk="0">
                  <a:moveTo>
                    <a:pt x="5118" y="1"/>
                  </a:moveTo>
                  <a:lnTo>
                    <a:pt x="1678" y="280"/>
                  </a:lnTo>
                  <a:lnTo>
                    <a:pt x="1545" y="316"/>
                  </a:lnTo>
                  <a:lnTo>
                    <a:pt x="900" y="489"/>
                  </a:lnTo>
                  <a:lnTo>
                    <a:pt x="291" y="651"/>
                  </a:lnTo>
                  <a:lnTo>
                    <a:pt x="0" y="729"/>
                  </a:lnTo>
                  <a:lnTo>
                    <a:pt x="43" y="1204"/>
                  </a:lnTo>
                  <a:lnTo>
                    <a:pt x="537" y="6981"/>
                  </a:lnTo>
                  <a:lnTo>
                    <a:pt x="688" y="8734"/>
                  </a:lnTo>
                  <a:lnTo>
                    <a:pt x="693" y="8786"/>
                  </a:lnTo>
                  <a:lnTo>
                    <a:pt x="6434" y="8786"/>
                  </a:lnTo>
                  <a:lnTo>
                    <a:pt x="6491" y="7869"/>
                  </a:lnTo>
                  <a:lnTo>
                    <a:pt x="6542" y="7057"/>
                  </a:lnTo>
                  <a:lnTo>
                    <a:pt x="6577" y="6452"/>
                  </a:lnTo>
                  <a:lnTo>
                    <a:pt x="6625" y="5682"/>
                  </a:lnTo>
                  <a:lnTo>
                    <a:pt x="6651" y="5248"/>
                  </a:lnTo>
                  <a:lnTo>
                    <a:pt x="7850" y="2350"/>
                  </a:lnTo>
                  <a:lnTo>
                    <a:pt x="7136" y="634"/>
                  </a:lnTo>
                  <a:lnTo>
                    <a:pt x="7125" y="605"/>
                  </a:lnTo>
                  <a:lnTo>
                    <a:pt x="6178" y="336"/>
                  </a:lnTo>
                  <a:lnTo>
                    <a:pt x="6178" y="333"/>
                  </a:lnTo>
                  <a:lnTo>
                    <a:pt x="5849" y="230"/>
                  </a:lnTo>
                  <a:lnTo>
                    <a:pt x="511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612;p34">
              <a:extLst>
                <a:ext uri="{FF2B5EF4-FFF2-40B4-BE49-F238E27FC236}">
                  <a16:creationId xmlns:a16="http://schemas.microsoft.com/office/drawing/2014/main" id="{CD08BA2E-8280-67F3-2FD5-8870F845E1D8}"/>
                </a:ext>
              </a:extLst>
            </p:cNvPr>
            <p:cNvSpPr/>
            <p:nvPr/>
          </p:nvSpPr>
          <p:spPr>
            <a:xfrm>
              <a:off x="1498421" y="3299492"/>
              <a:ext cx="230075" cy="160550"/>
            </a:xfrm>
            <a:custGeom>
              <a:avLst/>
              <a:gdLst/>
              <a:ahLst/>
              <a:cxnLst/>
              <a:rect l="l" t="t" r="r" b="b"/>
              <a:pathLst>
                <a:path w="2654" h="1852" extrusionOk="0">
                  <a:moveTo>
                    <a:pt x="2074" y="0"/>
                  </a:moveTo>
                  <a:cubicBezTo>
                    <a:pt x="2014" y="0"/>
                    <a:pt x="1953" y="14"/>
                    <a:pt x="1896" y="43"/>
                  </a:cubicBezTo>
                  <a:lnTo>
                    <a:pt x="279" y="849"/>
                  </a:lnTo>
                  <a:cubicBezTo>
                    <a:pt x="80" y="947"/>
                    <a:pt x="0" y="1188"/>
                    <a:pt x="99" y="1387"/>
                  </a:cubicBezTo>
                  <a:lnTo>
                    <a:pt x="220" y="1628"/>
                  </a:lnTo>
                  <a:cubicBezTo>
                    <a:pt x="290" y="1770"/>
                    <a:pt x="432" y="1851"/>
                    <a:pt x="579" y="1851"/>
                  </a:cubicBezTo>
                  <a:cubicBezTo>
                    <a:pt x="639" y="1851"/>
                    <a:pt x="701" y="1838"/>
                    <a:pt x="758" y="1809"/>
                  </a:cubicBezTo>
                  <a:lnTo>
                    <a:pt x="2374" y="1003"/>
                  </a:lnTo>
                  <a:cubicBezTo>
                    <a:pt x="2573" y="905"/>
                    <a:pt x="2654" y="663"/>
                    <a:pt x="2554" y="465"/>
                  </a:cubicBezTo>
                  <a:lnTo>
                    <a:pt x="2434" y="223"/>
                  </a:lnTo>
                  <a:cubicBezTo>
                    <a:pt x="2364" y="82"/>
                    <a:pt x="2222" y="0"/>
                    <a:pt x="2074" y="0"/>
                  </a:cubicBezTo>
                  <a:close/>
                </a:path>
              </a:pathLst>
            </a:custGeom>
            <a:solidFill>
              <a:srgbClr val="B0B4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613;p34">
              <a:extLst>
                <a:ext uri="{FF2B5EF4-FFF2-40B4-BE49-F238E27FC236}">
                  <a16:creationId xmlns:a16="http://schemas.microsoft.com/office/drawing/2014/main" id="{2C35B314-F9FE-5FE5-67D5-78F03ACFBEB7}"/>
                </a:ext>
              </a:extLst>
            </p:cNvPr>
            <p:cNvSpPr/>
            <p:nvPr/>
          </p:nvSpPr>
          <p:spPr>
            <a:xfrm>
              <a:off x="1427575" y="3362152"/>
              <a:ext cx="265792" cy="178321"/>
            </a:xfrm>
            <a:custGeom>
              <a:avLst/>
              <a:gdLst/>
              <a:ahLst/>
              <a:cxnLst/>
              <a:rect l="l" t="t" r="r" b="b"/>
              <a:pathLst>
                <a:path w="3066" h="2057" extrusionOk="0">
                  <a:moveTo>
                    <a:pt x="2486" y="0"/>
                  </a:moveTo>
                  <a:cubicBezTo>
                    <a:pt x="2426" y="0"/>
                    <a:pt x="2365" y="14"/>
                    <a:pt x="2308" y="43"/>
                  </a:cubicBezTo>
                  <a:lnTo>
                    <a:pt x="280" y="1053"/>
                  </a:lnTo>
                  <a:cubicBezTo>
                    <a:pt x="82" y="1153"/>
                    <a:pt x="1" y="1394"/>
                    <a:pt x="100" y="1592"/>
                  </a:cubicBezTo>
                  <a:lnTo>
                    <a:pt x="220" y="1834"/>
                  </a:lnTo>
                  <a:cubicBezTo>
                    <a:pt x="291" y="1974"/>
                    <a:pt x="433" y="2056"/>
                    <a:pt x="580" y="2056"/>
                  </a:cubicBezTo>
                  <a:cubicBezTo>
                    <a:pt x="640" y="2056"/>
                    <a:pt x="701" y="2042"/>
                    <a:pt x="759" y="2014"/>
                  </a:cubicBezTo>
                  <a:lnTo>
                    <a:pt x="2786" y="1003"/>
                  </a:lnTo>
                  <a:cubicBezTo>
                    <a:pt x="2985" y="905"/>
                    <a:pt x="3066" y="663"/>
                    <a:pt x="2966" y="465"/>
                  </a:cubicBezTo>
                  <a:lnTo>
                    <a:pt x="2846" y="223"/>
                  </a:lnTo>
                  <a:cubicBezTo>
                    <a:pt x="2776" y="82"/>
                    <a:pt x="2634" y="0"/>
                    <a:pt x="2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614;p34">
              <a:extLst>
                <a:ext uri="{FF2B5EF4-FFF2-40B4-BE49-F238E27FC236}">
                  <a16:creationId xmlns:a16="http://schemas.microsoft.com/office/drawing/2014/main" id="{292C3FBE-1CF3-CAC9-7291-73BE0645C321}"/>
                </a:ext>
              </a:extLst>
            </p:cNvPr>
            <p:cNvSpPr/>
            <p:nvPr/>
          </p:nvSpPr>
          <p:spPr>
            <a:xfrm>
              <a:off x="933375" y="4123904"/>
              <a:ext cx="101861" cy="96919"/>
            </a:xfrm>
            <a:custGeom>
              <a:avLst/>
              <a:gdLst/>
              <a:ahLst/>
              <a:cxnLst/>
              <a:rect l="l" t="t" r="r" b="b"/>
              <a:pathLst>
                <a:path w="1175" h="1118" extrusionOk="0">
                  <a:moveTo>
                    <a:pt x="586" y="0"/>
                  </a:moveTo>
                  <a:lnTo>
                    <a:pt x="406" y="369"/>
                  </a:lnTo>
                  <a:lnTo>
                    <a:pt x="0" y="428"/>
                  </a:lnTo>
                  <a:lnTo>
                    <a:pt x="294" y="714"/>
                  </a:lnTo>
                  <a:lnTo>
                    <a:pt x="224" y="1117"/>
                  </a:lnTo>
                  <a:lnTo>
                    <a:pt x="586" y="926"/>
                  </a:lnTo>
                  <a:lnTo>
                    <a:pt x="950" y="1117"/>
                  </a:lnTo>
                  <a:lnTo>
                    <a:pt x="880" y="714"/>
                  </a:lnTo>
                  <a:lnTo>
                    <a:pt x="1174" y="428"/>
                  </a:lnTo>
                  <a:lnTo>
                    <a:pt x="768" y="369"/>
                  </a:lnTo>
                  <a:lnTo>
                    <a:pt x="58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615;p34">
              <a:extLst>
                <a:ext uri="{FF2B5EF4-FFF2-40B4-BE49-F238E27FC236}">
                  <a16:creationId xmlns:a16="http://schemas.microsoft.com/office/drawing/2014/main" id="{C8B5C4FA-6866-8DB6-10B2-56D69A4AF2DB}"/>
                </a:ext>
              </a:extLst>
            </p:cNvPr>
            <p:cNvSpPr/>
            <p:nvPr/>
          </p:nvSpPr>
          <p:spPr>
            <a:xfrm>
              <a:off x="1084476" y="4123904"/>
              <a:ext cx="101861" cy="96919"/>
            </a:xfrm>
            <a:custGeom>
              <a:avLst/>
              <a:gdLst/>
              <a:ahLst/>
              <a:cxnLst/>
              <a:rect l="l" t="t" r="r" b="b"/>
              <a:pathLst>
                <a:path w="1175" h="1118" extrusionOk="0">
                  <a:moveTo>
                    <a:pt x="587" y="0"/>
                  </a:moveTo>
                  <a:lnTo>
                    <a:pt x="406" y="369"/>
                  </a:lnTo>
                  <a:lnTo>
                    <a:pt x="0" y="428"/>
                  </a:lnTo>
                  <a:lnTo>
                    <a:pt x="294" y="714"/>
                  </a:lnTo>
                  <a:lnTo>
                    <a:pt x="224" y="1117"/>
                  </a:lnTo>
                  <a:lnTo>
                    <a:pt x="587" y="926"/>
                  </a:lnTo>
                  <a:lnTo>
                    <a:pt x="950" y="1117"/>
                  </a:lnTo>
                  <a:lnTo>
                    <a:pt x="881" y="714"/>
                  </a:lnTo>
                  <a:lnTo>
                    <a:pt x="1174" y="428"/>
                  </a:lnTo>
                  <a:lnTo>
                    <a:pt x="769" y="369"/>
                  </a:lnTo>
                  <a:lnTo>
                    <a:pt x="5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616;p34">
              <a:extLst>
                <a:ext uri="{FF2B5EF4-FFF2-40B4-BE49-F238E27FC236}">
                  <a16:creationId xmlns:a16="http://schemas.microsoft.com/office/drawing/2014/main" id="{86700D13-904F-B323-3522-58339647C9F6}"/>
                </a:ext>
              </a:extLst>
            </p:cNvPr>
            <p:cNvSpPr/>
            <p:nvPr/>
          </p:nvSpPr>
          <p:spPr>
            <a:xfrm>
              <a:off x="1235577" y="4123904"/>
              <a:ext cx="101861" cy="96919"/>
            </a:xfrm>
            <a:custGeom>
              <a:avLst/>
              <a:gdLst/>
              <a:ahLst/>
              <a:cxnLst/>
              <a:rect l="l" t="t" r="r" b="b"/>
              <a:pathLst>
                <a:path w="1175" h="1118" extrusionOk="0">
                  <a:moveTo>
                    <a:pt x="587" y="0"/>
                  </a:moveTo>
                  <a:lnTo>
                    <a:pt x="407" y="369"/>
                  </a:lnTo>
                  <a:lnTo>
                    <a:pt x="1" y="428"/>
                  </a:lnTo>
                  <a:lnTo>
                    <a:pt x="295" y="714"/>
                  </a:lnTo>
                  <a:lnTo>
                    <a:pt x="225" y="1117"/>
                  </a:lnTo>
                  <a:lnTo>
                    <a:pt x="587" y="926"/>
                  </a:lnTo>
                  <a:lnTo>
                    <a:pt x="951" y="1117"/>
                  </a:lnTo>
                  <a:lnTo>
                    <a:pt x="881" y="714"/>
                  </a:lnTo>
                  <a:lnTo>
                    <a:pt x="1175" y="428"/>
                  </a:lnTo>
                  <a:lnTo>
                    <a:pt x="769" y="369"/>
                  </a:lnTo>
                  <a:lnTo>
                    <a:pt x="5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617;p34">
              <a:extLst>
                <a:ext uri="{FF2B5EF4-FFF2-40B4-BE49-F238E27FC236}">
                  <a16:creationId xmlns:a16="http://schemas.microsoft.com/office/drawing/2014/main" id="{DEC3DFC0-59DF-1D7D-A213-9CF336C71C2F}"/>
                </a:ext>
              </a:extLst>
            </p:cNvPr>
            <p:cNvSpPr/>
            <p:nvPr/>
          </p:nvSpPr>
          <p:spPr>
            <a:xfrm>
              <a:off x="1386765" y="4123904"/>
              <a:ext cx="101861" cy="96919"/>
            </a:xfrm>
            <a:custGeom>
              <a:avLst/>
              <a:gdLst/>
              <a:ahLst/>
              <a:cxnLst/>
              <a:rect l="l" t="t" r="r" b="b"/>
              <a:pathLst>
                <a:path w="1175" h="1118" extrusionOk="0">
                  <a:moveTo>
                    <a:pt x="587" y="0"/>
                  </a:moveTo>
                  <a:lnTo>
                    <a:pt x="406" y="369"/>
                  </a:lnTo>
                  <a:lnTo>
                    <a:pt x="0" y="428"/>
                  </a:lnTo>
                  <a:lnTo>
                    <a:pt x="294" y="714"/>
                  </a:lnTo>
                  <a:lnTo>
                    <a:pt x="224" y="1117"/>
                  </a:lnTo>
                  <a:lnTo>
                    <a:pt x="587" y="926"/>
                  </a:lnTo>
                  <a:lnTo>
                    <a:pt x="950" y="1117"/>
                  </a:lnTo>
                  <a:lnTo>
                    <a:pt x="880" y="714"/>
                  </a:lnTo>
                  <a:lnTo>
                    <a:pt x="1174" y="428"/>
                  </a:lnTo>
                  <a:lnTo>
                    <a:pt x="768" y="369"/>
                  </a:lnTo>
                  <a:lnTo>
                    <a:pt x="5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618;p34">
              <a:extLst>
                <a:ext uri="{FF2B5EF4-FFF2-40B4-BE49-F238E27FC236}">
                  <a16:creationId xmlns:a16="http://schemas.microsoft.com/office/drawing/2014/main" id="{E02401D7-C3F4-3196-3C20-34F3DE355921}"/>
                </a:ext>
              </a:extLst>
            </p:cNvPr>
            <p:cNvSpPr/>
            <p:nvPr/>
          </p:nvSpPr>
          <p:spPr>
            <a:xfrm>
              <a:off x="1537865" y="4123904"/>
              <a:ext cx="101861" cy="96919"/>
            </a:xfrm>
            <a:custGeom>
              <a:avLst/>
              <a:gdLst/>
              <a:ahLst/>
              <a:cxnLst/>
              <a:rect l="l" t="t" r="r" b="b"/>
              <a:pathLst>
                <a:path w="1175" h="1118" extrusionOk="0">
                  <a:moveTo>
                    <a:pt x="587" y="0"/>
                  </a:moveTo>
                  <a:lnTo>
                    <a:pt x="406" y="369"/>
                  </a:lnTo>
                  <a:lnTo>
                    <a:pt x="0" y="428"/>
                  </a:lnTo>
                  <a:lnTo>
                    <a:pt x="294" y="714"/>
                  </a:lnTo>
                  <a:lnTo>
                    <a:pt x="224" y="1117"/>
                  </a:lnTo>
                  <a:lnTo>
                    <a:pt x="587" y="926"/>
                  </a:lnTo>
                  <a:lnTo>
                    <a:pt x="950" y="1117"/>
                  </a:lnTo>
                  <a:lnTo>
                    <a:pt x="881" y="714"/>
                  </a:lnTo>
                  <a:lnTo>
                    <a:pt x="1174" y="428"/>
                  </a:lnTo>
                  <a:lnTo>
                    <a:pt x="769" y="369"/>
                  </a:lnTo>
                  <a:lnTo>
                    <a:pt x="58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619;p34">
              <a:extLst>
                <a:ext uri="{FF2B5EF4-FFF2-40B4-BE49-F238E27FC236}">
                  <a16:creationId xmlns:a16="http://schemas.microsoft.com/office/drawing/2014/main" id="{0706DEC8-2581-729E-A6F2-E4131DCF004E}"/>
                </a:ext>
              </a:extLst>
            </p:cNvPr>
            <p:cNvSpPr/>
            <p:nvPr/>
          </p:nvSpPr>
          <p:spPr>
            <a:xfrm>
              <a:off x="1537865" y="4123904"/>
              <a:ext cx="50887" cy="96919"/>
            </a:xfrm>
            <a:custGeom>
              <a:avLst/>
              <a:gdLst/>
              <a:ahLst/>
              <a:cxnLst/>
              <a:rect l="l" t="t" r="r" b="b"/>
              <a:pathLst>
                <a:path w="587" h="1118" extrusionOk="0">
                  <a:moveTo>
                    <a:pt x="587" y="0"/>
                  </a:moveTo>
                  <a:lnTo>
                    <a:pt x="406" y="369"/>
                  </a:lnTo>
                  <a:lnTo>
                    <a:pt x="0" y="427"/>
                  </a:lnTo>
                  <a:lnTo>
                    <a:pt x="294" y="714"/>
                  </a:lnTo>
                  <a:lnTo>
                    <a:pt x="224" y="1117"/>
                  </a:lnTo>
                  <a:lnTo>
                    <a:pt x="587" y="926"/>
                  </a:lnTo>
                  <a:lnTo>
                    <a:pt x="5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620;p34">
              <a:extLst>
                <a:ext uri="{FF2B5EF4-FFF2-40B4-BE49-F238E27FC236}">
                  <a16:creationId xmlns:a16="http://schemas.microsoft.com/office/drawing/2014/main" id="{984B5EB2-4A10-0FD2-D5F0-49687850835D}"/>
                </a:ext>
              </a:extLst>
            </p:cNvPr>
            <p:cNvSpPr/>
            <p:nvPr/>
          </p:nvSpPr>
          <p:spPr>
            <a:xfrm>
              <a:off x="1312471" y="3842772"/>
              <a:ext cx="202595" cy="202508"/>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621;p34">
              <a:extLst>
                <a:ext uri="{FF2B5EF4-FFF2-40B4-BE49-F238E27FC236}">
                  <a16:creationId xmlns:a16="http://schemas.microsoft.com/office/drawing/2014/main" id="{CEF74394-14EA-32D1-1904-FA058687EB8C}"/>
                </a:ext>
              </a:extLst>
            </p:cNvPr>
            <p:cNvSpPr/>
            <p:nvPr/>
          </p:nvSpPr>
          <p:spPr>
            <a:xfrm>
              <a:off x="1367346" y="3906748"/>
              <a:ext cx="93018" cy="74553"/>
            </a:xfrm>
            <a:custGeom>
              <a:avLst/>
              <a:gdLst/>
              <a:ahLst/>
              <a:cxnLst/>
              <a:rect l="l" t="t" r="r" b="b"/>
              <a:pathLst>
                <a:path w="1073" h="860" fill="none" extrusionOk="0">
                  <a:moveTo>
                    <a:pt x="0" y="429"/>
                  </a:moveTo>
                  <a:lnTo>
                    <a:pt x="406" y="859"/>
                  </a:lnTo>
                  <a:lnTo>
                    <a:pt x="1072" y="1"/>
                  </a:lnTo>
                </a:path>
              </a:pathLst>
            </a:custGeom>
            <a:no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622;p34">
              <a:extLst>
                <a:ext uri="{FF2B5EF4-FFF2-40B4-BE49-F238E27FC236}">
                  <a16:creationId xmlns:a16="http://schemas.microsoft.com/office/drawing/2014/main" id="{0F0DDD08-F94B-4B9D-91F8-FB5CD236327C}"/>
                </a:ext>
              </a:extLst>
            </p:cNvPr>
            <p:cNvSpPr/>
            <p:nvPr/>
          </p:nvSpPr>
          <p:spPr>
            <a:xfrm>
              <a:off x="961983" y="3842685"/>
              <a:ext cx="222360" cy="202681"/>
            </a:xfrm>
            <a:custGeom>
              <a:avLst/>
              <a:gdLst/>
              <a:ahLst/>
              <a:cxnLst/>
              <a:rect l="l" t="t" r="r" b="b"/>
              <a:pathLst>
                <a:path w="2565" h="2338" extrusionOk="0">
                  <a:moveTo>
                    <a:pt x="1282" y="1"/>
                  </a:moveTo>
                  <a:cubicBezTo>
                    <a:pt x="984" y="1"/>
                    <a:pt x="685" y="115"/>
                    <a:pt x="457" y="343"/>
                  </a:cubicBezTo>
                  <a:cubicBezTo>
                    <a:pt x="0" y="799"/>
                    <a:pt x="0" y="1539"/>
                    <a:pt x="457" y="1995"/>
                  </a:cubicBezTo>
                  <a:cubicBezTo>
                    <a:pt x="685" y="2223"/>
                    <a:pt x="984" y="2337"/>
                    <a:pt x="1282" y="2337"/>
                  </a:cubicBezTo>
                  <a:cubicBezTo>
                    <a:pt x="1581" y="2337"/>
                    <a:pt x="1880" y="2223"/>
                    <a:pt x="2108" y="1995"/>
                  </a:cubicBezTo>
                  <a:cubicBezTo>
                    <a:pt x="2565" y="1539"/>
                    <a:pt x="2565" y="799"/>
                    <a:pt x="2108" y="343"/>
                  </a:cubicBezTo>
                  <a:cubicBezTo>
                    <a:pt x="1880" y="115"/>
                    <a:pt x="1581" y="1"/>
                    <a:pt x="12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623;p34">
              <a:extLst>
                <a:ext uri="{FF2B5EF4-FFF2-40B4-BE49-F238E27FC236}">
                  <a16:creationId xmlns:a16="http://schemas.microsoft.com/office/drawing/2014/main" id="{8B81B914-7201-D898-5F1D-E07B7C4C8561}"/>
                </a:ext>
              </a:extLst>
            </p:cNvPr>
            <p:cNvSpPr/>
            <p:nvPr/>
          </p:nvSpPr>
          <p:spPr>
            <a:xfrm>
              <a:off x="1040264" y="3910996"/>
              <a:ext cx="65884" cy="65884"/>
            </a:xfrm>
            <a:custGeom>
              <a:avLst/>
              <a:gdLst/>
              <a:ahLst/>
              <a:cxnLst/>
              <a:rect l="l" t="t" r="r" b="b"/>
              <a:pathLst>
                <a:path w="760" h="760" fill="none" extrusionOk="0">
                  <a:moveTo>
                    <a:pt x="1" y="1"/>
                  </a:moveTo>
                  <a:lnTo>
                    <a:pt x="760" y="760"/>
                  </a:lnTo>
                </a:path>
              </a:pathLst>
            </a:custGeom>
            <a:no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624;p34">
              <a:extLst>
                <a:ext uri="{FF2B5EF4-FFF2-40B4-BE49-F238E27FC236}">
                  <a16:creationId xmlns:a16="http://schemas.microsoft.com/office/drawing/2014/main" id="{C931768C-1D40-CC86-887F-937F225CA07A}"/>
                </a:ext>
              </a:extLst>
            </p:cNvPr>
            <p:cNvSpPr/>
            <p:nvPr/>
          </p:nvSpPr>
          <p:spPr>
            <a:xfrm>
              <a:off x="949887" y="2930717"/>
              <a:ext cx="595300" cy="288158"/>
            </a:xfrm>
            <a:custGeom>
              <a:avLst/>
              <a:gdLst/>
              <a:ahLst/>
              <a:cxnLst/>
              <a:rect l="l" t="t" r="r" b="b"/>
              <a:pathLst>
                <a:path w="6867" h="3324" extrusionOk="0">
                  <a:moveTo>
                    <a:pt x="3552" y="1"/>
                  </a:moveTo>
                  <a:lnTo>
                    <a:pt x="1273" y="645"/>
                  </a:lnTo>
                  <a:lnTo>
                    <a:pt x="107" y="976"/>
                  </a:lnTo>
                  <a:lnTo>
                    <a:pt x="44" y="993"/>
                  </a:lnTo>
                  <a:lnTo>
                    <a:pt x="1" y="1004"/>
                  </a:lnTo>
                  <a:cubicBezTo>
                    <a:pt x="12" y="1019"/>
                    <a:pt x="24" y="1035"/>
                    <a:pt x="33" y="1050"/>
                  </a:cubicBezTo>
                  <a:cubicBezTo>
                    <a:pt x="497" y="1698"/>
                    <a:pt x="944" y="2225"/>
                    <a:pt x="1370" y="2646"/>
                  </a:cubicBezTo>
                  <a:cubicBezTo>
                    <a:pt x="1476" y="2749"/>
                    <a:pt x="1288" y="3324"/>
                    <a:pt x="1288" y="3324"/>
                  </a:cubicBezTo>
                  <a:cubicBezTo>
                    <a:pt x="1288" y="3324"/>
                    <a:pt x="3274" y="2579"/>
                    <a:pt x="4868" y="2579"/>
                  </a:cubicBezTo>
                  <a:cubicBezTo>
                    <a:pt x="5534" y="2579"/>
                    <a:pt x="6132" y="2709"/>
                    <a:pt x="6488" y="3077"/>
                  </a:cubicBezTo>
                  <a:cubicBezTo>
                    <a:pt x="6488" y="3077"/>
                    <a:pt x="6666" y="1872"/>
                    <a:pt x="6867" y="1004"/>
                  </a:cubicBezTo>
                  <a:lnTo>
                    <a:pt x="5589" y="618"/>
                  </a:lnTo>
                  <a:lnTo>
                    <a:pt x="3552" y="1"/>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625;p34">
              <a:extLst>
                <a:ext uri="{FF2B5EF4-FFF2-40B4-BE49-F238E27FC236}">
                  <a16:creationId xmlns:a16="http://schemas.microsoft.com/office/drawing/2014/main" id="{55942C56-A4F7-6B4A-BC36-29EF2D5BFE58}"/>
                </a:ext>
              </a:extLst>
            </p:cNvPr>
            <p:cNvSpPr/>
            <p:nvPr/>
          </p:nvSpPr>
          <p:spPr>
            <a:xfrm>
              <a:off x="1119019" y="2758553"/>
              <a:ext cx="290932" cy="359070"/>
            </a:xfrm>
            <a:custGeom>
              <a:avLst/>
              <a:gdLst/>
              <a:ahLst/>
              <a:cxnLst/>
              <a:rect l="l" t="t" r="r" b="b"/>
              <a:pathLst>
                <a:path w="3356" h="4142" extrusionOk="0">
                  <a:moveTo>
                    <a:pt x="3239" y="1"/>
                  </a:moveTo>
                  <a:lnTo>
                    <a:pt x="0" y="105"/>
                  </a:lnTo>
                  <a:lnTo>
                    <a:pt x="129" y="4142"/>
                  </a:lnTo>
                  <a:lnTo>
                    <a:pt x="2509" y="4066"/>
                  </a:lnTo>
                  <a:cubicBezTo>
                    <a:pt x="2984" y="4050"/>
                    <a:pt x="3355" y="3653"/>
                    <a:pt x="3340" y="3179"/>
                  </a:cubicBezTo>
                  <a:lnTo>
                    <a:pt x="3239" y="1"/>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626;p34">
              <a:extLst>
                <a:ext uri="{FF2B5EF4-FFF2-40B4-BE49-F238E27FC236}">
                  <a16:creationId xmlns:a16="http://schemas.microsoft.com/office/drawing/2014/main" id="{5203A89E-F9FC-8B12-17D9-735BEE6D40CA}"/>
                </a:ext>
              </a:extLst>
            </p:cNvPr>
            <p:cNvSpPr/>
            <p:nvPr/>
          </p:nvSpPr>
          <p:spPr>
            <a:xfrm>
              <a:off x="1040264" y="3910996"/>
              <a:ext cx="65884" cy="65884"/>
            </a:xfrm>
            <a:custGeom>
              <a:avLst/>
              <a:gdLst/>
              <a:ahLst/>
              <a:cxnLst/>
              <a:rect l="l" t="t" r="r" b="b"/>
              <a:pathLst>
                <a:path w="760" h="760" fill="none" extrusionOk="0">
                  <a:moveTo>
                    <a:pt x="1" y="760"/>
                  </a:moveTo>
                  <a:lnTo>
                    <a:pt x="760" y="1"/>
                  </a:lnTo>
                </a:path>
              </a:pathLst>
            </a:custGeom>
            <a:no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627;p34">
              <a:extLst>
                <a:ext uri="{FF2B5EF4-FFF2-40B4-BE49-F238E27FC236}">
                  <a16:creationId xmlns:a16="http://schemas.microsoft.com/office/drawing/2014/main" id="{3F4E70AB-8D9F-287C-17AE-25FFE55C3863}"/>
                </a:ext>
              </a:extLst>
            </p:cNvPr>
            <p:cNvSpPr/>
            <p:nvPr/>
          </p:nvSpPr>
          <p:spPr>
            <a:xfrm>
              <a:off x="783962" y="2968167"/>
              <a:ext cx="983065" cy="618967"/>
            </a:xfrm>
            <a:custGeom>
              <a:avLst/>
              <a:gdLst/>
              <a:ahLst/>
              <a:cxnLst/>
              <a:rect l="l" t="t" r="r" b="b"/>
              <a:pathLst>
                <a:path w="11340" h="7140" extrusionOk="0">
                  <a:moveTo>
                    <a:pt x="3937" y="1"/>
                  </a:moveTo>
                  <a:lnTo>
                    <a:pt x="3187" y="213"/>
                  </a:lnTo>
                  <a:lnTo>
                    <a:pt x="2021" y="544"/>
                  </a:lnTo>
                  <a:lnTo>
                    <a:pt x="1958" y="561"/>
                  </a:lnTo>
                  <a:lnTo>
                    <a:pt x="1915" y="572"/>
                  </a:lnTo>
                  <a:cubicBezTo>
                    <a:pt x="1261" y="750"/>
                    <a:pt x="324" y="1194"/>
                    <a:pt x="201" y="2278"/>
                  </a:cubicBezTo>
                  <a:cubicBezTo>
                    <a:pt x="114" y="3062"/>
                    <a:pt x="0" y="5004"/>
                    <a:pt x="7" y="7140"/>
                  </a:cubicBezTo>
                  <a:lnTo>
                    <a:pt x="2193" y="6948"/>
                  </a:lnTo>
                  <a:lnTo>
                    <a:pt x="3132" y="6866"/>
                  </a:lnTo>
                  <a:lnTo>
                    <a:pt x="7657" y="6469"/>
                  </a:lnTo>
                  <a:lnTo>
                    <a:pt x="8233" y="6419"/>
                  </a:lnTo>
                  <a:lnTo>
                    <a:pt x="11339" y="6148"/>
                  </a:lnTo>
                  <a:cubicBezTo>
                    <a:pt x="11060" y="4424"/>
                    <a:pt x="10353" y="1344"/>
                    <a:pt x="8798" y="572"/>
                  </a:cubicBezTo>
                  <a:lnTo>
                    <a:pt x="8792" y="601"/>
                  </a:lnTo>
                  <a:lnTo>
                    <a:pt x="8781" y="572"/>
                  </a:lnTo>
                  <a:lnTo>
                    <a:pt x="7503" y="186"/>
                  </a:lnTo>
                  <a:lnTo>
                    <a:pt x="7184" y="89"/>
                  </a:lnTo>
                  <a:lnTo>
                    <a:pt x="7184" y="89"/>
                  </a:lnTo>
                  <a:lnTo>
                    <a:pt x="8143" y="2979"/>
                  </a:lnTo>
                  <a:cubicBezTo>
                    <a:pt x="8485" y="4005"/>
                    <a:pt x="8336" y="5131"/>
                    <a:pt x="7740" y="6034"/>
                  </a:cubicBezTo>
                  <a:lnTo>
                    <a:pt x="4267" y="6269"/>
                  </a:lnTo>
                  <a:lnTo>
                    <a:pt x="4267" y="6269"/>
                  </a:lnTo>
                  <a:lnTo>
                    <a:pt x="4442" y="5823"/>
                  </a:lnTo>
                  <a:cubicBezTo>
                    <a:pt x="4681" y="5216"/>
                    <a:pt x="4746" y="4555"/>
                    <a:pt x="4633" y="3914"/>
                  </a:cubicBezTo>
                  <a:lnTo>
                    <a:pt x="39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628;p34">
              <a:extLst>
                <a:ext uri="{FF2B5EF4-FFF2-40B4-BE49-F238E27FC236}">
                  <a16:creationId xmlns:a16="http://schemas.microsoft.com/office/drawing/2014/main" id="{92E2CD4C-4664-8D6F-7859-7E41642E0051}"/>
                </a:ext>
              </a:extLst>
            </p:cNvPr>
            <p:cNvSpPr/>
            <p:nvPr/>
          </p:nvSpPr>
          <p:spPr>
            <a:xfrm>
              <a:off x="1125695" y="2335337"/>
              <a:ext cx="468039" cy="603276"/>
            </a:xfrm>
            <a:custGeom>
              <a:avLst/>
              <a:gdLst/>
              <a:ahLst/>
              <a:cxnLst/>
              <a:rect l="l" t="t" r="r" b="b"/>
              <a:pathLst>
                <a:path w="5399" h="6959" extrusionOk="0">
                  <a:moveTo>
                    <a:pt x="1996" y="1"/>
                  </a:moveTo>
                  <a:cubicBezTo>
                    <a:pt x="1224" y="1"/>
                    <a:pt x="476" y="296"/>
                    <a:pt x="1" y="1075"/>
                  </a:cubicBezTo>
                  <a:lnTo>
                    <a:pt x="3027" y="6953"/>
                  </a:lnTo>
                  <a:cubicBezTo>
                    <a:pt x="3083" y="6957"/>
                    <a:pt x="3140" y="6959"/>
                    <a:pt x="3197" y="6959"/>
                  </a:cubicBezTo>
                  <a:cubicBezTo>
                    <a:pt x="4183" y="6959"/>
                    <a:pt x="5399" y="6427"/>
                    <a:pt x="5399" y="6427"/>
                  </a:cubicBezTo>
                  <a:cubicBezTo>
                    <a:pt x="5399" y="6427"/>
                    <a:pt x="5239" y="2885"/>
                    <a:pt x="4950" y="1692"/>
                  </a:cubicBezTo>
                  <a:cubicBezTo>
                    <a:pt x="4755" y="893"/>
                    <a:pt x="3338" y="1"/>
                    <a:pt x="19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629;p34">
              <a:extLst>
                <a:ext uri="{FF2B5EF4-FFF2-40B4-BE49-F238E27FC236}">
                  <a16:creationId xmlns:a16="http://schemas.microsoft.com/office/drawing/2014/main" id="{DB99E8D5-F84F-7CE7-10E7-4AB9E97A6B02}"/>
                </a:ext>
              </a:extLst>
            </p:cNvPr>
            <p:cNvSpPr/>
            <p:nvPr/>
          </p:nvSpPr>
          <p:spPr>
            <a:xfrm>
              <a:off x="1202155" y="2720149"/>
              <a:ext cx="203722" cy="235277"/>
            </a:xfrm>
            <a:custGeom>
              <a:avLst/>
              <a:gdLst/>
              <a:ahLst/>
              <a:cxnLst/>
              <a:rect l="l" t="t" r="r" b="b"/>
              <a:pathLst>
                <a:path w="2350" h="2714" extrusionOk="0">
                  <a:moveTo>
                    <a:pt x="2274" y="0"/>
                  </a:moveTo>
                  <a:lnTo>
                    <a:pt x="76" y="70"/>
                  </a:lnTo>
                  <a:cubicBezTo>
                    <a:pt x="1" y="1987"/>
                    <a:pt x="746" y="2713"/>
                    <a:pt x="1723" y="2713"/>
                  </a:cubicBezTo>
                  <a:cubicBezTo>
                    <a:pt x="1924" y="2713"/>
                    <a:pt x="2134" y="2682"/>
                    <a:pt x="2349" y="2625"/>
                  </a:cubicBezTo>
                  <a:lnTo>
                    <a:pt x="227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 name="Google Shape;1630;p34">
              <a:extLst>
                <a:ext uri="{FF2B5EF4-FFF2-40B4-BE49-F238E27FC236}">
                  <a16:creationId xmlns:a16="http://schemas.microsoft.com/office/drawing/2014/main" id="{182ACACC-899B-DC6B-FE1C-53A20CE0C8FB}"/>
                </a:ext>
              </a:extLst>
            </p:cNvPr>
            <p:cNvGrpSpPr/>
            <p:nvPr/>
          </p:nvGrpSpPr>
          <p:grpSpPr>
            <a:xfrm>
              <a:off x="765115" y="3160225"/>
              <a:ext cx="1006918" cy="684875"/>
              <a:chOff x="6483875" y="2400125"/>
              <a:chExt cx="1042250" cy="684875"/>
            </a:xfrm>
          </p:grpSpPr>
          <p:sp>
            <p:nvSpPr>
              <p:cNvPr id="142" name="Google Shape;1631;p34">
                <a:extLst>
                  <a:ext uri="{FF2B5EF4-FFF2-40B4-BE49-F238E27FC236}">
                    <a16:creationId xmlns:a16="http://schemas.microsoft.com/office/drawing/2014/main" id="{430030C4-EBC6-30F1-4B00-22C60746EF12}"/>
                  </a:ext>
                </a:extLst>
              </p:cNvPr>
              <p:cNvSpPr/>
              <p:nvPr/>
            </p:nvSpPr>
            <p:spPr>
              <a:xfrm>
                <a:off x="6483875" y="2608000"/>
                <a:ext cx="1042200" cy="477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632;p34">
                <a:extLst>
                  <a:ext uri="{FF2B5EF4-FFF2-40B4-BE49-F238E27FC236}">
                    <a16:creationId xmlns:a16="http://schemas.microsoft.com/office/drawing/2014/main" id="{249985AA-C83F-946B-0A38-9FF2DA0DB902}"/>
                  </a:ext>
                </a:extLst>
              </p:cNvPr>
              <p:cNvSpPr/>
              <p:nvPr/>
            </p:nvSpPr>
            <p:spPr>
              <a:xfrm>
                <a:off x="6483875" y="2400125"/>
                <a:ext cx="293400" cy="23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633;p34">
                <a:extLst>
                  <a:ext uri="{FF2B5EF4-FFF2-40B4-BE49-F238E27FC236}">
                    <a16:creationId xmlns:a16="http://schemas.microsoft.com/office/drawing/2014/main" id="{6172D7F8-216A-FD14-F123-DDC92AB2B310}"/>
                  </a:ext>
                </a:extLst>
              </p:cNvPr>
              <p:cNvSpPr/>
              <p:nvPr/>
            </p:nvSpPr>
            <p:spPr>
              <a:xfrm flipH="1">
                <a:off x="7232725" y="2400125"/>
                <a:ext cx="293400" cy="23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634;p34">
              <a:extLst>
                <a:ext uri="{FF2B5EF4-FFF2-40B4-BE49-F238E27FC236}">
                  <a16:creationId xmlns:a16="http://schemas.microsoft.com/office/drawing/2014/main" id="{9FEC6E07-CF0B-1257-581D-FE8071E5A1C1}"/>
                </a:ext>
              </a:extLst>
            </p:cNvPr>
            <p:cNvSpPr/>
            <p:nvPr/>
          </p:nvSpPr>
          <p:spPr>
            <a:xfrm rot="-2700000">
              <a:off x="577098" y="2225509"/>
              <a:ext cx="1478350" cy="1272063"/>
            </a:xfrm>
            <a:custGeom>
              <a:avLst/>
              <a:gdLst/>
              <a:ahLst/>
              <a:cxnLst/>
              <a:rect l="l" t="t" r="r" b="b"/>
              <a:pathLst>
                <a:path w="15792" h="14323" extrusionOk="0">
                  <a:moveTo>
                    <a:pt x="8108" y="195"/>
                  </a:moveTo>
                  <a:cubicBezTo>
                    <a:pt x="9825" y="195"/>
                    <a:pt x="11542" y="850"/>
                    <a:pt x="12852" y="2160"/>
                  </a:cubicBezTo>
                  <a:cubicBezTo>
                    <a:pt x="15473" y="4782"/>
                    <a:pt x="15473" y="9031"/>
                    <a:pt x="12852" y="11652"/>
                  </a:cubicBezTo>
                  <a:cubicBezTo>
                    <a:pt x="11542" y="12962"/>
                    <a:pt x="9825" y="13616"/>
                    <a:pt x="8108" y="13616"/>
                  </a:cubicBezTo>
                  <a:cubicBezTo>
                    <a:pt x="6390" y="13616"/>
                    <a:pt x="4672" y="12961"/>
                    <a:pt x="3361" y="11651"/>
                  </a:cubicBezTo>
                  <a:cubicBezTo>
                    <a:pt x="741" y="9031"/>
                    <a:pt x="741" y="4782"/>
                    <a:pt x="3361" y="2162"/>
                  </a:cubicBezTo>
                  <a:cubicBezTo>
                    <a:pt x="4672" y="851"/>
                    <a:pt x="6390" y="195"/>
                    <a:pt x="8108" y="195"/>
                  </a:cubicBezTo>
                  <a:close/>
                  <a:moveTo>
                    <a:pt x="8279" y="0"/>
                  </a:moveTo>
                  <a:cubicBezTo>
                    <a:pt x="6274" y="0"/>
                    <a:pt x="4231" y="794"/>
                    <a:pt x="2758" y="2267"/>
                  </a:cubicBezTo>
                  <a:cubicBezTo>
                    <a:pt x="0" y="5024"/>
                    <a:pt x="0" y="9496"/>
                    <a:pt x="2758" y="12254"/>
                  </a:cubicBezTo>
                  <a:cubicBezTo>
                    <a:pt x="4137" y="13633"/>
                    <a:pt x="5944" y="14323"/>
                    <a:pt x="7752" y="14323"/>
                  </a:cubicBezTo>
                  <a:cubicBezTo>
                    <a:pt x="9559" y="14323"/>
                    <a:pt x="11367" y="13633"/>
                    <a:pt x="12746" y="12254"/>
                  </a:cubicBezTo>
                  <a:cubicBezTo>
                    <a:pt x="15504" y="9495"/>
                    <a:pt x="15791" y="4648"/>
                    <a:pt x="13033" y="1889"/>
                  </a:cubicBezTo>
                  <a:cubicBezTo>
                    <a:pt x="11748" y="605"/>
                    <a:pt x="10028" y="0"/>
                    <a:pt x="8279" y="0"/>
                  </a:cubicBezTo>
                  <a:close/>
                </a:path>
              </a:pathLst>
            </a:custGeom>
            <a:solidFill>
              <a:schemeClr val="accent1"/>
            </a:solid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635;p34">
              <a:extLst>
                <a:ext uri="{FF2B5EF4-FFF2-40B4-BE49-F238E27FC236}">
                  <a16:creationId xmlns:a16="http://schemas.microsoft.com/office/drawing/2014/main" id="{3C4EDDE3-0DA2-741A-2E9E-4DF8A0FCE239}"/>
                </a:ext>
              </a:extLst>
            </p:cNvPr>
            <p:cNvSpPr/>
            <p:nvPr/>
          </p:nvSpPr>
          <p:spPr>
            <a:xfrm>
              <a:off x="1481323" y="3350103"/>
              <a:ext cx="618707" cy="1030051"/>
            </a:xfrm>
            <a:custGeom>
              <a:avLst/>
              <a:gdLst/>
              <a:ahLst/>
              <a:cxnLst/>
              <a:rect l="l" t="t" r="r" b="b"/>
              <a:pathLst>
                <a:path w="7137" h="11882" extrusionOk="0">
                  <a:moveTo>
                    <a:pt x="986" y="1"/>
                  </a:moveTo>
                  <a:cubicBezTo>
                    <a:pt x="932" y="1"/>
                    <a:pt x="877" y="14"/>
                    <a:pt x="826" y="41"/>
                  </a:cubicBezTo>
                  <a:lnTo>
                    <a:pt x="230" y="357"/>
                  </a:lnTo>
                  <a:cubicBezTo>
                    <a:pt x="63" y="445"/>
                    <a:pt x="0" y="650"/>
                    <a:pt x="89" y="816"/>
                  </a:cubicBezTo>
                  <a:lnTo>
                    <a:pt x="5850" y="11701"/>
                  </a:lnTo>
                  <a:cubicBezTo>
                    <a:pt x="5911" y="11816"/>
                    <a:pt x="6029" y="11882"/>
                    <a:pt x="6151" y="11882"/>
                  </a:cubicBezTo>
                  <a:cubicBezTo>
                    <a:pt x="6205" y="11882"/>
                    <a:pt x="6260" y="11869"/>
                    <a:pt x="6311" y="11842"/>
                  </a:cubicBezTo>
                  <a:lnTo>
                    <a:pt x="6906" y="11527"/>
                  </a:lnTo>
                  <a:cubicBezTo>
                    <a:pt x="7073" y="11439"/>
                    <a:pt x="7136" y="11233"/>
                    <a:pt x="7048" y="11067"/>
                  </a:cubicBezTo>
                  <a:lnTo>
                    <a:pt x="1287" y="182"/>
                  </a:lnTo>
                  <a:cubicBezTo>
                    <a:pt x="1226" y="67"/>
                    <a:pt x="1108" y="1"/>
                    <a:pt x="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636;p34">
              <a:extLst>
                <a:ext uri="{FF2B5EF4-FFF2-40B4-BE49-F238E27FC236}">
                  <a16:creationId xmlns:a16="http://schemas.microsoft.com/office/drawing/2014/main" id="{B4C6C80E-DC86-2127-858E-56AB5093B6C1}"/>
                </a:ext>
              </a:extLst>
            </p:cNvPr>
            <p:cNvSpPr/>
            <p:nvPr/>
          </p:nvSpPr>
          <p:spPr>
            <a:xfrm>
              <a:off x="589030" y="2212150"/>
              <a:ext cx="1433716" cy="1285955"/>
            </a:xfrm>
            <a:custGeom>
              <a:avLst/>
              <a:gdLst/>
              <a:ahLst/>
              <a:cxnLst/>
              <a:rect l="l" t="t" r="r" b="b"/>
              <a:pathLst>
                <a:path w="15792" h="14323" extrusionOk="0">
                  <a:moveTo>
                    <a:pt x="8108" y="195"/>
                  </a:moveTo>
                  <a:cubicBezTo>
                    <a:pt x="9825" y="195"/>
                    <a:pt x="11542" y="850"/>
                    <a:pt x="12852" y="2160"/>
                  </a:cubicBezTo>
                  <a:cubicBezTo>
                    <a:pt x="15473" y="4782"/>
                    <a:pt x="15473" y="9031"/>
                    <a:pt x="12852" y="11652"/>
                  </a:cubicBezTo>
                  <a:cubicBezTo>
                    <a:pt x="11542" y="12962"/>
                    <a:pt x="9825" y="13616"/>
                    <a:pt x="8108" y="13616"/>
                  </a:cubicBezTo>
                  <a:cubicBezTo>
                    <a:pt x="6390" y="13616"/>
                    <a:pt x="4672" y="12961"/>
                    <a:pt x="3361" y="11651"/>
                  </a:cubicBezTo>
                  <a:cubicBezTo>
                    <a:pt x="741" y="9031"/>
                    <a:pt x="741" y="4782"/>
                    <a:pt x="3361" y="2162"/>
                  </a:cubicBezTo>
                  <a:cubicBezTo>
                    <a:pt x="4672" y="851"/>
                    <a:pt x="6390" y="195"/>
                    <a:pt x="8108" y="195"/>
                  </a:cubicBezTo>
                  <a:close/>
                  <a:moveTo>
                    <a:pt x="8279" y="0"/>
                  </a:moveTo>
                  <a:cubicBezTo>
                    <a:pt x="6274" y="0"/>
                    <a:pt x="4231" y="794"/>
                    <a:pt x="2758" y="2267"/>
                  </a:cubicBezTo>
                  <a:cubicBezTo>
                    <a:pt x="0" y="5024"/>
                    <a:pt x="0" y="9496"/>
                    <a:pt x="2758" y="12254"/>
                  </a:cubicBezTo>
                  <a:cubicBezTo>
                    <a:pt x="4137" y="13633"/>
                    <a:pt x="5944" y="14323"/>
                    <a:pt x="7752" y="14323"/>
                  </a:cubicBezTo>
                  <a:cubicBezTo>
                    <a:pt x="9559" y="14323"/>
                    <a:pt x="11367" y="13633"/>
                    <a:pt x="12746" y="12254"/>
                  </a:cubicBezTo>
                  <a:cubicBezTo>
                    <a:pt x="15504" y="9495"/>
                    <a:pt x="15791" y="4648"/>
                    <a:pt x="13033" y="1889"/>
                  </a:cubicBezTo>
                  <a:cubicBezTo>
                    <a:pt x="11748" y="605"/>
                    <a:pt x="10028" y="0"/>
                    <a:pt x="82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637;p34">
              <a:extLst>
                <a:ext uri="{FF2B5EF4-FFF2-40B4-BE49-F238E27FC236}">
                  <a16:creationId xmlns:a16="http://schemas.microsoft.com/office/drawing/2014/main" id="{A90708A6-7169-DD3B-9443-CBB516DDC0E4}"/>
                </a:ext>
              </a:extLst>
            </p:cNvPr>
            <p:cNvSpPr/>
            <p:nvPr/>
          </p:nvSpPr>
          <p:spPr>
            <a:xfrm>
              <a:off x="1100468" y="2384143"/>
              <a:ext cx="465265" cy="502455"/>
            </a:xfrm>
            <a:custGeom>
              <a:avLst/>
              <a:gdLst/>
              <a:ahLst/>
              <a:cxnLst/>
              <a:rect l="l" t="t" r="r" b="b"/>
              <a:pathLst>
                <a:path w="5367" h="5796" extrusionOk="0">
                  <a:moveTo>
                    <a:pt x="2656" y="1"/>
                  </a:moveTo>
                  <a:cubicBezTo>
                    <a:pt x="2579" y="1"/>
                    <a:pt x="2502" y="4"/>
                    <a:pt x="2424" y="11"/>
                  </a:cubicBezTo>
                  <a:cubicBezTo>
                    <a:pt x="1028" y="137"/>
                    <a:pt x="0" y="1371"/>
                    <a:pt x="127" y="2766"/>
                  </a:cubicBezTo>
                  <a:lnTo>
                    <a:pt x="270" y="4350"/>
                  </a:lnTo>
                  <a:cubicBezTo>
                    <a:pt x="346" y="5175"/>
                    <a:pt x="1038" y="5796"/>
                    <a:pt x="1850" y="5796"/>
                  </a:cubicBezTo>
                  <a:cubicBezTo>
                    <a:pt x="1898" y="5796"/>
                    <a:pt x="1947" y="5793"/>
                    <a:pt x="1996" y="5789"/>
                  </a:cubicBezTo>
                  <a:lnTo>
                    <a:pt x="3024" y="5696"/>
                  </a:lnTo>
                  <a:cubicBezTo>
                    <a:pt x="4373" y="5574"/>
                    <a:pt x="5366" y="4382"/>
                    <a:pt x="5244" y="3034"/>
                  </a:cubicBezTo>
                  <a:lnTo>
                    <a:pt x="5178" y="2308"/>
                  </a:lnTo>
                  <a:cubicBezTo>
                    <a:pt x="5059" y="991"/>
                    <a:pt x="3953" y="1"/>
                    <a:pt x="2656" y="1"/>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638;p34">
              <a:extLst>
                <a:ext uri="{FF2B5EF4-FFF2-40B4-BE49-F238E27FC236}">
                  <a16:creationId xmlns:a16="http://schemas.microsoft.com/office/drawing/2014/main" id="{31EC3383-9CE7-6B33-C8BB-3D1ACB665397}"/>
                </a:ext>
              </a:extLst>
            </p:cNvPr>
            <p:cNvSpPr/>
            <p:nvPr/>
          </p:nvSpPr>
          <p:spPr>
            <a:xfrm>
              <a:off x="967485" y="2385703"/>
              <a:ext cx="262064" cy="560798"/>
            </a:xfrm>
            <a:custGeom>
              <a:avLst/>
              <a:gdLst/>
              <a:ahLst/>
              <a:cxnLst/>
              <a:rect l="l" t="t" r="r" b="b"/>
              <a:pathLst>
                <a:path w="3023" h="6469" extrusionOk="0">
                  <a:moveTo>
                    <a:pt x="2753" y="0"/>
                  </a:moveTo>
                  <a:cubicBezTo>
                    <a:pt x="1724" y="0"/>
                    <a:pt x="812" y="526"/>
                    <a:pt x="614" y="948"/>
                  </a:cubicBezTo>
                  <a:cubicBezTo>
                    <a:pt x="132" y="1982"/>
                    <a:pt x="0" y="4439"/>
                    <a:pt x="9" y="6043"/>
                  </a:cubicBezTo>
                  <a:cubicBezTo>
                    <a:pt x="478" y="6384"/>
                    <a:pt x="1113" y="6468"/>
                    <a:pt x="1628" y="6468"/>
                  </a:cubicBezTo>
                  <a:cubicBezTo>
                    <a:pt x="2136" y="6468"/>
                    <a:pt x="2528" y="6386"/>
                    <a:pt x="2528" y="6386"/>
                  </a:cubicBezTo>
                  <a:lnTo>
                    <a:pt x="2266" y="4389"/>
                  </a:lnTo>
                  <a:lnTo>
                    <a:pt x="3023" y="13"/>
                  </a:lnTo>
                  <a:cubicBezTo>
                    <a:pt x="2932" y="4"/>
                    <a:pt x="2842" y="0"/>
                    <a:pt x="2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639;p34">
              <a:extLst>
                <a:ext uri="{FF2B5EF4-FFF2-40B4-BE49-F238E27FC236}">
                  <a16:creationId xmlns:a16="http://schemas.microsoft.com/office/drawing/2014/main" id="{376C5D59-468D-1D71-F6E8-22C7C792DB85}"/>
                </a:ext>
              </a:extLst>
            </p:cNvPr>
            <p:cNvSpPr/>
            <p:nvPr/>
          </p:nvSpPr>
          <p:spPr>
            <a:xfrm>
              <a:off x="1461185" y="2600345"/>
              <a:ext cx="42998" cy="61377"/>
            </a:xfrm>
            <a:custGeom>
              <a:avLst/>
              <a:gdLst/>
              <a:ahLst/>
              <a:cxnLst/>
              <a:rect l="l" t="t" r="r" b="b"/>
              <a:pathLst>
                <a:path w="496" h="708" extrusionOk="0">
                  <a:moveTo>
                    <a:pt x="249" y="0"/>
                  </a:moveTo>
                  <a:cubicBezTo>
                    <a:pt x="111" y="0"/>
                    <a:pt x="0" y="159"/>
                    <a:pt x="0" y="355"/>
                  </a:cubicBezTo>
                  <a:cubicBezTo>
                    <a:pt x="0" y="550"/>
                    <a:pt x="111" y="708"/>
                    <a:pt x="249" y="708"/>
                  </a:cubicBezTo>
                  <a:cubicBezTo>
                    <a:pt x="385" y="708"/>
                    <a:pt x="495" y="550"/>
                    <a:pt x="495" y="355"/>
                  </a:cubicBezTo>
                  <a:cubicBezTo>
                    <a:pt x="495" y="159"/>
                    <a:pt x="385" y="0"/>
                    <a:pt x="2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640;p34">
              <a:extLst>
                <a:ext uri="{FF2B5EF4-FFF2-40B4-BE49-F238E27FC236}">
                  <a16:creationId xmlns:a16="http://schemas.microsoft.com/office/drawing/2014/main" id="{276FBEB5-9308-F3F0-A9CC-94010F0A7F6C}"/>
                </a:ext>
              </a:extLst>
            </p:cNvPr>
            <p:cNvSpPr/>
            <p:nvPr/>
          </p:nvSpPr>
          <p:spPr>
            <a:xfrm>
              <a:off x="997740" y="2613869"/>
              <a:ext cx="198867" cy="184650"/>
            </a:xfrm>
            <a:custGeom>
              <a:avLst/>
              <a:gdLst/>
              <a:ahLst/>
              <a:cxnLst/>
              <a:rect l="l" t="t" r="r" b="b"/>
              <a:pathLst>
                <a:path w="2294" h="2130" extrusionOk="0">
                  <a:moveTo>
                    <a:pt x="1083" y="1"/>
                  </a:moveTo>
                  <a:cubicBezTo>
                    <a:pt x="946" y="1"/>
                    <a:pt x="815" y="39"/>
                    <a:pt x="693" y="101"/>
                  </a:cubicBezTo>
                  <a:cubicBezTo>
                    <a:pt x="0" y="452"/>
                    <a:pt x="119" y="2129"/>
                    <a:pt x="1270" y="2129"/>
                  </a:cubicBezTo>
                  <a:cubicBezTo>
                    <a:pt x="1494" y="2129"/>
                    <a:pt x="1756" y="2066"/>
                    <a:pt x="2059" y="1918"/>
                  </a:cubicBezTo>
                  <a:lnTo>
                    <a:pt x="2293" y="1122"/>
                  </a:lnTo>
                  <a:cubicBezTo>
                    <a:pt x="1859" y="277"/>
                    <a:pt x="1448" y="1"/>
                    <a:pt x="1083" y="1"/>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641;p34">
              <a:extLst>
                <a:ext uri="{FF2B5EF4-FFF2-40B4-BE49-F238E27FC236}">
                  <a16:creationId xmlns:a16="http://schemas.microsoft.com/office/drawing/2014/main" id="{5126D46F-5555-0DD2-BB6A-1AC29C1E979F}"/>
                </a:ext>
              </a:extLst>
            </p:cNvPr>
            <p:cNvSpPr/>
            <p:nvPr/>
          </p:nvSpPr>
          <p:spPr>
            <a:xfrm>
              <a:off x="1424429" y="2482015"/>
              <a:ext cx="112090" cy="34069"/>
            </a:xfrm>
            <a:custGeom>
              <a:avLst/>
              <a:gdLst/>
              <a:ahLst/>
              <a:cxnLst/>
              <a:rect l="l" t="t" r="r" b="b"/>
              <a:pathLst>
                <a:path w="1293" h="393" extrusionOk="0">
                  <a:moveTo>
                    <a:pt x="548" y="1"/>
                  </a:moveTo>
                  <a:cubicBezTo>
                    <a:pt x="517" y="1"/>
                    <a:pt x="485" y="3"/>
                    <a:pt x="452" y="7"/>
                  </a:cubicBezTo>
                  <a:cubicBezTo>
                    <a:pt x="0" y="69"/>
                    <a:pt x="27" y="384"/>
                    <a:pt x="615" y="392"/>
                  </a:cubicBezTo>
                  <a:cubicBezTo>
                    <a:pt x="623" y="393"/>
                    <a:pt x="630" y="393"/>
                    <a:pt x="637" y="393"/>
                  </a:cubicBezTo>
                  <a:cubicBezTo>
                    <a:pt x="1292" y="393"/>
                    <a:pt x="983" y="1"/>
                    <a:pt x="5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642;p34">
              <a:extLst>
                <a:ext uri="{FF2B5EF4-FFF2-40B4-BE49-F238E27FC236}">
                  <a16:creationId xmlns:a16="http://schemas.microsoft.com/office/drawing/2014/main" id="{2B0D5675-B355-CD94-A9FF-FBFECB92DEC2}"/>
                </a:ext>
              </a:extLst>
            </p:cNvPr>
            <p:cNvSpPr/>
            <p:nvPr/>
          </p:nvSpPr>
          <p:spPr>
            <a:xfrm>
              <a:off x="1249748" y="2497879"/>
              <a:ext cx="104375" cy="35370"/>
            </a:xfrm>
            <a:custGeom>
              <a:avLst/>
              <a:gdLst/>
              <a:ahLst/>
              <a:cxnLst/>
              <a:rect l="l" t="t" r="r" b="b"/>
              <a:pathLst>
                <a:path w="1204" h="408" extrusionOk="0">
                  <a:moveTo>
                    <a:pt x="604" y="0"/>
                  </a:moveTo>
                  <a:cubicBezTo>
                    <a:pt x="530" y="0"/>
                    <a:pt x="450" y="12"/>
                    <a:pt x="371" y="39"/>
                  </a:cubicBezTo>
                  <a:cubicBezTo>
                    <a:pt x="1" y="166"/>
                    <a:pt x="12" y="407"/>
                    <a:pt x="388" y="407"/>
                  </a:cubicBezTo>
                  <a:cubicBezTo>
                    <a:pt x="451" y="407"/>
                    <a:pt x="523" y="400"/>
                    <a:pt x="606" y="385"/>
                  </a:cubicBezTo>
                  <a:cubicBezTo>
                    <a:pt x="1203" y="276"/>
                    <a:pt x="967" y="0"/>
                    <a:pt x="6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643;p34">
              <a:extLst>
                <a:ext uri="{FF2B5EF4-FFF2-40B4-BE49-F238E27FC236}">
                  <a16:creationId xmlns:a16="http://schemas.microsoft.com/office/drawing/2014/main" id="{FABBBD83-90CC-804A-75C8-151D7B73E551}"/>
                </a:ext>
              </a:extLst>
            </p:cNvPr>
            <p:cNvSpPr/>
            <p:nvPr/>
          </p:nvSpPr>
          <p:spPr>
            <a:xfrm>
              <a:off x="1328463" y="2749797"/>
              <a:ext cx="101774" cy="54008"/>
            </a:xfrm>
            <a:custGeom>
              <a:avLst/>
              <a:gdLst/>
              <a:ahLst/>
              <a:cxnLst/>
              <a:rect l="l" t="t" r="r" b="b"/>
              <a:pathLst>
                <a:path w="1174" h="623" extrusionOk="0">
                  <a:moveTo>
                    <a:pt x="564" y="0"/>
                  </a:moveTo>
                  <a:cubicBezTo>
                    <a:pt x="446" y="0"/>
                    <a:pt x="314" y="8"/>
                    <a:pt x="168" y="26"/>
                  </a:cubicBezTo>
                  <a:cubicBezTo>
                    <a:pt x="60" y="40"/>
                    <a:pt x="1" y="165"/>
                    <a:pt x="62" y="254"/>
                  </a:cubicBezTo>
                  <a:cubicBezTo>
                    <a:pt x="247" y="527"/>
                    <a:pt x="425" y="622"/>
                    <a:pt x="584" y="622"/>
                  </a:cubicBezTo>
                  <a:cubicBezTo>
                    <a:pt x="810" y="622"/>
                    <a:pt x="997" y="429"/>
                    <a:pt x="1109" y="277"/>
                  </a:cubicBezTo>
                  <a:cubicBezTo>
                    <a:pt x="1174" y="189"/>
                    <a:pt x="1128" y="64"/>
                    <a:pt x="1020" y="42"/>
                  </a:cubicBezTo>
                  <a:cubicBezTo>
                    <a:pt x="911" y="20"/>
                    <a:pt x="758" y="0"/>
                    <a:pt x="564" y="0"/>
                  </a:cubicBezTo>
                  <a:close/>
                </a:path>
              </a:pathLst>
            </a:custGeom>
            <a:solidFill>
              <a:srgbClr val="FD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644;p34">
              <a:extLst>
                <a:ext uri="{FF2B5EF4-FFF2-40B4-BE49-F238E27FC236}">
                  <a16:creationId xmlns:a16="http://schemas.microsoft.com/office/drawing/2014/main" id="{E995E828-5A1C-B417-42F1-F369C0E0971C}"/>
                </a:ext>
              </a:extLst>
            </p:cNvPr>
            <p:cNvSpPr/>
            <p:nvPr/>
          </p:nvSpPr>
          <p:spPr>
            <a:xfrm>
              <a:off x="1407177" y="2581620"/>
              <a:ext cx="87904" cy="160290"/>
            </a:xfrm>
            <a:custGeom>
              <a:avLst/>
              <a:gdLst/>
              <a:ahLst/>
              <a:cxnLst/>
              <a:rect l="l" t="t" r="r" b="b"/>
              <a:pathLst>
                <a:path w="1014" h="1849" extrusionOk="0">
                  <a:moveTo>
                    <a:pt x="201" y="0"/>
                  </a:moveTo>
                  <a:lnTo>
                    <a:pt x="0" y="102"/>
                  </a:lnTo>
                  <a:cubicBezTo>
                    <a:pt x="185" y="465"/>
                    <a:pt x="399" y="699"/>
                    <a:pt x="603" y="896"/>
                  </a:cubicBezTo>
                  <a:cubicBezTo>
                    <a:pt x="763" y="1052"/>
                    <a:pt x="752" y="1249"/>
                    <a:pt x="689" y="1380"/>
                  </a:cubicBezTo>
                  <a:cubicBezTo>
                    <a:pt x="630" y="1502"/>
                    <a:pt x="502" y="1624"/>
                    <a:pt x="311" y="1624"/>
                  </a:cubicBezTo>
                  <a:cubicBezTo>
                    <a:pt x="292" y="1624"/>
                    <a:pt x="273" y="1623"/>
                    <a:pt x="253" y="1620"/>
                  </a:cubicBezTo>
                  <a:lnTo>
                    <a:pt x="226" y="1843"/>
                  </a:lnTo>
                  <a:cubicBezTo>
                    <a:pt x="253" y="1846"/>
                    <a:pt x="281" y="1848"/>
                    <a:pt x="308" y="1848"/>
                  </a:cubicBezTo>
                  <a:cubicBezTo>
                    <a:pt x="557" y="1848"/>
                    <a:pt x="781" y="1708"/>
                    <a:pt x="891" y="1477"/>
                  </a:cubicBezTo>
                  <a:cubicBezTo>
                    <a:pt x="1013" y="1222"/>
                    <a:pt x="961" y="932"/>
                    <a:pt x="760" y="735"/>
                  </a:cubicBezTo>
                  <a:cubicBezTo>
                    <a:pt x="570" y="551"/>
                    <a:pt x="370" y="334"/>
                    <a:pt x="2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645;p34">
              <a:extLst>
                <a:ext uri="{FF2B5EF4-FFF2-40B4-BE49-F238E27FC236}">
                  <a16:creationId xmlns:a16="http://schemas.microsoft.com/office/drawing/2014/main" id="{C3A0D0BF-22EE-CC47-9A63-27F954F86874}"/>
                </a:ext>
              </a:extLst>
            </p:cNvPr>
            <p:cNvSpPr/>
            <p:nvPr/>
          </p:nvSpPr>
          <p:spPr>
            <a:xfrm>
              <a:off x="1061544" y="2676805"/>
              <a:ext cx="82442" cy="72560"/>
            </a:xfrm>
            <a:custGeom>
              <a:avLst/>
              <a:gdLst/>
              <a:ahLst/>
              <a:cxnLst/>
              <a:rect l="l" t="t" r="r" b="b"/>
              <a:pathLst>
                <a:path w="951" h="837" extrusionOk="0">
                  <a:moveTo>
                    <a:pt x="142" y="1"/>
                  </a:moveTo>
                  <a:lnTo>
                    <a:pt x="0" y="175"/>
                  </a:lnTo>
                  <a:lnTo>
                    <a:pt x="807" y="836"/>
                  </a:lnTo>
                  <a:lnTo>
                    <a:pt x="950" y="663"/>
                  </a:lnTo>
                  <a:lnTo>
                    <a:pt x="1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646;p34">
              <a:extLst>
                <a:ext uri="{FF2B5EF4-FFF2-40B4-BE49-F238E27FC236}">
                  <a16:creationId xmlns:a16="http://schemas.microsoft.com/office/drawing/2014/main" id="{F2A92506-7ACC-9F4D-5B85-EA7951ADEFCD}"/>
                </a:ext>
              </a:extLst>
            </p:cNvPr>
            <p:cNvSpPr/>
            <p:nvPr/>
          </p:nvSpPr>
          <p:spPr>
            <a:xfrm>
              <a:off x="1309651" y="2611528"/>
              <a:ext cx="42912" cy="61463"/>
            </a:xfrm>
            <a:custGeom>
              <a:avLst/>
              <a:gdLst/>
              <a:ahLst/>
              <a:cxnLst/>
              <a:rect l="l" t="t" r="r" b="b"/>
              <a:pathLst>
                <a:path w="495" h="709" extrusionOk="0">
                  <a:moveTo>
                    <a:pt x="247" y="0"/>
                  </a:moveTo>
                  <a:cubicBezTo>
                    <a:pt x="110" y="0"/>
                    <a:pt x="1" y="159"/>
                    <a:pt x="1" y="355"/>
                  </a:cubicBezTo>
                  <a:cubicBezTo>
                    <a:pt x="1" y="550"/>
                    <a:pt x="110" y="708"/>
                    <a:pt x="247" y="708"/>
                  </a:cubicBezTo>
                  <a:cubicBezTo>
                    <a:pt x="384" y="708"/>
                    <a:pt x="494" y="550"/>
                    <a:pt x="494" y="355"/>
                  </a:cubicBezTo>
                  <a:cubicBezTo>
                    <a:pt x="494" y="159"/>
                    <a:pt x="384" y="0"/>
                    <a:pt x="2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647;p34">
              <a:extLst>
                <a:ext uri="{FF2B5EF4-FFF2-40B4-BE49-F238E27FC236}">
                  <a16:creationId xmlns:a16="http://schemas.microsoft.com/office/drawing/2014/main" id="{58057CFE-F71A-EF02-F3DB-9BA49A3DF103}"/>
                </a:ext>
              </a:extLst>
            </p:cNvPr>
            <p:cNvSpPr/>
            <p:nvPr/>
          </p:nvSpPr>
          <p:spPr>
            <a:xfrm>
              <a:off x="1125608" y="2384316"/>
              <a:ext cx="158383" cy="190198"/>
            </a:xfrm>
            <a:custGeom>
              <a:avLst/>
              <a:gdLst/>
              <a:ahLst/>
              <a:cxnLst/>
              <a:rect l="l" t="t" r="r" b="b"/>
              <a:pathLst>
                <a:path w="1827" h="2194" extrusionOk="0">
                  <a:moveTo>
                    <a:pt x="1490" y="1"/>
                  </a:moveTo>
                  <a:cubicBezTo>
                    <a:pt x="957" y="1"/>
                    <a:pt x="1" y="262"/>
                    <a:pt x="211" y="2194"/>
                  </a:cubicBezTo>
                  <a:cubicBezTo>
                    <a:pt x="1733" y="2142"/>
                    <a:pt x="1826" y="37"/>
                    <a:pt x="1826" y="37"/>
                  </a:cubicBezTo>
                  <a:cubicBezTo>
                    <a:pt x="1826" y="37"/>
                    <a:pt x="1687" y="1"/>
                    <a:pt x="1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648;p34">
              <a:extLst>
                <a:ext uri="{FF2B5EF4-FFF2-40B4-BE49-F238E27FC236}">
                  <a16:creationId xmlns:a16="http://schemas.microsoft.com/office/drawing/2014/main" id="{2D8B031F-C29D-26B7-C4FC-1A4B7365643E}"/>
                </a:ext>
              </a:extLst>
            </p:cNvPr>
            <p:cNvSpPr/>
            <p:nvPr/>
          </p:nvSpPr>
          <p:spPr>
            <a:xfrm>
              <a:off x="1283904" y="2365071"/>
              <a:ext cx="263104" cy="192538"/>
            </a:xfrm>
            <a:custGeom>
              <a:avLst/>
              <a:gdLst/>
              <a:ahLst/>
              <a:cxnLst/>
              <a:rect l="l" t="t" r="r" b="b"/>
              <a:pathLst>
                <a:path w="3035" h="2221" extrusionOk="0">
                  <a:moveTo>
                    <a:pt x="1039" y="0"/>
                  </a:moveTo>
                  <a:cubicBezTo>
                    <a:pt x="667" y="0"/>
                    <a:pt x="301" y="97"/>
                    <a:pt x="0" y="259"/>
                  </a:cubicBezTo>
                  <a:cubicBezTo>
                    <a:pt x="1179" y="374"/>
                    <a:pt x="2537" y="1362"/>
                    <a:pt x="3034" y="2220"/>
                  </a:cubicBezTo>
                  <a:cubicBezTo>
                    <a:pt x="2896" y="580"/>
                    <a:pt x="1948" y="0"/>
                    <a:pt x="1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649;p34">
              <a:extLst>
                <a:ext uri="{FF2B5EF4-FFF2-40B4-BE49-F238E27FC236}">
                  <a16:creationId xmlns:a16="http://schemas.microsoft.com/office/drawing/2014/main" id="{0468F2D1-282C-2447-050A-A4EF06D68E94}"/>
                </a:ext>
              </a:extLst>
            </p:cNvPr>
            <p:cNvSpPr/>
            <p:nvPr/>
          </p:nvSpPr>
          <p:spPr>
            <a:xfrm>
              <a:off x="893498" y="3426058"/>
              <a:ext cx="692220" cy="87"/>
            </a:xfrm>
            <a:custGeom>
              <a:avLst/>
              <a:gdLst/>
              <a:ahLst/>
              <a:cxnLst/>
              <a:rect l="l" t="t" r="r" b="b"/>
              <a:pathLst>
                <a:path w="7985" h="1" fill="none" extrusionOk="0">
                  <a:moveTo>
                    <a:pt x="0" y="0"/>
                  </a:moveTo>
                  <a:lnTo>
                    <a:pt x="7984" y="0"/>
                  </a:lnTo>
                </a:path>
              </a:pathLst>
            </a:custGeom>
            <a:noFill/>
            <a:ln w="2857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650;p34">
              <a:extLst>
                <a:ext uri="{FF2B5EF4-FFF2-40B4-BE49-F238E27FC236}">
                  <a16:creationId xmlns:a16="http://schemas.microsoft.com/office/drawing/2014/main" id="{CF99FDF7-5BF1-3C15-3B95-3B7A664A3535}"/>
                </a:ext>
              </a:extLst>
            </p:cNvPr>
            <p:cNvSpPr/>
            <p:nvPr/>
          </p:nvSpPr>
          <p:spPr>
            <a:xfrm>
              <a:off x="893498" y="3540227"/>
              <a:ext cx="692220" cy="87"/>
            </a:xfrm>
            <a:custGeom>
              <a:avLst/>
              <a:gdLst/>
              <a:ahLst/>
              <a:cxnLst/>
              <a:rect l="l" t="t" r="r" b="b"/>
              <a:pathLst>
                <a:path w="7985" h="1" fill="none" extrusionOk="0">
                  <a:moveTo>
                    <a:pt x="0" y="0"/>
                  </a:moveTo>
                  <a:lnTo>
                    <a:pt x="7984" y="0"/>
                  </a:lnTo>
                </a:path>
              </a:pathLst>
            </a:custGeom>
            <a:noFill/>
            <a:ln w="2857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651;p34">
              <a:extLst>
                <a:ext uri="{FF2B5EF4-FFF2-40B4-BE49-F238E27FC236}">
                  <a16:creationId xmlns:a16="http://schemas.microsoft.com/office/drawing/2014/main" id="{ACE8B192-3468-77D3-43EE-A1EDE3E0A53B}"/>
                </a:ext>
              </a:extLst>
            </p:cNvPr>
            <p:cNvSpPr/>
            <p:nvPr/>
          </p:nvSpPr>
          <p:spPr>
            <a:xfrm>
              <a:off x="893498" y="3654223"/>
              <a:ext cx="692220" cy="87"/>
            </a:xfrm>
            <a:custGeom>
              <a:avLst/>
              <a:gdLst/>
              <a:ahLst/>
              <a:cxnLst/>
              <a:rect l="l" t="t" r="r" b="b"/>
              <a:pathLst>
                <a:path w="7985" h="1" fill="none" extrusionOk="0">
                  <a:moveTo>
                    <a:pt x="0" y="1"/>
                  </a:moveTo>
                  <a:lnTo>
                    <a:pt x="7984" y="1"/>
                  </a:lnTo>
                </a:path>
              </a:pathLst>
            </a:custGeom>
            <a:noFill/>
            <a:ln w="2857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652;p34">
              <a:extLst>
                <a:ext uri="{FF2B5EF4-FFF2-40B4-BE49-F238E27FC236}">
                  <a16:creationId xmlns:a16="http://schemas.microsoft.com/office/drawing/2014/main" id="{85B42D5D-E2DB-AECF-D25F-DE9FD30022AC}"/>
                </a:ext>
              </a:extLst>
            </p:cNvPr>
            <p:cNvSpPr/>
            <p:nvPr/>
          </p:nvSpPr>
          <p:spPr>
            <a:xfrm>
              <a:off x="1516453" y="3287442"/>
              <a:ext cx="618707" cy="1030051"/>
            </a:xfrm>
            <a:custGeom>
              <a:avLst/>
              <a:gdLst/>
              <a:ahLst/>
              <a:cxnLst/>
              <a:rect l="l" t="t" r="r" b="b"/>
              <a:pathLst>
                <a:path w="7137" h="11882" extrusionOk="0">
                  <a:moveTo>
                    <a:pt x="986" y="1"/>
                  </a:moveTo>
                  <a:cubicBezTo>
                    <a:pt x="932" y="1"/>
                    <a:pt x="877" y="14"/>
                    <a:pt x="826" y="41"/>
                  </a:cubicBezTo>
                  <a:lnTo>
                    <a:pt x="230" y="357"/>
                  </a:lnTo>
                  <a:cubicBezTo>
                    <a:pt x="63" y="445"/>
                    <a:pt x="0" y="650"/>
                    <a:pt x="89" y="816"/>
                  </a:cubicBezTo>
                  <a:lnTo>
                    <a:pt x="5850" y="11701"/>
                  </a:lnTo>
                  <a:cubicBezTo>
                    <a:pt x="5911" y="11816"/>
                    <a:pt x="6029" y="11882"/>
                    <a:pt x="6151" y="11882"/>
                  </a:cubicBezTo>
                  <a:cubicBezTo>
                    <a:pt x="6205" y="11882"/>
                    <a:pt x="6260" y="11869"/>
                    <a:pt x="6311" y="11842"/>
                  </a:cubicBezTo>
                  <a:lnTo>
                    <a:pt x="6906" y="11527"/>
                  </a:lnTo>
                  <a:cubicBezTo>
                    <a:pt x="7073" y="11439"/>
                    <a:pt x="7136" y="11233"/>
                    <a:pt x="7048" y="11067"/>
                  </a:cubicBezTo>
                  <a:lnTo>
                    <a:pt x="1287" y="182"/>
                  </a:lnTo>
                  <a:cubicBezTo>
                    <a:pt x="1226" y="67"/>
                    <a:pt x="1108" y="1"/>
                    <a:pt x="9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653;p34">
              <a:extLst>
                <a:ext uri="{FF2B5EF4-FFF2-40B4-BE49-F238E27FC236}">
                  <a16:creationId xmlns:a16="http://schemas.microsoft.com/office/drawing/2014/main" id="{209159F4-FCDD-3360-5AD0-99E0EDBF989C}"/>
                </a:ext>
              </a:extLst>
            </p:cNvPr>
            <p:cNvSpPr/>
            <p:nvPr/>
          </p:nvSpPr>
          <p:spPr>
            <a:xfrm>
              <a:off x="1070779" y="3766659"/>
              <a:ext cx="337571" cy="87"/>
            </a:xfrm>
            <a:custGeom>
              <a:avLst/>
              <a:gdLst/>
              <a:ahLst/>
              <a:cxnLst/>
              <a:rect l="l" t="t" r="r" b="b"/>
              <a:pathLst>
                <a:path w="3894" h="1" fill="none" extrusionOk="0">
                  <a:moveTo>
                    <a:pt x="1" y="0"/>
                  </a:moveTo>
                  <a:lnTo>
                    <a:pt x="3893" y="0"/>
                  </a:lnTo>
                </a:path>
              </a:pathLst>
            </a:custGeom>
            <a:noFill/>
            <a:ln w="2857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654;p34">
              <a:extLst>
                <a:ext uri="{FF2B5EF4-FFF2-40B4-BE49-F238E27FC236}">
                  <a16:creationId xmlns:a16="http://schemas.microsoft.com/office/drawing/2014/main" id="{5AEAD100-37B1-A74A-4675-6D09E22AC484}"/>
                </a:ext>
              </a:extLst>
            </p:cNvPr>
            <p:cNvSpPr/>
            <p:nvPr/>
          </p:nvSpPr>
          <p:spPr>
            <a:xfrm>
              <a:off x="624152" y="2193774"/>
              <a:ext cx="1369008" cy="1241661"/>
            </a:xfrm>
            <a:custGeom>
              <a:avLst/>
              <a:gdLst/>
              <a:ahLst/>
              <a:cxnLst/>
              <a:rect l="l" t="t" r="r" b="b"/>
              <a:pathLst>
                <a:path w="15792" h="14323" extrusionOk="0">
                  <a:moveTo>
                    <a:pt x="8108" y="195"/>
                  </a:moveTo>
                  <a:cubicBezTo>
                    <a:pt x="9825" y="195"/>
                    <a:pt x="11542" y="850"/>
                    <a:pt x="12852" y="2160"/>
                  </a:cubicBezTo>
                  <a:cubicBezTo>
                    <a:pt x="15473" y="4782"/>
                    <a:pt x="15473" y="9031"/>
                    <a:pt x="12852" y="11652"/>
                  </a:cubicBezTo>
                  <a:cubicBezTo>
                    <a:pt x="11542" y="12962"/>
                    <a:pt x="9825" y="13616"/>
                    <a:pt x="8108" y="13616"/>
                  </a:cubicBezTo>
                  <a:cubicBezTo>
                    <a:pt x="6390" y="13616"/>
                    <a:pt x="4672" y="12961"/>
                    <a:pt x="3361" y="11651"/>
                  </a:cubicBezTo>
                  <a:cubicBezTo>
                    <a:pt x="741" y="9031"/>
                    <a:pt x="741" y="4782"/>
                    <a:pt x="3361" y="2162"/>
                  </a:cubicBezTo>
                  <a:cubicBezTo>
                    <a:pt x="4672" y="851"/>
                    <a:pt x="6390" y="195"/>
                    <a:pt x="8108" y="195"/>
                  </a:cubicBezTo>
                  <a:close/>
                  <a:moveTo>
                    <a:pt x="8279" y="0"/>
                  </a:moveTo>
                  <a:cubicBezTo>
                    <a:pt x="6274" y="0"/>
                    <a:pt x="4231" y="794"/>
                    <a:pt x="2758" y="2267"/>
                  </a:cubicBezTo>
                  <a:cubicBezTo>
                    <a:pt x="0" y="5024"/>
                    <a:pt x="0" y="9496"/>
                    <a:pt x="2758" y="12254"/>
                  </a:cubicBezTo>
                  <a:cubicBezTo>
                    <a:pt x="4137" y="13633"/>
                    <a:pt x="5944" y="14323"/>
                    <a:pt x="7752" y="14323"/>
                  </a:cubicBezTo>
                  <a:cubicBezTo>
                    <a:pt x="9559" y="14323"/>
                    <a:pt x="11367" y="13633"/>
                    <a:pt x="12746" y="12254"/>
                  </a:cubicBezTo>
                  <a:cubicBezTo>
                    <a:pt x="15504" y="9495"/>
                    <a:pt x="15791" y="4648"/>
                    <a:pt x="13033" y="1889"/>
                  </a:cubicBezTo>
                  <a:cubicBezTo>
                    <a:pt x="11748" y="605"/>
                    <a:pt x="10028" y="0"/>
                    <a:pt x="82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655;p34">
              <a:extLst>
                <a:ext uri="{FF2B5EF4-FFF2-40B4-BE49-F238E27FC236}">
                  <a16:creationId xmlns:a16="http://schemas.microsoft.com/office/drawing/2014/main" id="{48CFD682-947A-EBB0-B294-252E03A59658}"/>
                </a:ext>
              </a:extLst>
            </p:cNvPr>
            <p:cNvSpPr/>
            <p:nvPr/>
          </p:nvSpPr>
          <p:spPr>
            <a:xfrm>
              <a:off x="639236" y="2140894"/>
              <a:ext cx="1383486" cy="1260473"/>
            </a:xfrm>
            <a:custGeom>
              <a:avLst/>
              <a:gdLst/>
              <a:ahLst/>
              <a:cxnLst/>
              <a:rect l="l" t="t" r="r" b="b"/>
              <a:pathLst>
                <a:path w="15959" h="14540" extrusionOk="0">
                  <a:moveTo>
                    <a:pt x="7980" y="619"/>
                  </a:moveTo>
                  <a:cubicBezTo>
                    <a:pt x="9683" y="619"/>
                    <a:pt x="11385" y="1268"/>
                    <a:pt x="12682" y="2567"/>
                  </a:cubicBezTo>
                  <a:cubicBezTo>
                    <a:pt x="15281" y="5164"/>
                    <a:pt x="15281" y="9376"/>
                    <a:pt x="12682" y="11974"/>
                  </a:cubicBezTo>
                  <a:cubicBezTo>
                    <a:pt x="11385" y="13272"/>
                    <a:pt x="9683" y="13921"/>
                    <a:pt x="7980" y="13921"/>
                  </a:cubicBezTo>
                  <a:cubicBezTo>
                    <a:pt x="6278" y="13921"/>
                    <a:pt x="4575" y="13272"/>
                    <a:pt x="3276" y="11973"/>
                  </a:cubicBezTo>
                  <a:cubicBezTo>
                    <a:pt x="680" y="9376"/>
                    <a:pt x="680" y="5164"/>
                    <a:pt x="3276" y="2568"/>
                  </a:cubicBezTo>
                  <a:cubicBezTo>
                    <a:pt x="4575" y="1269"/>
                    <a:pt x="6278" y="619"/>
                    <a:pt x="7980" y="619"/>
                  </a:cubicBezTo>
                  <a:close/>
                  <a:moveTo>
                    <a:pt x="7979" y="1"/>
                  </a:moveTo>
                  <a:cubicBezTo>
                    <a:pt x="6119" y="1"/>
                    <a:pt x="4258" y="711"/>
                    <a:pt x="2839" y="2130"/>
                  </a:cubicBezTo>
                  <a:cubicBezTo>
                    <a:pt x="0" y="4969"/>
                    <a:pt x="0" y="9572"/>
                    <a:pt x="2839" y="12411"/>
                  </a:cubicBezTo>
                  <a:cubicBezTo>
                    <a:pt x="4258" y="13830"/>
                    <a:pt x="6119" y="14539"/>
                    <a:pt x="7979" y="14539"/>
                  </a:cubicBezTo>
                  <a:cubicBezTo>
                    <a:pt x="9839" y="14539"/>
                    <a:pt x="11700" y="13830"/>
                    <a:pt x="13119" y="12411"/>
                  </a:cubicBezTo>
                  <a:cubicBezTo>
                    <a:pt x="15959" y="9571"/>
                    <a:pt x="15959" y="4970"/>
                    <a:pt x="13119" y="2130"/>
                  </a:cubicBezTo>
                  <a:cubicBezTo>
                    <a:pt x="11700" y="711"/>
                    <a:pt x="9839" y="1"/>
                    <a:pt x="7979" y="1"/>
                  </a:cubicBezTo>
                  <a:close/>
                </a:path>
              </a:pathLst>
            </a:custGeom>
            <a:solidFill>
              <a:srgbClr val="D5D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656;p34">
              <a:extLst>
                <a:ext uri="{FF2B5EF4-FFF2-40B4-BE49-F238E27FC236}">
                  <a16:creationId xmlns:a16="http://schemas.microsoft.com/office/drawing/2014/main" id="{20482306-30A3-58FC-0ED5-3D4E457A5933}"/>
                </a:ext>
              </a:extLst>
            </p:cNvPr>
            <p:cNvSpPr/>
            <p:nvPr/>
          </p:nvSpPr>
          <p:spPr>
            <a:xfrm>
              <a:off x="1462705" y="3299492"/>
              <a:ext cx="265792" cy="178321"/>
            </a:xfrm>
            <a:custGeom>
              <a:avLst/>
              <a:gdLst/>
              <a:ahLst/>
              <a:cxnLst/>
              <a:rect l="l" t="t" r="r" b="b"/>
              <a:pathLst>
                <a:path w="3066" h="2057" extrusionOk="0">
                  <a:moveTo>
                    <a:pt x="2486" y="0"/>
                  </a:moveTo>
                  <a:cubicBezTo>
                    <a:pt x="2426" y="0"/>
                    <a:pt x="2365" y="14"/>
                    <a:pt x="2308" y="43"/>
                  </a:cubicBezTo>
                  <a:lnTo>
                    <a:pt x="280" y="1053"/>
                  </a:lnTo>
                  <a:cubicBezTo>
                    <a:pt x="82" y="1153"/>
                    <a:pt x="1" y="1394"/>
                    <a:pt x="100" y="1592"/>
                  </a:cubicBezTo>
                  <a:lnTo>
                    <a:pt x="220" y="1834"/>
                  </a:lnTo>
                  <a:cubicBezTo>
                    <a:pt x="291" y="1974"/>
                    <a:pt x="433" y="2056"/>
                    <a:pt x="580" y="2056"/>
                  </a:cubicBezTo>
                  <a:cubicBezTo>
                    <a:pt x="640" y="2056"/>
                    <a:pt x="701" y="2042"/>
                    <a:pt x="759" y="2014"/>
                  </a:cubicBezTo>
                  <a:lnTo>
                    <a:pt x="2786" y="1003"/>
                  </a:lnTo>
                  <a:cubicBezTo>
                    <a:pt x="2985" y="905"/>
                    <a:pt x="3066" y="663"/>
                    <a:pt x="2966" y="465"/>
                  </a:cubicBezTo>
                  <a:lnTo>
                    <a:pt x="2846" y="223"/>
                  </a:lnTo>
                  <a:cubicBezTo>
                    <a:pt x="2776" y="82"/>
                    <a:pt x="2634" y="0"/>
                    <a:pt x="24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88915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1458;p32">
            <a:extLst>
              <a:ext uri="{FF2B5EF4-FFF2-40B4-BE49-F238E27FC236}">
                <a16:creationId xmlns:a16="http://schemas.microsoft.com/office/drawing/2014/main" id="{A0961D46-5F92-323C-7AAB-FF0BB3FE5C03}"/>
              </a:ext>
            </a:extLst>
          </p:cNvPr>
          <p:cNvGrpSpPr/>
          <p:nvPr/>
        </p:nvGrpSpPr>
        <p:grpSpPr>
          <a:xfrm flipH="1">
            <a:off x="6675119" y="1645921"/>
            <a:ext cx="2369719" cy="3295616"/>
            <a:chOff x="769519" y="1762097"/>
            <a:chExt cx="2160126" cy="2981319"/>
          </a:xfrm>
        </p:grpSpPr>
        <p:grpSp>
          <p:nvGrpSpPr>
            <p:cNvPr id="4" name="Google Shape;1459;p32">
              <a:extLst>
                <a:ext uri="{FF2B5EF4-FFF2-40B4-BE49-F238E27FC236}">
                  <a16:creationId xmlns:a16="http://schemas.microsoft.com/office/drawing/2014/main" id="{B593DC93-8DF5-B039-C373-0FEA6D6F881B}"/>
                </a:ext>
              </a:extLst>
            </p:cNvPr>
            <p:cNvGrpSpPr/>
            <p:nvPr/>
          </p:nvGrpSpPr>
          <p:grpSpPr>
            <a:xfrm>
              <a:off x="1211249" y="1762097"/>
              <a:ext cx="1718396" cy="2981319"/>
              <a:chOff x="457199" y="1762084"/>
              <a:chExt cx="1718396" cy="2981319"/>
            </a:xfrm>
          </p:grpSpPr>
          <p:sp>
            <p:nvSpPr>
              <p:cNvPr id="17" name="Google Shape;1460;p32">
                <a:extLst>
                  <a:ext uri="{FF2B5EF4-FFF2-40B4-BE49-F238E27FC236}">
                    <a16:creationId xmlns:a16="http://schemas.microsoft.com/office/drawing/2014/main" id="{7B680E77-F475-8A14-AB72-984D6A4B6868}"/>
                  </a:ext>
                </a:extLst>
              </p:cNvPr>
              <p:cNvSpPr/>
              <p:nvPr/>
            </p:nvSpPr>
            <p:spPr>
              <a:xfrm>
                <a:off x="1862446" y="2097257"/>
                <a:ext cx="234906" cy="212158"/>
              </a:xfrm>
              <a:custGeom>
                <a:avLst/>
                <a:gdLst/>
                <a:ahLst/>
                <a:cxnLst/>
                <a:rect l="l" t="t" r="r" b="b"/>
                <a:pathLst>
                  <a:path w="2654" h="2397" extrusionOk="0">
                    <a:moveTo>
                      <a:pt x="20" y="1451"/>
                    </a:moveTo>
                    <a:lnTo>
                      <a:pt x="1" y="2256"/>
                    </a:lnTo>
                    <a:cubicBezTo>
                      <a:pt x="1473" y="2396"/>
                      <a:pt x="2137" y="1483"/>
                      <a:pt x="2654" y="1193"/>
                    </a:cubicBezTo>
                    <a:lnTo>
                      <a:pt x="1370" y="0"/>
                    </a:ln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461;p32">
                <a:extLst>
                  <a:ext uri="{FF2B5EF4-FFF2-40B4-BE49-F238E27FC236}">
                    <a16:creationId xmlns:a16="http://schemas.microsoft.com/office/drawing/2014/main" id="{37F55121-150F-D1C7-C23B-FF8553C98649}"/>
                  </a:ext>
                </a:extLst>
              </p:cNvPr>
              <p:cNvSpPr/>
              <p:nvPr/>
            </p:nvSpPr>
            <p:spPr>
              <a:xfrm>
                <a:off x="2039467" y="2128767"/>
                <a:ext cx="101698" cy="67002"/>
              </a:xfrm>
              <a:custGeom>
                <a:avLst/>
                <a:gdLst/>
                <a:ahLst/>
                <a:cxnLst/>
                <a:rect l="l" t="t" r="r" b="b"/>
                <a:pathLst>
                  <a:path w="1149" h="757" extrusionOk="0">
                    <a:moveTo>
                      <a:pt x="69" y="136"/>
                    </a:moveTo>
                    <a:cubicBezTo>
                      <a:pt x="48" y="163"/>
                      <a:pt x="31" y="195"/>
                      <a:pt x="22" y="231"/>
                    </a:cubicBezTo>
                    <a:cubicBezTo>
                      <a:pt x="20" y="241"/>
                      <a:pt x="17" y="250"/>
                      <a:pt x="16" y="259"/>
                    </a:cubicBezTo>
                    <a:cubicBezTo>
                      <a:pt x="0" y="359"/>
                      <a:pt x="39" y="457"/>
                      <a:pt x="113" y="519"/>
                    </a:cubicBezTo>
                    <a:cubicBezTo>
                      <a:pt x="142" y="543"/>
                      <a:pt x="175" y="561"/>
                      <a:pt x="213" y="573"/>
                    </a:cubicBezTo>
                    <a:lnTo>
                      <a:pt x="445" y="643"/>
                    </a:lnTo>
                    <a:lnTo>
                      <a:pt x="774" y="742"/>
                    </a:lnTo>
                    <a:cubicBezTo>
                      <a:pt x="822" y="757"/>
                      <a:pt x="869" y="757"/>
                      <a:pt x="913" y="746"/>
                    </a:cubicBezTo>
                    <a:cubicBezTo>
                      <a:pt x="976" y="733"/>
                      <a:pt x="1031" y="697"/>
                      <a:pt x="1070" y="645"/>
                    </a:cubicBezTo>
                    <a:cubicBezTo>
                      <a:pt x="1091" y="617"/>
                      <a:pt x="1107" y="585"/>
                      <a:pt x="1116" y="550"/>
                    </a:cubicBezTo>
                    <a:cubicBezTo>
                      <a:pt x="1149" y="419"/>
                      <a:pt x="1082" y="287"/>
                      <a:pt x="961" y="234"/>
                    </a:cubicBezTo>
                    <a:lnTo>
                      <a:pt x="960" y="233"/>
                    </a:lnTo>
                    <a:cubicBezTo>
                      <a:pt x="955" y="231"/>
                      <a:pt x="947" y="228"/>
                      <a:pt x="940" y="226"/>
                    </a:cubicBezTo>
                    <a:lnTo>
                      <a:pt x="383" y="38"/>
                    </a:lnTo>
                    <a:cubicBezTo>
                      <a:pt x="377" y="35"/>
                      <a:pt x="372" y="34"/>
                      <a:pt x="366" y="33"/>
                    </a:cubicBezTo>
                    <a:cubicBezTo>
                      <a:pt x="252" y="1"/>
                      <a:pt x="135" y="46"/>
                      <a:pt x="69" y="136"/>
                    </a:cubicBez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462;p32">
                <a:extLst>
                  <a:ext uri="{FF2B5EF4-FFF2-40B4-BE49-F238E27FC236}">
                    <a16:creationId xmlns:a16="http://schemas.microsoft.com/office/drawing/2014/main" id="{40FD5F2F-D136-A162-9085-91EAF8617E46}"/>
                  </a:ext>
                </a:extLst>
              </p:cNvPr>
              <p:cNvSpPr/>
              <p:nvPr/>
            </p:nvSpPr>
            <p:spPr>
              <a:xfrm>
                <a:off x="1962817" y="2006091"/>
                <a:ext cx="212778" cy="173303"/>
              </a:xfrm>
              <a:custGeom>
                <a:avLst/>
                <a:gdLst/>
                <a:ahLst/>
                <a:cxnLst/>
                <a:rect l="l" t="t" r="r" b="b"/>
                <a:pathLst>
                  <a:path w="2404" h="1958" extrusionOk="0">
                    <a:moveTo>
                      <a:pt x="2382" y="216"/>
                    </a:moveTo>
                    <a:cubicBezTo>
                      <a:pt x="2356" y="83"/>
                      <a:pt x="2218" y="0"/>
                      <a:pt x="2088" y="40"/>
                    </a:cubicBezTo>
                    <a:lnTo>
                      <a:pt x="960" y="379"/>
                    </a:lnTo>
                    <a:lnTo>
                      <a:pt x="1" y="1101"/>
                    </a:lnTo>
                    <a:lnTo>
                      <a:pt x="536" y="1957"/>
                    </a:lnTo>
                    <a:lnTo>
                      <a:pt x="1457" y="805"/>
                    </a:lnTo>
                    <a:lnTo>
                      <a:pt x="2244" y="476"/>
                    </a:lnTo>
                    <a:cubicBezTo>
                      <a:pt x="2346" y="434"/>
                      <a:pt x="2404" y="325"/>
                      <a:pt x="2382" y="216"/>
                    </a:cubicBez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463;p32">
                <a:extLst>
                  <a:ext uri="{FF2B5EF4-FFF2-40B4-BE49-F238E27FC236}">
                    <a16:creationId xmlns:a16="http://schemas.microsoft.com/office/drawing/2014/main" id="{34C5644E-8A69-31CD-84AD-91CBD5BDDB43}"/>
                  </a:ext>
                </a:extLst>
              </p:cNvPr>
              <p:cNvSpPr/>
              <p:nvPr/>
            </p:nvSpPr>
            <p:spPr>
              <a:xfrm>
                <a:off x="1962817" y="2075218"/>
                <a:ext cx="117099" cy="106123"/>
              </a:xfrm>
              <a:custGeom>
                <a:avLst/>
                <a:gdLst/>
                <a:ahLst/>
                <a:cxnLst/>
                <a:rect l="l" t="t" r="r" b="b"/>
                <a:pathLst>
                  <a:path w="1323" h="1199" extrusionOk="0">
                    <a:moveTo>
                      <a:pt x="1" y="320"/>
                    </a:moveTo>
                    <a:lnTo>
                      <a:pt x="197" y="172"/>
                    </a:lnTo>
                    <a:lnTo>
                      <a:pt x="1088" y="0"/>
                    </a:lnTo>
                    <a:lnTo>
                      <a:pt x="1322" y="192"/>
                    </a:lnTo>
                    <a:lnTo>
                      <a:pt x="485" y="1198"/>
                    </a:ln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464;p32">
                <a:extLst>
                  <a:ext uri="{FF2B5EF4-FFF2-40B4-BE49-F238E27FC236}">
                    <a16:creationId xmlns:a16="http://schemas.microsoft.com/office/drawing/2014/main" id="{21C5673D-8057-7488-9788-00839E7A3632}"/>
                  </a:ext>
                </a:extLst>
              </p:cNvPr>
              <p:cNvSpPr/>
              <p:nvPr/>
            </p:nvSpPr>
            <p:spPr>
              <a:xfrm>
                <a:off x="2035307" y="2193202"/>
                <a:ext cx="100193" cy="63285"/>
              </a:xfrm>
              <a:custGeom>
                <a:avLst/>
                <a:gdLst/>
                <a:ahLst/>
                <a:cxnLst/>
                <a:rect l="l" t="t" r="r" b="b"/>
                <a:pathLst>
                  <a:path w="1132" h="715" extrusionOk="0">
                    <a:moveTo>
                      <a:pt x="1119" y="351"/>
                    </a:moveTo>
                    <a:cubicBezTo>
                      <a:pt x="1094" y="445"/>
                      <a:pt x="1020" y="521"/>
                      <a:pt x="919" y="545"/>
                    </a:cubicBezTo>
                    <a:lnTo>
                      <a:pt x="347" y="680"/>
                    </a:lnTo>
                    <a:cubicBezTo>
                      <a:pt x="199" y="714"/>
                      <a:pt x="51" y="625"/>
                      <a:pt x="10" y="479"/>
                    </a:cubicBezTo>
                    <a:cubicBezTo>
                      <a:pt x="0" y="438"/>
                      <a:pt x="0" y="394"/>
                      <a:pt x="7" y="354"/>
                    </a:cubicBezTo>
                    <a:cubicBezTo>
                      <a:pt x="8" y="346"/>
                      <a:pt x="9" y="340"/>
                      <a:pt x="12" y="334"/>
                    </a:cubicBezTo>
                    <a:cubicBezTo>
                      <a:pt x="13" y="328"/>
                      <a:pt x="15" y="321"/>
                      <a:pt x="17" y="316"/>
                    </a:cubicBezTo>
                    <a:cubicBezTo>
                      <a:pt x="48" y="224"/>
                      <a:pt x="126" y="151"/>
                      <a:pt x="228" y="131"/>
                    </a:cubicBezTo>
                    <a:lnTo>
                      <a:pt x="804" y="16"/>
                    </a:lnTo>
                    <a:cubicBezTo>
                      <a:pt x="886" y="0"/>
                      <a:pt x="968" y="23"/>
                      <a:pt x="1029" y="73"/>
                    </a:cubicBezTo>
                    <a:cubicBezTo>
                      <a:pt x="1037" y="80"/>
                      <a:pt x="1046" y="88"/>
                      <a:pt x="1054" y="97"/>
                    </a:cubicBezTo>
                    <a:cubicBezTo>
                      <a:pt x="1084" y="126"/>
                      <a:pt x="1107" y="163"/>
                      <a:pt x="1118" y="207"/>
                    </a:cubicBezTo>
                    <a:cubicBezTo>
                      <a:pt x="1132" y="257"/>
                      <a:pt x="1132" y="306"/>
                      <a:pt x="1119" y="351"/>
                    </a:cubicBez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465;p32">
                <a:extLst>
                  <a:ext uri="{FF2B5EF4-FFF2-40B4-BE49-F238E27FC236}">
                    <a16:creationId xmlns:a16="http://schemas.microsoft.com/office/drawing/2014/main" id="{F700560E-47A2-F96A-1B2E-1CFE116B366F}"/>
                  </a:ext>
                </a:extLst>
              </p:cNvPr>
              <p:cNvSpPr/>
              <p:nvPr/>
            </p:nvSpPr>
            <p:spPr>
              <a:xfrm>
                <a:off x="2033449" y="2193202"/>
                <a:ext cx="93024" cy="43635"/>
              </a:xfrm>
              <a:custGeom>
                <a:avLst/>
                <a:gdLst/>
                <a:ahLst/>
                <a:cxnLst/>
                <a:rect l="l" t="t" r="r" b="b"/>
                <a:pathLst>
                  <a:path w="1051" h="493" extrusionOk="0">
                    <a:moveTo>
                      <a:pt x="1050" y="73"/>
                    </a:moveTo>
                    <a:cubicBezTo>
                      <a:pt x="1024" y="118"/>
                      <a:pt x="984" y="155"/>
                      <a:pt x="932" y="179"/>
                    </a:cubicBezTo>
                    <a:lnTo>
                      <a:pt x="401" y="430"/>
                    </a:lnTo>
                    <a:cubicBezTo>
                      <a:pt x="268" y="493"/>
                      <a:pt x="69" y="468"/>
                      <a:pt x="1" y="282"/>
                    </a:cubicBezTo>
                    <a:cubicBezTo>
                      <a:pt x="31" y="191"/>
                      <a:pt x="147" y="151"/>
                      <a:pt x="249" y="131"/>
                    </a:cubicBezTo>
                    <a:lnTo>
                      <a:pt x="825" y="16"/>
                    </a:lnTo>
                    <a:cubicBezTo>
                      <a:pt x="907" y="0"/>
                      <a:pt x="989" y="23"/>
                      <a:pt x="1050" y="73"/>
                    </a:cubicBez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466;p32">
                <a:extLst>
                  <a:ext uri="{FF2B5EF4-FFF2-40B4-BE49-F238E27FC236}">
                    <a16:creationId xmlns:a16="http://schemas.microsoft.com/office/drawing/2014/main" id="{EF441CA5-74F1-02D1-1294-CBB78CB065AE}"/>
                  </a:ext>
                </a:extLst>
              </p:cNvPr>
              <p:cNvSpPr/>
              <p:nvPr/>
            </p:nvSpPr>
            <p:spPr>
              <a:xfrm>
                <a:off x="2020880" y="2153461"/>
                <a:ext cx="81872" cy="69569"/>
              </a:xfrm>
              <a:custGeom>
                <a:avLst/>
                <a:gdLst/>
                <a:ahLst/>
                <a:cxnLst/>
                <a:rect l="l" t="t" r="r" b="b"/>
                <a:pathLst>
                  <a:path w="925" h="786" extrusionOk="0">
                    <a:moveTo>
                      <a:pt x="912" y="330"/>
                    </a:moveTo>
                    <a:cubicBezTo>
                      <a:pt x="897" y="406"/>
                      <a:pt x="853" y="474"/>
                      <a:pt x="781" y="515"/>
                    </a:cubicBezTo>
                    <a:lnTo>
                      <a:pt x="425" y="710"/>
                    </a:lnTo>
                    <a:cubicBezTo>
                      <a:pt x="295" y="785"/>
                      <a:pt x="127" y="742"/>
                      <a:pt x="48" y="614"/>
                    </a:cubicBezTo>
                    <a:cubicBezTo>
                      <a:pt x="13" y="556"/>
                      <a:pt x="1" y="494"/>
                      <a:pt x="9" y="433"/>
                    </a:cubicBezTo>
                    <a:cubicBezTo>
                      <a:pt x="9" y="427"/>
                      <a:pt x="10" y="420"/>
                      <a:pt x="11" y="415"/>
                    </a:cubicBezTo>
                    <a:cubicBezTo>
                      <a:pt x="27" y="332"/>
                      <a:pt x="76" y="260"/>
                      <a:pt x="155" y="218"/>
                    </a:cubicBezTo>
                    <a:lnTo>
                      <a:pt x="519" y="40"/>
                    </a:lnTo>
                    <a:cubicBezTo>
                      <a:pt x="580" y="7"/>
                      <a:pt x="650" y="1"/>
                      <a:pt x="713" y="17"/>
                    </a:cubicBezTo>
                    <a:cubicBezTo>
                      <a:pt x="778" y="33"/>
                      <a:pt x="837" y="74"/>
                      <a:pt x="875" y="135"/>
                    </a:cubicBezTo>
                    <a:cubicBezTo>
                      <a:pt x="913" y="195"/>
                      <a:pt x="925" y="265"/>
                      <a:pt x="912" y="330"/>
                    </a:cubicBez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467;p32">
                <a:extLst>
                  <a:ext uri="{FF2B5EF4-FFF2-40B4-BE49-F238E27FC236}">
                    <a16:creationId xmlns:a16="http://schemas.microsoft.com/office/drawing/2014/main" id="{80D6054A-F02B-492E-6031-FD890319CC6C}"/>
                  </a:ext>
                </a:extLst>
              </p:cNvPr>
              <p:cNvSpPr/>
              <p:nvPr/>
            </p:nvSpPr>
            <p:spPr>
              <a:xfrm>
                <a:off x="2031324" y="2152664"/>
                <a:ext cx="97450" cy="74260"/>
              </a:xfrm>
              <a:custGeom>
                <a:avLst/>
                <a:gdLst/>
                <a:ahLst/>
                <a:cxnLst/>
                <a:rect l="l" t="t" r="r" b="b"/>
                <a:pathLst>
                  <a:path w="1101" h="839" extrusionOk="0">
                    <a:moveTo>
                      <a:pt x="14" y="447"/>
                    </a:moveTo>
                    <a:cubicBezTo>
                      <a:pt x="13" y="452"/>
                      <a:pt x="11" y="459"/>
                      <a:pt x="11" y="465"/>
                    </a:cubicBezTo>
                    <a:cubicBezTo>
                      <a:pt x="9" y="473"/>
                      <a:pt x="9" y="480"/>
                      <a:pt x="7" y="487"/>
                    </a:cubicBezTo>
                    <a:lnTo>
                      <a:pt x="7" y="487"/>
                    </a:lnTo>
                    <a:cubicBezTo>
                      <a:pt x="1" y="540"/>
                      <a:pt x="10" y="596"/>
                      <a:pt x="36" y="648"/>
                    </a:cubicBezTo>
                    <a:cubicBezTo>
                      <a:pt x="104" y="783"/>
                      <a:pt x="268" y="839"/>
                      <a:pt x="405" y="774"/>
                    </a:cubicBezTo>
                    <a:lnTo>
                      <a:pt x="937" y="523"/>
                    </a:lnTo>
                    <a:cubicBezTo>
                      <a:pt x="962" y="511"/>
                      <a:pt x="986" y="496"/>
                      <a:pt x="1005" y="476"/>
                    </a:cubicBezTo>
                    <a:cubicBezTo>
                      <a:pt x="1043" y="442"/>
                      <a:pt x="1069" y="397"/>
                      <a:pt x="1082" y="349"/>
                    </a:cubicBezTo>
                    <a:cubicBezTo>
                      <a:pt x="1100" y="284"/>
                      <a:pt x="1095" y="215"/>
                      <a:pt x="1060" y="152"/>
                    </a:cubicBezTo>
                    <a:cubicBezTo>
                      <a:pt x="1041" y="115"/>
                      <a:pt x="1016" y="86"/>
                      <a:pt x="985" y="62"/>
                    </a:cubicBezTo>
                    <a:cubicBezTo>
                      <a:pt x="962" y="45"/>
                      <a:pt x="936" y="32"/>
                      <a:pt x="908" y="21"/>
                    </a:cubicBezTo>
                    <a:cubicBezTo>
                      <a:pt x="847" y="1"/>
                      <a:pt x="777" y="1"/>
                      <a:pt x="713" y="28"/>
                    </a:cubicBezTo>
                    <a:lnTo>
                      <a:pt x="205" y="249"/>
                    </a:lnTo>
                    <a:lnTo>
                      <a:pt x="173" y="263"/>
                    </a:lnTo>
                    <a:cubicBezTo>
                      <a:pt x="92" y="298"/>
                      <a:pt x="36" y="367"/>
                      <a:pt x="14" y="447"/>
                    </a:cubicBez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468;p32">
                <a:extLst>
                  <a:ext uri="{FF2B5EF4-FFF2-40B4-BE49-F238E27FC236}">
                    <a16:creationId xmlns:a16="http://schemas.microsoft.com/office/drawing/2014/main" id="{9E536667-95C1-9054-A35A-5755BF52ED8B}"/>
                  </a:ext>
                </a:extLst>
              </p:cNvPr>
              <p:cNvSpPr/>
              <p:nvPr/>
            </p:nvSpPr>
            <p:spPr>
              <a:xfrm>
                <a:off x="2032209" y="2131245"/>
                <a:ext cx="92670" cy="72047"/>
              </a:xfrm>
              <a:custGeom>
                <a:avLst/>
                <a:gdLst/>
                <a:ahLst/>
                <a:cxnLst/>
                <a:rect l="l" t="t" r="r" b="b"/>
                <a:pathLst>
                  <a:path w="1047" h="814" extrusionOk="0">
                    <a:moveTo>
                      <a:pt x="199" y="486"/>
                    </a:moveTo>
                    <a:lnTo>
                      <a:pt x="167" y="500"/>
                    </a:lnTo>
                    <a:cubicBezTo>
                      <a:pt x="86" y="535"/>
                      <a:pt x="31" y="604"/>
                      <a:pt x="8" y="684"/>
                    </a:cubicBezTo>
                    <a:cubicBezTo>
                      <a:pt x="7" y="690"/>
                      <a:pt x="4" y="697"/>
                      <a:pt x="4" y="702"/>
                    </a:cubicBezTo>
                    <a:cubicBezTo>
                      <a:pt x="2" y="710"/>
                      <a:pt x="2" y="717"/>
                      <a:pt x="1" y="724"/>
                    </a:cubicBezTo>
                    <a:lnTo>
                      <a:pt x="1" y="724"/>
                    </a:lnTo>
                    <a:cubicBezTo>
                      <a:pt x="95" y="803"/>
                      <a:pt x="233" y="813"/>
                      <a:pt x="339" y="741"/>
                    </a:cubicBezTo>
                    <a:lnTo>
                      <a:pt x="531" y="610"/>
                    </a:lnTo>
                    <a:lnTo>
                      <a:pt x="947" y="326"/>
                    </a:lnTo>
                    <a:cubicBezTo>
                      <a:pt x="959" y="318"/>
                      <a:pt x="970" y="309"/>
                      <a:pt x="979" y="300"/>
                    </a:cubicBezTo>
                    <a:cubicBezTo>
                      <a:pt x="1009" y="271"/>
                      <a:pt x="1032" y="238"/>
                      <a:pt x="1047" y="202"/>
                    </a:cubicBezTo>
                    <a:lnTo>
                      <a:pt x="1046" y="200"/>
                    </a:lnTo>
                    <a:cubicBezTo>
                      <a:pt x="1040" y="198"/>
                      <a:pt x="1033" y="196"/>
                      <a:pt x="1025" y="194"/>
                    </a:cubicBezTo>
                    <a:lnTo>
                      <a:pt x="468" y="5"/>
                    </a:lnTo>
                    <a:cubicBezTo>
                      <a:pt x="464" y="3"/>
                      <a:pt x="457" y="2"/>
                      <a:pt x="452" y="0"/>
                    </a:cubicBezTo>
                    <a:lnTo>
                      <a:pt x="102" y="227"/>
                    </a:lnTo>
                    <a:cubicBezTo>
                      <a:pt x="86" y="326"/>
                      <a:pt x="124" y="424"/>
                      <a:pt x="199" y="486"/>
                    </a:cubicBez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469;p32">
                <a:extLst>
                  <a:ext uri="{FF2B5EF4-FFF2-40B4-BE49-F238E27FC236}">
                    <a16:creationId xmlns:a16="http://schemas.microsoft.com/office/drawing/2014/main" id="{3C94B583-56A9-81DA-FDA6-7B3F682D596F}"/>
                  </a:ext>
                </a:extLst>
              </p:cNvPr>
              <p:cNvSpPr/>
              <p:nvPr/>
            </p:nvSpPr>
            <p:spPr>
              <a:xfrm>
                <a:off x="2023624" y="2096549"/>
                <a:ext cx="102672" cy="58771"/>
              </a:xfrm>
              <a:custGeom>
                <a:avLst/>
                <a:gdLst/>
                <a:ahLst/>
                <a:cxnLst/>
                <a:rect l="l" t="t" r="r" b="b"/>
                <a:pathLst>
                  <a:path w="1160" h="664" extrusionOk="0">
                    <a:moveTo>
                      <a:pt x="72" y="128"/>
                    </a:moveTo>
                    <a:cubicBezTo>
                      <a:pt x="42" y="167"/>
                      <a:pt x="22" y="213"/>
                      <a:pt x="17" y="264"/>
                    </a:cubicBezTo>
                    <a:cubicBezTo>
                      <a:pt x="1" y="416"/>
                      <a:pt x="108" y="552"/>
                      <a:pt x="257" y="574"/>
                    </a:cubicBezTo>
                    <a:lnTo>
                      <a:pt x="445" y="600"/>
                    </a:lnTo>
                    <a:lnTo>
                      <a:pt x="840" y="655"/>
                    </a:lnTo>
                    <a:cubicBezTo>
                      <a:pt x="899" y="663"/>
                      <a:pt x="956" y="652"/>
                      <a:pt x="1006" y="626"/>
                    </a:cubicBezTo>
                    <a:cubicBezTo>
                      <a:pt x="1041" y="607"/>
                      <a:pt x="1071" y="581"/>
                      <a:pt x="1095" y="549"/>
                    </a:cubicBezTo>
                    <a:cubicBezTo>
                      <a:pt x="1123" y="510"/>
                      <a:pt x="1143" y="463"/>
                      <a:pt x="1147" y="412"/>
                    </a:cubicBezTo>
                    <a:cubicBezTo>
                      <a:pt x="1160" y="271"/>
                      <a:pt x="1063" y="144"/>
                      <a:pt x="924" y="119"/>
                    </a:cubicBezTo>
                    <a:lnTo>
                      <a:pt x="737" y="87"/>
                    </a:lnTo>
                    <a:lnTo>
                      <a:pt x="538" y="53"/>
                    </a:lnTo>
                    <a:lnTo>
                      <a:pt x="345" y="20"/>
                    </a:lnTo>
                    <a:cubicBezTo>
                      <a:pt x="236" y="0"/>
                      <a:pt x="132" y="46"/>
                      <a:pt x="72" y="128"/>
                    </a:cubicBez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470;p32">
                <a:extLst>
                  <a:ext uri="{FF2B5EF4-FFF2-40B4-BE49-F238E27FC236}">
                    <a16:creationId xmlns:a16="http://schemas.microsoft.com/office/drawing/2014/main" id="{1CAC8E18-D182-64CA-F954-7E1EF9FDE205}"/>
                  </a:ext>
                </a:extLst>
              </p:cNvPr>
              <p:cNvSpPr/>
              <p:nvPr/>
            </p:nvSpPr>
            <p:spPr>
              <a:xfrm>
                <a:off x="2011763" y="2119031"/>
                <a:ext cx="78066" cy="73463"/>
              </a:xfrm>
              <a:custGeom>
                <a:avLst/>
                <a:gdLst/>
                <a:ahLst/>
                <a:cxnLst/>
                <a:rect l="l" t="t" r="r" b="b"/>
                <a:pathLst>
                  <a:path w="882" h="830" extrusionOk="0">
                    <a:moveTo>
                      <a:pt x="879" y="286"/>
                    </a:moveTo>
                    <a:cubicBezTo>
                      <a:pt x="876" y="362"/>
                      <a:pt x="841" y="438"/>
                      <a:pt x="777" y="489"/>
                    </a:cubicBezTo>
                    <a:lnTo>
                      <a:pt x="456" y="735"/>
                    </a:lnTo>
                    <a:cubicBezTo>
                      <a:pt x="338" y="830"/>
                      <a:pt x="166" y="813"/>
                      <a:pt x="68" y="699"/>
                    </a:cubicBezTo>
                    <a:cubicBezTo>
                      <a:pt x="25" y="647"/>
                      <a:pt x="3" y="587"/>
                      <a:pt x="2" y="526"/>
                    </a:cubicBezTo>
                    <a:cubicBezTo>
                      <a:pt x="1" y="520"/>
                      <a:pt x="1" y="513"/>
                      <a:pt x="1" y="508"/>
                    </a:cubicBezTo>
                    <a:cubicBezTo>
                      <a:pt x="4" y="424"/>
                      <a:pt x="42" y="345"/>
                      <a:pt x="113" y="292"/>
                    </a:cubicBezTo>
                    <a:lnTo>
                      <a:pt x="446" y="58"/>
                    </a:lnTo>
                    <a:cubicBezTo>
                      <a:pt x="502" y="17"/>
                      <a:pt x="569" y="0"/>
                      <a:pt x="634" y="7"/>
                    </a:cubicBezTo>
                    <a:cubicBezTo>
                      <a:pt x="701" y="13"/>
                      <a:pt x="765" y="45"/>
                      <a:pt x="812" y="98"/>
                    </a:cubicBezTo>
                    <a:cubicBezTo>
                      <a:pt x="860" y="152"/>
                      <a:pt x="881" y="220"/>
                      <a:pt x="879" y="286"/>
                    </a:cubicBez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471;p32">
                <a:extLst>
                  <a:ext uri="{FF2B5EF4-FFF2-40B4-BE49-F238E27FC236}">
                    <a16:creationId xmlns:a16="http://schemas.microsoft.com/office/drawing/2014/main" id="{E0D03352-521C-11CD-534F-A30FD3DBE48A}"/>
                  </a:ext>
                </a:extLst>
              </p:cNvPr>
              <p:cNvSpPr/>
              <p:nvPr/>
            </p:nvSpPr>
            <p:spPr>
              <a:xfrm>
                <a:off x="2022650" y="2113543"/>
                <a:ext cx="93201" cy="81252"/>
              </a:xfrm>
              <a:custGeom>
                <a:avLst/>
                <a:gdLst/>
                <a:ahLst/>
                <a:cxnLst/>
                <a:rect l="l" t="t" r="r" b="b"/>
                <a:pathLst>
                  <a:path w="1053" h="918" extrusionOk="0">
                    <a:moveTo>
                      <a:pt x="1044" y="309"/>
                    </a:moveTo>
                    <a:cubicBezTo>
                      <a:pt x="1036" y="384"/>
                      <a:pt x="996" y="456"/>
                      <a:pt x="927" y="503"/>
                    </a:cubicBezTo>
                    <a:lnTo>
                      <a:pt x="440" y="831"/>
                    </a:lnTo>
                    <a:cubicBezTo>
                      <a:pt x="315" y="917"/>
                      <a:pt x="144" y="886"/>
                      <a:pt x="56" y="765"/>
                    </a:cubicBezTo>
                    <a:cubicBezTo>
                      <a:pt x="17" y="710"/>
                      <a:pt x="0" y="649"/>
                      <a:pt x="4" y="587"/>
                    </a:cubicBezTo>
                    <a:cubicBezTo>
                      <a:pt x="4" y="581"/>
                      <a:pt x="4" y="574"/>
                      <a:pt x="5" y="568"/>
                    </a:cubicBezTo>
                    <a:cubicBezTo>
                      <a:pt x="14" y="486"/>
                      <a:pt x="57" y="411"/>
                      <a:pt x="133" y="363"/>
                    </a:cubicBezTo>
                    <a:lnTo>
                      <a:pt x="630" y="48"/>
                    </a:lnTo>
                    <a:cubicBezTo>
                      <a:pt x="690" y="12"/>
                      <a:pt x="758" y="0"/>
                      <a:pt x="822" y="12"/>
                    </a:cubicBezTo>
                    <a:cubicBezTo>
                      <a:pt x="889" y="22"/>
                      <a:pt x="950" y="59"/>
                      <a:pt x="993" y="117"/>
                    </a:cubicBezTo>
                    <a:cubicBezTo>
                      <a:pt x="1036" y="174"/>
                      <a:pt x="1052" y="243"/>
                      <a:pt x="1044" y="309"/>
                    </a:cubicBez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472;p32">
                <a:extLst>
                  <a:ext uri="{FF2B5EF4-FFF2-40B4-BE49-F238E27FC236}">
                    <a16:creationId xmlns:a16="http://schemas.microsoft.com/office/drawing/2014/main" id="{D9CD5684-089A-7D5B-D337-0E08CB0F3C43}"/>
                  </a:ext>
                </a:extLst>
              </p:cNvPr>
              <p:cNvSpPr/>
              <p:nvPr/>
            </p:nvSpPr>
            <p:spPr>
              <a:xfrm>
                <a:off x="1895814" y="2110091"/>
                <a:ext cx="164098" cy="170293"/>
              </a:xfrm>
              <a:custGeom>
                <a:avLst/>
                <a:gdLst/>
                <a:ahLst/>
                <a:cxnLst/>
                <a:rect l="l" t="t" r="r" b="b"/>
                <a:pathLst>
                  <a:path w="1854" h="1924" extrusionOk="0">
                    <a:moveTo>
                      <a:pt x="1" y="1320"/>
                    </a:moveTo>
                    <a:lnTo>
                      <a:pt x="950" y="154"/>
                    </a:lnTo>
                    <a:lnTo>
                      <a:pt x="1854" y="0"/>
                    </a:lnTo>
                    <a:lnTo>
                      <a:pt x="1718" y="534"/>
                    </a:lnTo>
                    <a:lnTo>
                      <a:pt x="1385" y="701"/>
                    </a:lnTo>
                    <a:cubicBezTo>
                      <a:pt x="1385" y="701"/>
                      <a:pt x="1256" y="1923"/>
                      <a:pt x="1" y="1320"/>
                    </a:cubicBez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473;p32">
                <a:extLst>
                  <a:ext uri="{FF2B5EF4-FFF2-40B4-BE49-F238E27FC236}">
                    <a16:creationId xmlns:a16="http://schemas.microsoft.com/office/drawing/2014/main" id="{F27D9981-9AA0-DD46-2450-BB8C15086BFF}"/>
                  </a:ext>
                </a:extLst>
              </p:cNvPr>
              <p:cNvSpPr/>
              <p:nvPr/>
            </p:nvSpPr>
            <p:spPr>
              <a:xfrm>
                <a:off x="2047787" y="2110091"/>
                <a:ext cx="53460" cy="67091"/>
              </a:xfrm>
              <a:custGeom>
                <a:avLst/>
                <a:gdLst/>
                <a:ahLst/>
                <a:cxnLst/>
                <a:rect l="l" t="t" r="r" b="b"/>
                <a:pathLst>
                  <a:path w="604" h="758" extrusionOk="0">
                    <a:moveTo>
                      <a:pt x="137" y="0"/>
                    </a:moveTo>
                    <a:lnTo>
                      <a:pt x="518" y="372"/>
                    </a:lnTo>
                    <a:cubicBezTo>
                      <a:pt x="601" y="453"/>
                      <a:pt x="603" y="586"/>
                      <a:pt x="525" y="669"/>
                    </a:cubicBezTo>
                    <a:cubicBezTo>
                      <a:pt x="454" y="744"/>
                      <a:pt x="339" y="757"/>
                      <a:pt x="254" y="701"/>
                    </a:cubicBezTo>
                    <a:lnTo>
                      <a:pt x="1" y="534"/>
                    </a:ln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474;p32">
                <a:extLst>
                  <a:ext uri="{FF2B5EF4-FFF2-40B4-BE49-F238E27FC236}">
                    <a16:creationId xmlns:a16="http://schemas.microsoft.com/office/drawing/2014/main" id="{D1FC9D12-3925-A423-14A4-4A47641F555A}"/>
                  </a:ext>
                </a:extLst>
              </p:cNvPr>
              <p:cNvSpPr/>
              <p:nvPr/>
            </p:nvSpPr>
            <p:spPr>
              <a:xfrm>
                <a:off x="1864216" y="2087078"/>
                <a:ext cx="193129" cy="201272"/>
              </a:xfrm>
              <a:custGeom>
                <a:avLst/>
                <a:gdLst/>
                <a:ahLst/>
                <a:cxnLst/>
                <a:rect l="l" t="t" r="r" b="b"/>
                <a:pathLst>
                  <a:path w="2182" h="2274" extrusionOk="0">
                    <a:moveTo>
                      <a:pt x="0" y="1566"/>
                    </a:moveTo>
                    <a:lnTo>
                      <a:pt x="1115" y="186"/>
                    </a:lnTo>
                    <a:lnTo>
                      <a:pt x="2181" y="1"/>
                    </a:lnTo>
                    <a:lnTo>
                      <a:pt x="2024" y="632"/>
                    </a:lnTo>
                    <a:lnTo>
                      <a:pt x="1630" y="830"/>
                    </a:lnTo>
                    <a:cubicBezTo>
                      <a:pt x="1630" y="830"/>
                      <a:pt x="1483" y="2274"/>
                      <a:pt x="0" y="1566"/>
                    </a:cubicBez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475;p32">
                <a:extLst>
                  <a:ext uri="{FF2B5EF4-FFF2-40B4-BE49-F238E27FC236}">
                    <a16:creationId xmlns:a16="http://schemas.microsoft.com/office/drawing/2014/main" id="{170BA9A2-CDE7-42CF-8788-15727BCC7674}"/>
                  </a:ext>
                </a:extLst>
              </p:cNvPr>
              <p:cNvSpPr/>
              <p:nvPr/>
            </p:nvSpPr>
            <p:spPr>
              <a:xfrm>
                <a:off x="2053186" y="2101152"/>
                <a:ext cx="61072" cy="68684"/>
              </a:xfrm>
              <a:custGeom>
                <a:avLst/>
                <a:gdLst/>
                <a:ahLst/>
                <a:cxnLst/>
                <a:rect l="l" t="t" r="r" b="b"/>
                <a:pathLst>
                  <a:path w="690" h="776" extrusionOk="0">
                    <a:moveTo>
                      <a:pt x="204" y="1"/>
                    </a:moveTo>
                    <a:lnTo>
                      <a:pt x="1" y="442"/>
                    </a:lnTo>
                    <a:lnTo>
                      <a:pt x="111" y="548"/>
                    </a:lnTo>
                    <a:lnTo>
                      <a:pt x="258" y="688"/>
                    </a:lnTo>
                    <a:cubicBezTo>
                      <a:pt x="265" y="696"/>
                      <a:pt x="274" y="703"/>
                      <a:pt x="282" y="708"/>
                    </a:cubicBezTo>
                    <a:cubicBezTo>
                      <a:pt x="369" y="774"/>
                      <a:pt x="489" y="776"/>
                      <a:pt x="578" y="710"/>
                    </a:cubicBezTo>
                    <a:cubicBezTo>
                      <a:pt x="626" y="675"/>
                      <a:pt x="658" y="626"/>
                      <a:pt x="672" y="574"/>
                    </a:cubicBezTo>
                    <a:cubicBezTo>
                      <a:pt x="690" y="504"/>
                      <a:pt x="680" y="427"/>
                      <a:pt x="635" y="364"/>
                    </a:cubicBezTo>
                    <a:lnTo>
                      <a:pt x="403" y="35"/>
                    </a:ln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476;p32">
                <a:extLst>
                  <a:ext uri="{FF2B5EF4-FFF2-40B4-BE49-F238E27FC236}">
                    <a16:creationId xmlns:a16="http://schemas.microsoft.com/office/drawing/2014/main" id="{744D6164-AD31-A09D-C8BB-814D87210036}"/>
                  </a:ext>
                </a:extLst>
              </p:cNvPr>
              <p:cNvSpPr/>
              <p:nvPr/>
            </p:nvSpPr>
            <p:spPr>
              <a:xfrm>
                <a:off x="2043273" y="2087078"/>
                <a:ext cx="63019" cy="79039"/>
              </a:xfrm>
              <a:custGeom>
                <a:avLst/>
                <a:gdLst/>
                <a:ahLst/>
                <a:cxnLst/>
                <a:rect l="l" t="t" r="r" b="b"/>
                <a:pathLst>
                  <a:path w="712" h="893" extrusionOk="0">
                    <a:moveTo>
                      <a:pt x="158" y="1"/>
                    </a:moveTo>
                    <a:lnTo>
                      <a:pt x="610" y="438"/>
                    </a:lnTo>
                    <a:cubicBezTo>
                      <a:pt x="708" y="533"/>
                      <a:pt x="712" y="689"/>
                      <a:pt x="618" y="789"/>
                    </a:cubicBezTo>
                    <a:lnTo>
                      <a:pt x="618" y="789"/>
                    </a:lnTo>
                    <a:cubicBezTo>
                      <a:pt x="536" y="877"/>
                      <a:pt x="401" y="893"/>
                      <a:pt x="299" y="826"/>
                    </a:cubicBezTo>
                    <a:lnTo>
                      <a:pt x="1" y="632"/>
                    </a:ln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477;p32">
                <a:extLst>
                  <a:ext uri="{FF2B5EF4-FFF2-40B4-BE49-F238E27FC236}">
                    <a16:creationId xmlns:a16="http://schemas.microsoft.com/office/drawing/2014/main" id="{34EDBEF9-970D-5DEA-D5DC-635106C65C42}"/>
                  </a:ext>
                </a:extLst>
              </p:cNvPr>
              <p:cNvSpPr/>
              <p:nvPr/>
            </p:nvSpPr>
            <p:spPr>
              <a:xfrm>
                <a:off x="1007739" y="2465165"/>
                <a:ext cx="635903" cy="81"/>
              </a:xfrm>
              <a:custGeom>
                <a:avLst/>
                <a:gdLst/>
                <a:ahLst/>
                <a:cxnLst/>
                <a:rect l="l" t="t" r="r" b="b"/>
                <a:pathLst>
                  <a:path w="7808" h="1" fill="none" extrusionOk="0">
                    <a:moveTo>
                      <a:pt x="1" y="1"/>
                    </a:moveTo>
                    <a:lnTo>
                      <a:pt x="7808" y="1"/>
                    </a:lnTo>
                  </a:path>
                </a:pathLst>
              </a:custGeom>
              <a:noFill/>
              <a:ln w="2375" cap="rnd" cmpd="sng">
                <a:solidFill>
                  <a:srgbClr val="E2E9E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478;p32">
                <a:extLst>
                  <a:ext uri="{FF2B5EF4-FFF2-40B4-BE49-F238E27FC236}">
                    <a16:creationId xmlns:a16="http://schemas.microsoft.com/office/drawing/2014/main" id="{D374075E-E0B7-655D-B08D-F248EF38EFBD}"/>
                  </a:ext>
                </a:extLst>
              </p:cNvPr>
              <p:cNvSpPr/>
              <p:nvPr/>
            </p:nvSpPr>
            <p:spPr>
              <a:xfrm>
                <a:off x="1170702" y="2568351"/>
                <a:ext cx="310052" cy="81"/>
              </a:xfrm>
              <a:custGeom>
                <a:avLst/>
                <a:gdLst/>
                <a:ahLst/>
                <a:cxnLst/>
                <a:rect l="l" t="t" r="r" b="b"/>
                <a:pathLst>
                  <a:path w="3807" h="1" fill="none" extrusionOk="0">
                    <a:moveTo>
                      <a:pt x="0" y="0"/>
                    </a:moveTo>
                    <a:lnTo>
                      <a:pt x="3806" y="0"/>
                    </a:lnTo>
                  </a:path>
                </a:pathLst>
              </a:custGeom>
              <a:noFill/>
              <a:ln w="2375" cap="rnd" cmpd="sng">
                <a:solidFill>
                  <a:srgbClr val="E2E9E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479;p32">
                <a:extLst>
                  <a:ext uri="{FF2B5EF4-FFF2-40B4-BE49-F238E27FC236}">
                    <a16:creationId xmlns:a16="http://schemas.microsoft.com/office/drawing/2014/main" id="{07EC09AA-13B9-96DA-203F-D310A9F65C83}"/>
                  </a:ext>
                </a:extLst>
              </p:cNvPr>
              <p:cNvSpPr/>
              <p:nvPr/>
            </p:nvSpPr>
            <p:spPr>
              <a:xfrm>
                <a:off x="1240171" y="1801746"/>
                <a:ext cx="192693" cy="165817"/>
              </a:xfrm>
              <a:custGeom>
                <a:avLst/>
                <a:gdLst/>
                <a:ahLst/>
                <a:cxnLst/>
                <a:rect l="l" t="t" r="r" b="b"/>
                <a:pathLst>
                  <a:path w="2366" h="2036" extrusionOk="0">
                    <a:moveTo>
                      <a:pt x="0" y="401"/>
                    </a:moveTo>
                    <a:lnTo>
                      <a:pt x="1496" y="0"/>
                    </a:lnTo>
                    <a:lnTo>
                      <a:pt x="2307" y="428"/>
                    </a:lnTo>
                    <a:lnTo>
                      <a:pt x="2307" y="428"/>
                    </a:lnTo>
                    <a:cubicBezTo>
                      <a:pt x="2366" y="2035"/>
                      <a:pt x="655" y="1663"/>
                      <a:pt x="0" y="40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480;p32">
                <a:extLst>
                  <a:ext uri="{FF2B5EF4-FFF2-40B4-BE49-F238E27FC236}">
                    <a16:creationId xmlns:a16="http://schemas.microsoft.com/office/drawing/2014/main" id="{303C7E2B-E4FD-AEA0-8159-C3FB01931D29}"/>
                  </a:ext>
                </a:extLst>
              </p:cNvPr>
              <p:cNvSpPr/>
              <p:nvPr/>
            </p:nvSpPr>
            <p:spPr>
              <a:xfrm>
                <a:off x="879470" y="4293274"/>
                <a:ext cx="247748" cy="287166"/>
              </a:xfrm>
              <a:custGeom>
                <a:avLst/>
                <a:gdLst/>
                <a:ahLst/>
                <a:cxnLst/>
                <a:rect l="l" t="t" r="r" b="b"/>
                <a:pathLst>
                  <a:path w="3042" h="3526" extrusionOk="0">
                    <a:moveTo>
                      <a:pt x="1" y="3409"/>
                    </a:moveTo>
                    <a:lnTo>
                      <a:pt x="2594" y="3526"/>
                    </a:lnTo>
                    <a:lnTo>
                      <a:pt x="3041" y="0"/>
                    </a:lnTo>
                    <a:lnTo>
                      <a:pt x="453" y="15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481;p32">
                <a:extLst>
                  <a:ext uri="{FF2B5EF4-FFF2-40B4-BE49-F238E27FC236}">
                    <a16:creationId xmlns:a16="http://schemas.microsoft.com/office/drawing/2014/main" id="{06280A66-694B-7F34-C1B9-F27D89F4A35C}"/>
                  </a:ext>
                </a:extLst>
              </p:cNvPr>
              <p:cNvSpPr/>
              <p:nvPr/>
            </p:nvSpPr>
            <p:spPr>
              <a:xfrm>
                <a:off x="838342" y="4503066"/>
                <a:ext cx="479696" cy="240337"/>
              </a:xfrm>
              <a:custGeom>
                <a:avLst/>
                <a:gdLst/>
                <a:ahLst/>
                <a:cxnLst/>
                <a:rect l="l" t="t" r="r" b="b"/>
                <a:pathLst>
                  <a:path w="5890" h="2951" extrusionOk="0">
                    <a:moveTo>
                      <a:pt x="0" y="2950"/>
                    </a:moveTo>
                    <a:lnTo>
                      <a:pt x="5890" y="2950"/>
                    </a:lnTo>
                    <a:lnTo>
                      <a:pt x="5839" y="2424"/>
                    </a:lnTo>
                    <a:cubicBezTo>
                      <a:pt x="5820" y="2253"/>
                      <a:pt x="5776" y="2094"/>
                      <a:pt x="5707" y="1950"/>
                    </a:cubicBezTo>
                    <a:cubicBezTo>
                      <a:pt x="5562" y="1643"/>
                      <a:pt x="5308" y="1408"/>
                      <a:pt x="4977" y="1282"/>
                    </a:cubicBezTo>
                    <a:lnTo>
                      <a:pt x="4828" y="1226"/>
                    </a:lnTo>
                    <a:cubicBezTo>
                      <a:pt x="4682" y="1170"/>
                      <a:pt x="4549" y="1098"/>
                      <a:pt x="4430" y="1010"/>
                    </a:cubicBezTo>
                    <a:cubicBezTo>
                      <a:pt x="4328" y="935"/>
                      <a:pt x="4236" y="849"/>
                      <a:pt x="4157" y="752"/>
                    </a:cubicBezTo>
                    <a:cubicBezTo>
                      <a:pt x="3983" y="544"/>
                      <a:pt x="3864" y="289"/>
                      <a:pt x="3812" y="1"/>
                    </a:cubicBezTo>
                    <a:lnTo>
                      <a:pt x="503" y="1"/>
                    </a:lnTo>
                    <a:lnTo>
                      <a:pt x="179" y="195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482;p32">
                <a:extLst>
                  <a:ext uri="{FF2B5EF4-FFF2-40B4-BE49-F238E27FC236}">
                    <a16:creationId xmlns:a16="http://schemas.microsoft.com/office/drawing/2014/main" id="{82CBE289-EEE9-C810-D123-1E588FA1E615}"/>
                  </a:ext>
                </a:extLst>
              </p:cNvPr>
              <p:cNvSpPr/>
              <p:nvPr/>
            </p:nvSpPr>
            <p:spPr>
              <a:xfrm>
                <a:off x="838342" y="4661795"/>
                <a:ext cx="479696" cy="81605"/>
              </a:xfrm>
              <a:custGeom>
                <a:avLst/>
                <a:gdLst/>
                <a:ahLst/>
                <a:cxnLst/>
                <a:rect l="l" t="t" r="r" b="b"/>
                <a:pathLst>
                  <a:path w="5890" h="1002" extrusionOk="0">
                    <a:moveTo>
                      <a:pt x="0" y="1001"/>
                    </a:moveTo>
                    <a:lnTo>
                      <a:pt x="5890" y="1001"/>
                    </a:lnTo>
                    <a:lnTo>
                      <a:pt x="5839" y="475"/>
                    </a:lnTo>
                    <a:cubicBezTo>
                      <a:pt x="5820" y="304"/>
                      <a:pt x="5776" y="145"/>
                      <a:pt x="5707" y="1"/>
                    </a:cubicBezTo>
                    <a:lnTo>
                      <a:pt x="179" y="1"/>
                    </a:lnTo>
                    <a:close/>
                  </a:path>
                </a:pathLst>
              </a:custGeom>
              <a:solidFill>
                <a:schemeClr val="lt1"/>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483;p32">
                <a:extLst>
                  <a:ext uri="{FF2B5EF4-FFF2-40B4-BE49-F238E27FC236}">
                    <a16:creationId xmlns:a16="http://schemas.microsoft.com/office/drawing/2014/main" id="{40FA7381-58B9-A8D4-AECE-360CBE792904}"/>
                  </a:ext>
                </a:extLst>
              </p:cNvPr>
              <p:cNvSpPr/>
              <p:nvPr/>
            </p:nvSpPr>
            <p:spPr>
              <a:xfrm>
                <a:off x="847138" y="4702516"/>
                <a:ext cx="301744" cy="81"/>
              </a:xfrm>
              <a:custGeom>
                <a:avLst/>
                <a:gdLst/>
                <a:ahLst/>
                <a:cxnLst/>
                <a:rect l="l" t="t" r="r" b="b"/>
                <a:pathLst>
                  <a:path w="3705" h="1" fill="none" extrusionOk="0">
                    <a:moveTo>
                      <a:pt x="3705" y="0"/>
                    </a:moveTo>
                    <a:lnTo>
                      <a:pt x="1" y="0"/>
                    </a:lnTo>
                  </a:path>
                </a:pathLst>
              </a:custGeom>
              <a:noFill/>
              <a:ln w="9525" cap="flat" cmpd="sng">
                <a:solidFill>
                  <a:schemeClr val="accent3"/>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84;p32">
                <a:extLst>
                  <a:ext uri="{FF2B5EF4-FFF2-40B4-BE49-F238E27FC236}">
                    <a16:creationId xmlns:a16="http://schemas.microsoft.com/office/drawing/2014/main" id="{9048F836-4C64-FD25-0885-943B7332D011}"/>
                  </a:ext>
                </a:extLst>
              </p:cNvPr>
              <p:cNvSpPr/>
              <p:nvPr/>
            </p:nvSpPr>
            <p:spPr>
              <a:xfrm>
                <a:off x="1048867" y="4585322"/>
                <a:ext cx="269167" cy="158080"/>
              </a:xfrm>
              <a:custGeom>
                <a:avLst/>
                <a:gdLst/>
                <a:ahLst/>
                <a:cxnLst/>
                <a:rect l="l" t="t" r="r" b="b"/>
                <a:pathLst>
                  <a:path w="3305" h="1941" extrusionOk="0">
                    <a:moveTo>
                      <a:pt x="0" y="1940"/>
                    </a:moveTo>
                    <a:lnTo>
                      <a:pt x="3305" y="1940"/>
                    </a:lnTo>
                    <a:lnTo>
                      <a:pt x="3254" y="1414"/>
                    </a:lnTo>
                    <a:cubicBezTo>
                      <a:pt x="3235" y="1243"/>
                      <a:pt x="3191" y="1084"/>
                      <a:pt x="3122" y="940"/>
                    </a:cubicBezTo>
                    <a:cubicBezTo>
                      <a:pt x="2977" y="633"/>
                      <a:pt x="2723" y="398"/>
                      <a:pt x="2392" y="272"/>
                    </a:cubicBezTo>
                    <a:lnTo>
                      <a:pt x="2243" y="216"/>
                    </a:lnTo>
                    <a:cubicBezTo>
                      <a:pt x="2097" y="160"/>
                      <a:pt x="1964" y="88"/>
                      <a:pt x="1845" y="0"/>
                    </a:cubicBezTo>
                    <a:cubicBezTo>
                      <a:pt x="1009" y="355"/>
                      <a:pt x="298" y="1078"/>
                      <a:pt x="0" y="1940"/>
                    </a:cubicBezTo>
                    <a:close/>
                  </a:path>
                </a:pathLst>
              </a:custGeom>
              <a:solidFill>
                <a:schemeClr val="lt1"/>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485;p32">
                <a:extLst>
                  <a:ext uri="{FF2B5EF4-FFF2-40B4-BE49-F238E27FC236}">
                    <a16:creationId xmlns:a16="http://schemas.microsoft.com/office/drawing/2014/main" id="{0D468A33-96FA-A19B-A5FA-1BC176235713}"/>
                  </a:ext>
                </a:extLst>
              </p:cNvPr>
              <p:cNvSpPr/>
              <p:nvPr/>
            </p:nvSpPr>
            <p:spPr>
              <a:xfrm>
                <a:off x="1036977" y="4446465"/>
                <a:ext cx="130227" cy="56684"/>
              </a:xfrm>
              <a:custGeom>
                <a:avLst/>
                <a:gdLst/>
                <a:ahLst/>
                <a:cxnLst/>
                <a:rect l="l" t="t" r="r" b="b"/>
                <a:pathLst>
                  <a:path w="1599" h="696" extrusionOk="0">
                    <a:moveTo>
                      <a:pt x="1373" y="696"/>
                    </a:moveTo>
                    <a:lnTo>
                      <a:pt x="1505" y="403"/>
                    </a:lnTo>
                    <a:cubicBezTo>
                      <a:pt x="1599" y="196"/>
                      <a:pt x="1487" y="1"/>
                      <a:pt x="1276" y="1"/>
                    </a:cubicBezTo>
                    <a:lnTo>
                      <a:pt x="979" y="1"/>
                    </a:lnTo>
                    <a:cubicBezTo>
                      <a:pt x="747" y="1"/>
                      <a:pt x="504" y="118"/>
                      <a:pt x="332" y="315"/>
                    </a:cubicBezTo>
                    <a:lnTo>
                      <a:pt x="1" y="696"/>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486;p32">
                <a:extLst>
                  <a:ext uri="{FF2B5EF4-FFF2-40B4-BE49-F238E27FC236}">
                    <a16:creationId xmlns:a16="http://schemas.microsoft.com/office/drawing/2014/main" id="{671FF763-EEA8-D07F-D5FD-F7E58E2A6CA9}"/>
                  </a:ext>
                </a:extLst>
              </p:cNvPr>
              <p:cNvSpPr/>
              <p:nvPr/>
            </p:nvSpPr>
            <p:spPr>
              <a:xfrm>
                <a:off x="831257" y="2925552"/>
                <a:ext cx="757089" cy="214601"/>
              </a:xfrm>
              <a:custGeom>
                <a:avLst/>
                <a:gdLst/>
                <a:ahLst/>
                <a:cxnLst/>
                <a:rect l="l" t="t" r="r" b="b"/>
                <a:pathLst>
                  <a:path w="9296" h="2635" extrusionOk="0">
                    <a:moveTo>
                      <a:pt x="7605" y="2635"/>
                    </a:moveTo>
                    <a:lnTo>
                      <a:pt x="1384" y="2635"/>
                    </a:lnTo>
                    <a:cubicBezTo>
                      <a:pt x="0" y="2494"/>
                      <a:pt x="273" y="971"/>
                      <a:pt x="1830" y="248"/>
                    </a:cubicBezTo>
                    <a:cubicBezTo>
                      <a:pt x="1867" y="229"/>
                      <a:pt x="1906" y="212"/>
                      <a:pt x="1945" y="196"/>
                    </a:cubicBezTo>
                    <a:lnTo>
                      <a:pt x="7007" y="1"/>
                    </a:lnTo>
                    <a:cubicBezTo>
                      <a:pt x="7094" y="49"/>
                      <a:pt x="7185" y="104"/>
                      <a:pt x="7278" y="164"/>
                    </a:cubicBezTo>
                    <a:cubicBezTo>
                      <a:pt x="7284" y="168"/>
                      <a:pt x="7287" y="170"/>
                      <a:pt x="7293" y="173"/>
                    </a:cubicBezTo>
                    <a:cubicBezTo>
                      <a:pt x="8238" y="796"/>
                      <a:pt x="9296" y="2013"/>
                      <a:pt x="7605" y="263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87;p32">
                <a:extLst>
                  <a:ext uri="{FF2B5EF4-FFF2-40B4-BE49-F238E27FC236}">
                    <a16:creationId xmlns:a16="http://schemas.microsoft.com/office/drawing/2014/main" id="{A0098864-058B-6D31-963B-7E9D25C686C5}"/>
                  </a:ext>
                </a:extLst>
              </p:cNvPr>
              <p:cNvSpPr/>
              <p:nvPr/>
            </p:nvSpPr>
            <p:spPr>
              <a:xfrm>
                <a:off x="914327" y="2960327"/>
                <a:ext cx="588585" cy="326096"/>
              </a:xfrm>
              <a:custGeom>
                <a:avLst/>
                <a:gdLst/>
                <a:ahLst/>
                <a:cxnLst/>
                <a:rect l="l" t="t" r="r" b="b"/>
                <a:pathLst>
                  <a:path w="7227" h="4004" extrusionOk="0">
                    <a:moveTo>
                      <a:pt x="0" y="4004"/>
                    </a:moveTo>
                    <a:lnTo>
                      <a:pt x="7226" y="4004"/>
                    </a:lnTo>
                    <a:cubicBezTo>
                      <a:pt x="6761" y="1563"/>
                      <a:pt x="5848" y="263"/>
                      <a:pt x="5848" y="263"/>
                    </a:cubicBezTo>
                    <a:lnTo>
                      <a:pt x="1435" y="0"/>
                    </a:lnTo>
                    <a:cubicBezTo>
                      <a:pt x="388" y="1032"/>
                      <a:pt x="85" y="2863"/>
                      <a:pt x="0" y="40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88;p32">
                <a:extLst>
                  <a:ext uri="{FF2B5EF4-FFF2-40B4-BE49-F238E27FC236}">
                    <a16:creationId xmlns:a16="http://schemas.microsoft.com/office/drawing/2014/main" id="{068D8164-2998-799A-2AB8-D09413BB60FB}"/>
                  </a:ext>
                </a:extLst>
              </p:cNvPr>
              <p:cNvSpPr/>
              <p:nvPr/>
            </p:nvSpPr>
            <p:spPr>
              <a:xfrm>
                <a:off x="875235" y="3238693"/>
                <a:ext cx="333344" cy="1192074"/>
              </a:xfrm>
              <a:custGeom>
                <a:avLst/>
                <a:gdLst/>
                <a:ahLst/>
                <a:cxnLst/>
                <a:rect l="l" t="t" r="r" b="b"/>
                <a:pathLst>
                  <a:path w="4093" h="14637" extrusionOk="0">
                    <a:moveTo>
                      <a:pt x="0" y="14636"/>
                    </a:moveTo>
                    <a:lnTo>
                      <a:pt x="3283" y="14636"/>
                    </a:lnTo>
                    <a:lnTo>
                      <a:pt x="3821" y="7594"/>
                    </a:lnTo>
                    <a:lnTo>
                      <a:pt x="4093" y="0"/>
                    </a:lnTo>
                    <a:lnTo>
                      <a:pt x="480" y="586"/>
                    </a:lnTo>
                    <a:lnTo>
                      <a:pt x="574" y="3690"/>
                    </a:lnTo>
                    <a:lnTo>
                      <a:pt x="816" y="754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489;p32">
                <a:extLst>
                  <a:ext uri="{FF2B5EF4-FFF2-40B4-BE49-F238E27FC236}">
                    <a16:creationId xmlns:a16="http://schemas.microsoft.com/office/drawing/2014/main" id="{764CDD4E-D7FB-430B-5AC3-310DDB5CCBBD}"/>
                  </a:ext>
                </a:extLst>
              </p:cNvPr>
              <p:cNvSpPr/>
              <p:nvPr/>
            </p:nvSpPr>
            <p:spPr>
              <a:xfrm>
                <a:off x="919620" y="3080127"/>
                <a:ext cx="102862" cy="1350642"/>
              </a:xfrm>
              <a:custGeom>
                <a:avLst/>
                <a:gdLst/>
                <a:ahLst/>
                <a:cxnLst/>
                <a:rect l="l" t="t" r="r" b="b"/>
                <a:pathLst>
                  <a:path w="1263" h="16584" fill="none" extrusionOk="0">
                    <a:moveTo>
                      <a:pt x="0" y="16583"/>
                    </a:moveTo>
                    <a:lnTo>
                      <a:pt x="795" y="10016"/>
                    </a:lnTo>
                    <a:lnTo>
                      <a:pt x="1262" y="9760"/>
                    </a:lnTo>
                    <a:lnTo>
                      <a:pt x="855" y="9394"/>
                    </a:lnTo>
                    <a:lnTo>
                      <a:pt x="581" y="3975"/>
                    </a:lnTo>
                    <a:cubicBezTo>
                      <a:pt x="525" y="2981"/>
                      <a:pt x="607" y="1983"/>
                      <a:pt x="826" y="1010"/>
                    </a:cubicBezTo>
                    <a:lnTo>
                      <a:pt x="1052" y="0"/>
                    </a:lnTo>
                  </a:path>
                </a:pathLst>
              </a:custGeom>
              <a:noFill/>
              <a:ln w="9525"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490;p32">
                <a:extLst>
                  <a:ext uri="{FF2B5EF4-FFF2-40B4-BE49-F238E27FC236}">
                    <a16:creationId xmlns:a16="http://schemas.microsoft.com/office/drawing/2014/main" id="{44029651-2DB9-7F6F-8149-594C0CE20EE8}"/>
                  </a:ext>
                </a:extLst>
              </p:cNvPr>
              <p:cNvSpPr/>
              <p:nvPr/>
            </p:nvSpPr>
            <p:spPr>
              <a:xfrm>
                <a:off x="1620582" y="2564116"/>
                <a:ext cx="309074" cy="315101"/>
              </a:xfrm>
              <a:custGeom>
                <a:avLst/>
                <a:gdLst/>
                <a:ahLst/>
                <a:cxnLst/>
                <a:rect l="l" t="t" r="r" b="b"/>
                <a:pathLst>
                  <a:path w="3795" h="3869" extrusionOk="0">
                    <a:moveTo>
                      <a:pt x="2679" y="1"/>
                    </a:moveTo>
                    <a:cubicBezTo>
                      <a:pt x="3794" y="1675"/>
                      <a:pt x="1377" y="3868"/>
                      <a:pt x="0" y="136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491;p32">
                <a:extLst>
                  <a:ext uri="{FF2B5EF4-FFF2-40B4-BE49-F238E27FC236}">
                    <a16:creationId xmlns:a16="http://schemas.microsoft.com/office/drawing/2014/main" id="{567B4301-C722-4FB4-998E-0B6CF2257EA6}"/>
                  </a:ext>
                </a:extLst>
              </p:cNvPr>
              <p:cNvSpPr/>
              <p:nvPr/>
            </p:nvSpPr>
            <p:spPr>
              <a:xfrm>
                <a:off x="1542480" y="2352288"/>
                <a:ext cx="296125" cy="284316"/>
              </a:xfrm>
              <a:custGeom>
                <a:avLst/>
                <a:gdLst/>
                <a:ahLst/>
                <a:cxnLst/>
                <a:rect l="l" t="t" r="r" b="b"/>
                <a:pathLst>
                  <a:path w="3636" h="3491" extrusionOk="0">
                    <a:moveTo>
                      <a:pt x="724" y="3490"/>
                    </a:moveTo>
                    <a:cubicBezTo>
                      <a:pt x="0" y="1613"/>
                      <a:pt x="2839" y="0"/>
                      <a:pt x="3635" y="274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492;p32">
                <a:extLst>
                  <a:ext uri="{FF2B5EF4-FFF2-40B4-BE49-F238E27FC236}">
                    <a16:creationId xmlns:a16="http://schemas.microsoft.com/office/drawing/2014/main" id="{2AC54D7E-8EF8-D93C-327F-991FE7D99F33}"/>
                  </a:ext>
                </a:extLst>
              </p:cNvPr>
              <p:cNvSpPr/>
              <p:nvPr/>
            </p:nvSpPr>
            <p:spPr>
              <a:xfrm>
                <a:off x="1217368" y="2367925"/>
                <a:ext cx="567328" cy="366328"/>
              </a:xfrm>
              <a:custGeom>
                <a:avLst/>
                <a:gdLst/>
                <a:ahLst/>
                <a:cxnLst/>
                <a:rect l="l" t="t" r="r" b="b"/>
                <a:pathLst>
                  <a:path w="6966" h="4498" extrusionOk="0">
                    <a:moveTo>
                      <a:pt x="6966" y="2034"/>
                    </a:moveTo>
                    <a:lnTo>
                      <a:pt x="6626" y="4497"/>
                    </a:lnTo>
                    <a:cubicBezTo>
                      <a:pt x="5773" y="4400"/>
                      <a:pt x="1997" y="3292"/>
                      <a:pt x="710" y="2381"/>
                    </a:cubicBezTo>
                    <a:cubicBezTo>
                      <a:pt x="160" y="1992"/>
                      <a:pt x="0" y="1242"/>
                      <a:pt x="347" y="662"/>
                    </a:cubicBezTo>
                    <a:cubicBezTo>
                      <a:pt x="491" y="422"/>
                      <a:pt x="703" y="244"/>
                      <a:pt x="947" y="140"/>
                    </a:cubicBezTo>
                    <a:cubicBezTo>
                      <a:pt x="1212" y="26"/>
                      <a:pt x="1511" y="0"/>
                      <a:pt x="1803" y="8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493;p32">
                <a:extLst>
                  <a:ext uri="{FF2B5EF4-FFF2-40B4-BE49-F238E27FC236}">
                    <a16:creationId xmlns:a16="http://schemas.microsoft.com/office/drawing/2014/main" id="{440DF3BB-3A4A-6D32-E205-B04ACCFCA87A}"/>
                  </a:ext>
                </a:extLst>
              </p:cNvPr>
              <p:cNvSpPr/>
              <p:nvPr/>
            </p:nvSpPr>
            <p:spPr>
              <a:xfrm>
                <a:off x="1812049" y="2219702"/>
                <a:ext cx="89017" cy="90890"/>
              </a:xfrm>
              <a:custGeom>
                <a:avLst/>
                <a:gdLst/>
                <a:ahLst/>
                <a:cxnLst/>
                <a:rect l="l" t="t" r="r" b="b"/>
                <a:pathLst>
                  <a:path w="1093" h="1116" extrusionOk="0">
                    <a:moveTo>
                      <a:pt x="978" y="709"/>
                    </a:moveTo>
                    <a:lnTo>
                      <a:pt x="851" y="899"/>
                    </a:lnTo>
                    <a:cubicBezTo>
                      <a:pt x="737" y="1070"/>
                      <a:pt x="506" y="1116"/>
                      <a:pt x="336" y="1002"/>
                    </a:cubicBezTo>
                    <a:lnTo>
                      <a:pt x="218" y="923"/>
                    </a:lnTo>
                    <a:cubicBezTo>
                      <a:pt x="47" y="808"/>
                      <a:pt x="1" y="577"/>
                      <a:pt x="115" y="406"/>
                    </a:cubicBezTo>
                    <a:lnTo>
                      <a:pt x="242" y="217"/>
                    </a:lnTo>
                    <a:cubicBezTo>
                      <a:pt x="355" y="46"/>
                      <a:pt x="587" y="0"/>
                      <a:pt x="758" y="114"/>
                    </a:cubicBezTo>
                    <a:lnTo>
                      <a:pt x="875" y="192"/>
                    </a:lnTo>
                    <a:cubicBezTo>
                      <a:pt x="1047" y="307"/>
                      <a:pt x="1093" y="539"/>
                      <a:pt x="978" y="70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494;p32">
                <a:extLst>
                  <a:ext uri="{FF2B5EF4-FFF2-40B4-BE49-F238E27FC236}">
                    <a16:creationId xmlns:a16="http://schemas.microsoft.com/office/drawing/2014/main" id="{87B48104-08AB-E3CA-F354-46BB4858D581}"/>
                  </a:ext>
                </a:extLst>
              </p:cNvPr>
              <p:cNvSpPr/>
              <p:nvPr/>
            </p:nvSpPr>
            <p:spPr>
              <a:xfrm>
                <a:off x="1648679" y="2210255"/>
                <a:ext cx="313146" cy="532715"/>
              </a:xfrm>
              <a:custGeom>
                <a:avLst/>
                <a:gdLst/>
                <a:ahLst/>
                <a:cxnLst/>
                <a:rect l="l" t="t" r="r" b="b"/>
                <a:pathLst>
                  <a:path w="3845" h="6541" extrusionOk="0">
                    <a:moveTo>
                      <a:pt x="3845" y="1"/>
                    </a:moveTo>
                    <a:cubicBezTo>
                      <a:pt x="3277" y="758"/>
                      <a:pt x="3651" y="3708"/>
                      <a:pt x="2543" y="5450"/>
                    </a:cubicBezTo>
                    <a:cubicBezTo>
                      <a:pt x="2480" y="5549"/>
                      <a:pt x="2409" y="5634"/>
                      <a:pt x="2331" y="5710"/>
                    </a:cubicBezTo>
                    <a:cubicBezTo>
                      <a:pt x="2307" y="5733"/>
                      <a:pt x="2282" y="5754"/>
                      <a:pt x="2257" y="5775"/>
                    </a:cubicBezTo>
                    <a:cubicBezTo>
                      <a:pt x="1320" y="6541"/>
                      <a:pt x="1" y="5431"/>
                      <a:pt x="546" y="4349"/>
                    </a:cubicBezTo>
                    <a:lnTo>
                      <a:pt x="869" y="3706"/>
                    </a:lnTo>
                    <a:lnTo>
                      <a:pt x="2552" y="362"/>
                    </a:ln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495;p32">
                <a:extLst>
                  <a:ext uri="{FF2B5EF4-FFF2-40B4-BE49-F238E27FC236}">
                    <a16:creationId xmlns:a16="http://schemas.microsoft.com/office/drawing/2014/main" id="{CB34F997-6C1C-D7B5-F6A4-79D4CAC0DF5A}"/>
                  </a:ext>
                </a:extLst>
              </p:cNvPr>
              <p:cNvSpPr/>
              <p:nvPr/>
            </p:nvSpPr>
            <p:spPr>
              <a:xfrm>
                <a:off x="1648679" y="2511994"/>
                <a:ext cx="189924" cy="231215"/>
              </a:xfrm>
              <a:custGeom>
                <a:avLst/>
                <a:gdLst/>
                <a:ahLst/>
                <a:cxnLst/>
                <a:rect l="l" t="t" r="r" b="b"/>
                <a:pathLst>
                  <a:path w="2332" h="2839" extrusionOk="0">
                    <a:moveTo>
                      <a:pt x="2331" y="2005"/>
                    </a:moveTo>
                    <a:cubicBezTo>
                      <a:pt x="2309" y="2026"/>
                      <a:pt x="2285" y="2047"/>
                      <a:pt x="2261" y="2066"/>
                    </a:cubicBezTo>
                    <a:cubicBezTo>
                      <a:pt x="1324" y="2838"/>
                      <a:pt x="1" y="1727"/>
                      <a:pt x="546" y="643"/>
                    </a:cubicBezTo>
                    <a:lnTo>
                      <a:pt x="869" y="1"/>
                    </a:lnTo>
                    <a:cubicBezTo>
                      <a:pt x="658" y="1682"/>
                      <a:pt x="1457" y="2560"/>
                      <a:pt x="2330" y="2004"/>
                    </a:cubicBezTo>
                    <a:cubicBezTo>
                      <a:pt x="2330" y="2004"/>
                      <a:pt x="2330" y="2004"/>
                      <a:pt x="2331" y="2005"/>
                    </a:cubicBez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496;p32">
                <a:extLst>
                  <a:ext uri="{FF2B5EF4-FFF2-40B4-BE49-F238E27FC236}">
                    <a16:creationId xmlns:a16="http://schemas.microsoft.com/office/drawing/2014/main" id="{952C5019-0775-1EFB-4771-5A012A1C85D6}"/>
                  </a:ext>
                </a:extLst>
              </p:cNvPr>
              <p:cNvSpPr/>
              <p:nvPr/>
            </p:nvSpPr>
            <p:spPr>
              <a:xfrm>
                <a:off x="1831514" y="2238026"/>
                <a:ext cx="112879" cy="100907"/>
              </a:xfrm>
              <a:custGeom>
                <a:avLst/>
                <a:gdLst/>
                <a:ahLst/>
                <a:cxnLst/>
                <a:rect l="l" t="t" r="r" b="b"/>
                <a:pathLst>
                  <a:path w="1386" h="1239" extrusionOk="0">
                    <a:moveTo>
                      <a:pt x="268" y="0"/>
                    </a:moveTo>
                    <a:lnTo>
                      <a:pt x="1385" y="794"/>
                    </a:lnTo>
                    <a:lnTo>
                      <a:pt x="1293" y="1238"/>
                    </a:lnTo>
                    <a:lnTo>
                      <a:pt x="1" y="45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497;p32">
                <a:extLst>
                  <a:ext uri="{FF2B5EF4-FFF2-40B4-BE49-F238E27FC236}">
                    <a16:creationId xmlns:a16="http://schemas.microsoft.com/office/drawing/2014/main" id="{3E044B02-2952-65CE-1F75-EED84B2DEE9F}"/>
                  </a:ext>
                </a:extLst>
              </p:cNvPr>
              <p:cNvSpPr/>
              <p:nvPr/>
            </p:nvSpPr>
            <p:spPr>
              <a:xfrm>
                <a:off x="931999" y="2282086"/>
                <a:ext cx="530761" cy="808643"/>
              </a:xfrm>
              <a:custGeom>
                <a:avLst/>
                <a:gdLst/>
                <a:ahLst/>
                <a:cxnLst/>
                <a:rect l="l" t="t" r="r" b="b"/>
                <a:pathLst>
                  <a:path w="6517" h="9929" extrusionOk="0">
                    <a:moveTo>
                      <a:pt x="6516" y="9917"/>
                    </a:moveTo>
                    <a:lnTo>
                      <a:pt x="1737" y="9925"/>
                    </a:lnTo>
                    <a:lnTo>
                      <a:pt x="0" y="9929"/>
                    </a:lnTo>
                    <a:cubicBezTo>
                      <a:pt x="0" y="9929"/>
                      <a:pt x="317" y="9162"/>
                      <a:pt x="593" y="8149"/>
                    </a:cubicBezTo>
                    <a:cubicBezTo>
                      <a:pt x="825" y="7297"/>
                      <a:pt x="1027" y="6274"/>
                      <a:pt x="990" y="5386"/>
                    </a:cubicBezTo>
                    <a:cubicBezTo>
                      <a:pt x="969" y="4854"/>
                      <a:pt x="900" y="4296"/>
                      <a:pt x="900" y="3725"/>
                    </a:cubicBezTo>
                    <a:cubicBezTo>
                      <a:pt x="901" y="3361"/>
                      <a:pt x="597" y="849"/>
                      <a:pt x="900" y="617"/>
                    </a:cubicBezTo>
                    <a:cubicBezTo>
                      <a:pt x="1599" y="85"/>
                      <a:pt x="3608" y="0"/>
                      <a:pt x="3487" y="114"/>
                    </a:cubicBezTo>
                    <a:lnTo>
                      <a:pt x="5061" y="1008"/>
                    </a:lnTo>
                    <a:cubicBezTo>
                      <a:pt x="5149" y="1310"/>
                      <a:pt x="6001" y="2492"/>
                      <a:pt x="6138" y="3177"/>
                    </a:cubicBezTo>
                    <a:cubicBezTo>
                      <a:pt x="6150" y="3228"/>
                      <a:pt x="6160" y="3282"/>
                      <a:pt x="6168" y="3335"/>
                    </a:cubicBezTo>
                    <a:cubicBezTo>
                      <a:pt x="6195" y="3513"/>
                      <a:pt x="6214" y="3696"/>
                      <a:pt x="6211" y="3883"/>
                    </a:cubicBezTo>
                    <a:cubicBezTo>
                      <a:pt x="6212" y="3936"/>
                      <a:pt x="6210" y="3991"/>
                      <a:pt x="6203" y="4046"/>
                    </a:cubicBezTo>
                    <a:cubicBezTo>
                      <a:pt x="6201" y="4125"/>
                      <a:pt x="6192" y="4207"/>
                      <a:pt x="6178" y="4287"/>
                    </a:cubicBezTo>
                    <a:cubicBezTo>
                      <a:pt x="6101" y="4760"/>
                      <a:pt x="5882" y="5230"/>
                      <a:pt x="5420" y="5643"/>
                    </a:cubicBezTo>
                    <a:lnTo>
                      <a:pt x="5427" y="5675"/>
                    </a:lnTo>
                    <a:lnTo>
                      <a:pt x="5428" y="5682"/>
                    </a:lnTo>
                    <a:lnTo>
                      <a:pt x="5735" y="6869"/>
                    </a:lnTo>
                    <a:lnTo>
                      <a:pt x="6041" y="8065"/>
                    </a:lnTo>
                    <a:lnTo>
                      <a:pt x="6049" y="809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498;p32">
                <a:extLst>
                  <a:ext uri="{FF2B5EF4-FFF2-40B4-BE49-F238E27FC236}">
                    <a16:creationId xmlns:a16="http://schemas.microsoft.com/office/drawing/2014/main" id="{3D9934D3-DD13-8DAB-E2BD-7D17FB7CCE2B}"/>
                  </a:ext>
                </a:extLst>
              </p:cNvPr>
              <p:cNvSpPr/>
              <p:nvPr/>
            </p:nvSpPr>
            <p:spPr>
              <a:xfrm>
                <a:off x="831257" y="2452542"/>
                <a:ext cx="567817" cy="687619"/>
              </a:xfrm>
              <a:custGeom>
                <a:avLst/>
                <a:gdLst/>
                <a:ahLst/>
                <a:cxnLst/>
                <a:rect l="l" t="t" r="r" b="b"/>
                <a:pathLst>
                  <a:path w="6972" h="8443" extrusionOk="0">
                    <a:moveTo>
                      <a:pt x="3148" y="7245"/>
                    </a:moveTo>
                    <a:lnTo>
                      <a:pt x="2974" y="7832"/>
                    </a:lnTo>
                    <a:lnTo>
                      <a:pt x="2854" y="8237"/>
                    </a:lnTo>
                    <a:lnTo>
                      <a:pt x="2535" y="8443"/>
                    </a:lnTo>
                    <a:lnTo>
                      <a:pt x="1384" y="8443"/>
                    </a:lnTo>
                    <a:cubicBezTo>
                      <a:pt x="0" y="8302"/>
                      <a:pt x="273" y="6779"/>
                      <a:pt x="1830" y="6056"/>
                    </a:cubicBezTo>
                    <a:cubicBezTo>
                      <a:pt x="2062" y="5204"/>
                      <a:pt x="2264" y="4181"/>
                      <a:pt x="2227" y="3293"/>
                    </a:cubicBezTo>
                    <a:cubicBezTo>
                      <a:pt x="2206" y="2761"/>
                      <a:pt x="2137" y="2203"/>
                      <a:pt x="2137" y="1632"/>
                    </a:cubicBezTo>
                    <a:lnTo>
                      <a:pt x="3713" y="0"/>
                    </a:lnTo>
                    <a:lnTo>
                      <a:pt x="3675" y="3847"/>
                    </a:lnTo>
                    <a:lnTo>
                      <a:pt x="6792" y="3847"/>
                    </a:lnTo>
                    <a:lnTo>
                      <a:pt x="6972" y="477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499;p32">
                <a:extLst>
                  <a:ext uri="{FF2B5EF4-FFF2-40B4-BE49-F238E27FC236}">
                    <a16:creationId xmlns:a16="http://schemas.microsoft.com/office/drawing/2014/main" id="{52139AB9-57A1-8504-375E-E131D67791BF}"/>
                  </a:ext>
                </a:extLst>
              </p:cNvPr>
              <p:cNvSpPr/>
              <p:nvPr/>
            </p:nvSpPr>
            <p:spPr>
              <a:xfrm>
                <a:off x="1355573" y="1888155"/>
                <a:ext cx="170785" cy="170703"/>
              </a:xfrm>
              <a:custGeom>
                <a:avLst/>
                <a:gdLst/>
                <a:ahLst/>
                <a:cxnLst/>
                <a:rect l="l" t="t" r="r" b="b"/>
                <a:pathLst>
                  <a:path w="2097" h="2096" extrusionOk="0">
                    <a:moveTo>
                      <a:pt x="2096" y="1049"/>
                    </a:moveTo>
                    <a:cubicBezTo>
                      <a:pt x="2096" y="1627"/>
                      <a:pt x="1628" y="2096"/>
                      <a:pt x="1049" y="2096"/>
                    </a:cubicBezTo>
                    <a:cubicBezTo>
                      <a:pt x="471" y="2096"/>
                      <a:pt x="1" y="1627"/>
                      <a:pt x="1" y="1049"/>
                    </a:cubicBezTo>
                    <a:cubicBezTo>
                      <a:pt x="1" y="470"/>
                      <a:pt x="471" y="0"/>
                      <a:pt x="1049" y="0"/>
                    </a:cubicBezTo>
                    <a:cubicBezTo>
                      <a:pt x="1628" y="0"/>
                      <a:pt x="2096" y="470"/>
                      <a:pt x="2096" y="10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00;p32">
                <a:extLst>
                  <a:ext uri="{FF2B5EF4-FFF2-40B4-BE49-F238E27FC236}">
                    <a16:creationId xmlns:a16="http://schemas.microsoft.com/office/drawing/2014/main" id="{EB19524F-75D0-8B7B-0E29-DC18CA30660C}"/>
                  </a:ext>
                </a:extLst>
              </p:cNvPr>
              <p:cNvSpPr/>
              <p:nvPr/>
            </p:nvSpPr>
            <p:spPr>
              <a:xfrm>
                <a:off x="1268757" y="1791647"/>
                <a:ext cx="170703" cy="170785"/>
              </a:xfrm>
              <a:custGeom>
                <a:avLst/>
                <a:gdLst/>
                <a:ahLst/>
                <a:cxnLst/>
                <a:rect l="l" t="t" r="r" b="b"/>
                <a:pathLst>
                  <a:path w="2096" h="2097" extrusionOk="0">
                    <a:moveTo>
                      <a:pt x="2096" y="1048"/>
                    </a:moveTo>
                    <a:cubicBezTo>
                      <a:pt x="2096" y="1627"/>
                      <a:pt x="1627" y="2096"/>
                      <a:pt x="1047" y="2096"/>
                    </a:cubicBezTo>
                    <a:cubicBezTo>
                      <a:pt x="469" y="2096"/>
                      <a:pt x="0" y="1627"/>
                      <a:pt x="0" y="1048"/>
                    </a:cubicBezTo>
                    <a:cubicBezTo>
                      <a:pt x="0" y="470"/>
                      <a:pt x="469" y="1"/>
                      <a:pt x="1047" y="1"/>
                    </a:cubicBezTo>
                    <a:cubicBezTo>
                      <a:pt x="1627" y="1"/>
                      <a:pt x="2096" y="470"/>
                      <a:pt x="2096" y="10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01;p32">
                <a:extLst>
                  <a:ext uri="{FF2B5EF4-FFF2-40B4-BE49-F238E27FC236}">
                    <a16:creationId xmlns:a16="http://schemas.microsoft.com/office/drawing/2014/main" id="{4D7E5169-F5EC-633D-4FF2-36F8E986E2D9}"/>
                  </a:ext>
                </a:extLst>
              </p:cNvPr>
              <p:cNvSpPr/>
              <p:nvPr/>
            </p:nvSpPr>
            <p:spPr>
              <a:xfrm>
                <a:off x="1157183" y="1822676"/>
                <a:ext cx="170785" cy="170785"/>
              </a:xfrm>
              <a:custGeom>
                <a:avLst/>
                <a:gdLst/>
                <a:ahLst/>
                <a:cxnLst/>
                <a:rect l="l" t="t" r="r" b="b"/>
                <a:pathLst>
                  <a:path w="2097" h="2097" extrusionOk="0">
                    <a:moveTo>
                      <a:pt x="2096" y="1049"/>
                    </a:moveTo>
                    <a:cubicBezTo>
                      <a:pt x="2096" y="1627"/>
                      <a:pt x="1626" y="2096"/>
                      <a:pt x="1048" y="2096"/>
                    </a:cubicBezTo>
                    <a:cubicBezTo>
                      <a:pt x="469" y="2096"/>
                      <a:pt x="1" y="1627"/>
                      <a:pt x="1" y="1049"/>
                    </a:cubicBezTo>
                    <a:cubicBezTo>
                      <a:pt x="1" y="469"/>
                      <a:pt x="469" y="1"/>
                      <a:pt x="1048" y="1"/>
                    </a:cubicBezTo>
                    <a:cubicBezTo>
                      <a:pt x="1626" y="1"/>
                      <a:pt x="2096" y="469"/>
                      <a:pt x="2096" y="10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02;p32">
                <a:extLst>
                  <a:ext uri="{FF2B5EF4-FFF2-40B4-BE49-F238E27FC236}">
                    <a16:creationId xmlns:a16="http://schemas.microsoft.com/office/drawing/2014/main" id="{6FD600B6-A786-6E53-BDA1-195BF0426ABA}"/>
                  </a:ext>
                </a:extLst>
              </p:cNvPr>
              <p:cNvSpPr/>
              <p:nvPr/>
            </p:nvSpPr>
            <p:spPr>
              <a:xfrm>
                <a:off x="1100989" y="1945327"/>
                <a:ext cx="120616" cy="196032"/>
              </a:xfrm>
              <a:custGeom>
                <a:avLst/>
                <a:gdLst/>
                <a:ahLst/>
                <a:cxnLst/>
                <a:rect l="l" t="t" r="r" b="b"/>
                <a:pathLst>
                  <a:path w="1481" h="2407" extrusionOk="0">
                    <a:moveTo>
                      <a:pt x="423" y="182"/>
                    </a:moveTo>
                    <a:cubicBezTo>
                      <a:pt x="0" y="1266"/>
                      <a:pt x="150" y="1956"/>
                      <a:pt x="834" y="2407"/>
                    </a:cubicBezTo>
                    <a:lnTo>
                      <a:pt x="1481" y="1700"/>
                    </a:lnTo>
                    <a:lnTo>
                      <a:pt x="109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03;p32">
                <a:extLst>
                  <a:ext uri="{FF2B5EF4-FFF2-40B4-BE49-F238E27FC236}">
                    <a16:creationId xmlns:a16="http://schemas.microsoft.com/office/drawing/2014/main" id="{778E7D75-AB2A-400E-DF1A-6929A230A07C}"/>
                  </a:ext>
                </a:extLst>
              </p:cNvPr>
              <p:cNvSpPr/>
              <p:nvPr/>
            </p:nvSpPr>
            <p:spPr>
              <a:xfrm>
                <a:off x="1165327" y="2083777"/>
                <a:ext cx="182431" cy="323245"/>
              </a:xfrm>
              <a:custGeom>
                <a:avLst/>
                <a:gdLst/>
                <a:ahLst/>
                <a:cxnLst/>
                <a:rect l="l" t="t" r="r" b="b"/>
                <a:pathLst>
                  <a:path w="2240" h="3969" extrusionOk="0">
                    <a:moveTo>
                      <a:pt x="0" y="0"/>
                    </a:moveTo>
                    <a:lnTo>
                      <a:pt x="246" y="2640"/>
                    </a:lnTo>
                    <a:lnTo>
                      <a:pt x="2211" y="3968"/>
                    </a:lnTo>
                    <a:lnTo>
                      <a:pt x="2240" y="715"/>
                    </a:ln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04;p32">
                <a:extLst>
                  <a:ext uri="{FF2B5EF4-FFF2-40B4-BE49-F238E27FC236}">
                    <a16:creationId xmlns:a16="http://schemas.microsoft.com/office/drawing/2014/main" id="{DD1D5BCC-D4D6-EFD8-26A0-E1D9C6A770C4}"/>
                  </a:ext>
                </a:extLst>
              </p:cNvPr>
              <p:cNvSpPr/>
              <p:nvPr/>
            </p:nvSpPr>
            <p:spPr>
              <a:xfrm>
                <a:off x="1139103" y="2143799"/>
                <a:ext cx="61733" cy="66376"/>
              </a:xfrm>
              <a:custGeom>
                <a:avLst/>
                <a:gdLst/>
                <a:ahLst/>
                <a:cxnLst/>
                <a:rect l="l" t="t" r="r" b="b"/>
                <a:pathLst>
                  <a:path w="758" h="815" extrusionOk="0">
                    <a:moveTo>
                      <a:pt x="1" y="0"/>
                    </a:moveTo>
                    <a:lnTo>
                      <a:pt x="466" y="814"/>
                    </a:lnTo>
                    <a:lnTo>
                      <a:pt x="758" y="19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05;p32">
                <a:extLst>
                  <a:ext uri="{FF2B5EF4-FFF2-40B4-BE49-F238E27FC236}">
                    <a16:creationId xmlns:a16="http://schemas.microsoft.com/office/drawing/2014/main" id="{39EBF546-C2DC-CF87-D275-B3A81E7AF7A5}"/>
                  </a:ext>
                </a:extLst>
              </p:cNvPr>
              <p:cNvSpPr/>
              <p:nvPr/>
            </p:nvSpPr>
            <p:spPr>
              <a:xfrm>
                <a:off x="1244569" y="2187125"/>
                <a:ext cx="103188" cy="129331"/>
              </a:xfrm>
              <a:custGeom>
                <a:avLst/>
                <a:gdLst/>
                <a:ahLst/>
                <a:cxnLst/>
                <a:rect l="l" t="t" r="r" b="b"/>
                <a:pathLst>
                  <a:path w="1267" h="1588" extrusionOk="0">
                    <a:moveTo>
                      <a:pt x="1248" y="1588"/>
                    </a:moveTo>
                    <a:cubicBezTo>
                      <a:pt x="1248" y="1588"/>
                      <a:pt x="35" y="1368"/>
                      <a:pt x="0" y="0"/>
                    </a:cubicBezTo>
                    <a:lnTo>
                      <a:pt x="1267" y="413"/>
                    </a:ln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06;p32">
                <a:extLst>
                  <a:ext uri="{FF2B5EF4-FFF2-40B4-BE49-F238E27FC236}">
                    <a16:creationId xmlns:a16="http://schemas.microsoft.com/office/drawing/2014/main" id="{AD5B5C32-9C7F-2EEB-C661-CA7E43A7E18A}"/>
                  </a:ext>
                </a:extLst>
              </p:cNvPr>
              <p:cNvSpPr/>
              <p:nvPr/>
            </p:nvSpPr>
            <p:spPr>
              <a:xfrm>
                <a:off x="1375038" y="1927247"/>
                <a:ext cx="91216" cy="143909"/>
              </a:xfrm>
              <a:custGeom>
                <a:avLst/>
                <a:gdLst/>
                <a:ahLst/>
                <a:cxnLst/>
                <a:rect l="l" t="t" r="r" b="b"/>
                <a:pathLst>
                  <a:path w="1120" h="1767" extrusionOk="0">
                    <a:moveTo>
                      <a:pt x="457" y="0"/>
                    </a:moveTo>
                    <a:cubicBezTo>
                      <a:pt x="1042" y="720"/>
                      <a:pt x="1120" y="1666"/>
                      <a:pt x="1120" y="1666"/>
                    </a:cubicBezTo>
                    <a:lnTo>
                      <a:pt x="484" y="1767"/>
                    </a:lnTo>
                    <a:lnTo>
                      <a:pt x="1" y="244"/>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07;p32">
                <a:extLst>
                  <a:ext uri="{FF2B5EF4-FFF2-40B4-BE49-F238E27FC236}">
                    <a16:creationId xmlns:a16="http://schemas.microsoft.com/office/drawing/2014/main" id="{0778A1D9-34B6-CF3E-8600-7EB575A5CA8E}"/>
                  </a:ext>
                </a:extLst>
              </p:cNvPr>
              <p:cNvSpPr/>
              <p:nvPr/>
            </p:nvSpPr>
            <p:spPr>
              <a:xfrm>
                <a:off x="1171517" y="1915356"/>
                <a:ext cx="310052" cy="365107"/>
              </a:xfrm>
              <a:custGeom>
                <a:avLst/>
                <a:gdLst/>
                <a:ahLst/>
                <a:cxnLst/>
                <a:rect l="l" t="t" r="r" b="b"/>
                <a:pathLst>
                  <a:path w="3807" h="4483" extrusionOk="0">
                    <a:moveTo>
                      <a:pt x="123" y="989"/>
                    </a:moveTo>
                    <a:lnTo>
                      <a:pt x="312" y="1738"/>
                    </a:lnTo>
                    <a:lnTo>
                      <a:pt x="399" y="2078"/>
                    </a:lnTo>
                    <a:lnTo>
                      <a:pt x="631" y="2995"/>
                    </a:lnTo>
                    <a:cubicBezTo>
                      <a:pt x="755" y="3489"/>
                      <a:pt x="1128" y="3884"/>
                      <a:pt x="1615" y="4038"/>
                    </a:cubicBezTo>
                    <a:lnTo>
                      <a:pt x="2371" y="4276"/>
                    </a:lnTo>
                    <a:cubicBezTo>
                      <a:pt x="3027" y="4483"/>
                      <a:pt x="3701" y="4028"/>
                      <a:pt x="3762" y="3343"/>
                    </a:cubicBezTo>
                    <a:cubicBezTo>
                      <a:pt x="3806" y="2840"/>
                      <a:pt x="3806" y="2254"/>
                      <a:pt x="3615" y="1631"/>
                    </a:cubicBezTo>
                    <a:cubicBezTo>
                      <a:pt x="3393" y="908"/>
                      <a:pt x="2813" y="342"/>
                      <a:pt x="2122" y="117"/>
                    </a:cubicBezTo>
                    <a:lnTo>
                      <a:pt x="2119" y="116"/>
                    </a:lnTo>
                    <a:lnTo>
                      <a:pt x="1998" y="79"/>
                    </a:lnTo>
                    <a:lnTo>
                      <a:pt x="1985" y="76"/>
                    </a:lnTo>
                    <a:cubicBezTo>
                      <a:pt x="1925" y="61"/>
                      <a:pt x="1862" y="47"/>
                      <a:pt x="1800" y="37"/>
                    </a:cubicBezTo>
                    <a:cubicBezTo>
                      <a:pt x="1653" y="10"/>
                      <a:pt x="1499" y="0"/>
                      <a:pt x="1345" y="5"/>
                    </a:cubicBezTo>
                    <a:lnTo>
                      <a:pt x="856" y="18"/>
                    </a:lnTo>
                    <a:cubicBezTo>
                      <a:pt x="357" y="33"/>
                      <a:pt x="1" y="505"/>
                      <a:pt x="123" y="989"/>
                    </a:cubicBez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08;p32">
                <a:extLst>
                  <a:ext uri="{FF2B5EF4-FFF2-40B4-BE49-F238E27FC236}">
                    <a16:creationId xmlns:a16="http://schemas.microsoft.com/office/drawing/2014/main" id="{76E718C2-DF5C-9BF2-02D5-45CC6B9D1DED}"/>
                  </a:ext>
                </a:extLst>
              </p:cNvPr>
              <p:cNvSpPr/>
              <p:nvPr/>
            </p:nvSpPr>
            <p:spPr>
              <a:xfrm>
                <a:off x="1410057" y="2026686"/>
                <a:ext cx="103921" cy="115160"/>
              </a:xfrm>
              <a:custGeom>
                <a:avLst/>
                <a:gdLst/>
                <a:ahLst/>
                <a:cxnLst/>
                <a:rect l="l" t="t" r="r" b="b"/>
                <a:pathLst>
                  <a:path w="1276" h="1414" fill="none" extrusionOk="0">
                    <a:moveTo>
                      <a:pt x="1275" y="707"/>
                    </a:moveTo>
                    <a:cubicBezTo>
                      <a:pt x="1275" y="1098"/>
                      <a:pt x="989" y="1413"/>
                      <a:pt x="638" y="1413"/>
                    </a:cubicBezTo>
                    <a:cubicBezTo>
                      <a:pt x="286" y="1413"/>
                      <a:pt x="1" y="1098"/>
                      <a:pt x="1" y="707"/>
                    </a:cubicBezTo>
                    <a:cubicBezTo>
                      <a:pt x="1" y="317"/>
                      <a:pt x="286" y="0"/>
                      <a:pt x="638" y="0"/>
                    </a:cubicBezTo>
                    <a:cubicBezTo>
                      <a:pt x="989" y="0"/>
                      <a:pt x="1275" y="317"/>
                      <a:pt x="1275" y="707"/>
                    </a:cubicBezTo>
                    <a:close/>
                  </a:path>
                </a:pathLst>
              </a:custGeom>
              <a:solidFill>
                <a:schemeClr val="accent4"/>
              </a:solidFill>
              <a:ln w="9525" cap="flat" cmpd="sng">
                <a:solidFill>
                  <a:schemeClr val="accent4"/>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09;p32">
                <a:extLst>
                  <a:ext uri="{FF2B5EF4-FFF2-40B4-BE49-F238E27FC236}">
                    <a16:creationId xmlns:a16="http://schemas.microsoft.com/office/drawing/2014/main" id="{562FEAD7-5FE6-7502-8D90-C671BAF9E428}"/>
                  </a:ext>
                </a:extLst>
              </p:cNvPr>
              <p:cNvSpPr/>
              <p:nvPr/>
            </p:nvSpPr>
            <p:spPr>
              <a:xfrm>
                <a:off x="1416980" y="2070420"/>
                <a:ext cx="26957" cy="54241"/>
              </a:xfrm>
              <a:custGeom>
                <a:avLst/>
                <a:gdLst/>
                <a:ahLst/>
                <a:cxnLst/>
                <a:rect l="l" t="t" r="r" b="b"/>
                <a:pathLst>
                  <a:path w="331" h="666" extrusionOk="0">
                    <a:moveTo>
                      <a:pt x="313" y="318"/>
                    </a:moveTo>
                    <a:cubicBezTo>
                      <a:pt x="331" y="498"/>
                      <a:pt x="278" y="650"/>
                      <a:pt x="197" y="658"/>
                    </a:cubicBezTo>
                    <a:cubicBezTo>
                      <a:pt x="114" y="666"/>
                      <a:pt x="34" y="527"/>
                      <a:pt x="17" y="347"/>
                    </a:cubicBezTo>
                    <a:cubicBezTo>
                      <a:pt x="0" y="168"/>
                      <a:pt x="52" y="16"/>
                      <a:pt x="134" y="9"/>
                    </a:cubicBezTo>
                    <a:cubicBezTo>
                      <a:pt x="215" y="1"/>
                      <a:pt x="296" y="139"/>
                      <a:pt x="313" y="31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10;p32">
                <a:extLst>
                  <a:ext uri="{FF2B5EF4-FFF2-40B4-BE49-F238E27FC236}">
                    <a16:creationId xmlns:a16="http://schemas.microsoft.com/office/drawing/2014/main" id="{98A453DC-AFB0-BB86-65A8-2288B805E219}"/>
                  </a:ext>
                </a:extLst>
              </p:cNvPr>
              <p:cNvSpPr/>
              <p:nvPr/>
            </p:nvSpPr>
            <p:spPr>
              <a:xfrm>
                <a:off x="1341728" y="2074655"/>
                <a:ext cx="129086" cy="117766"/>
              </a:xfrm>
              <a:custGeom>
                <a:avLst/>
                <a:gdLst/>
                <a:ahLst/>
                <a:cxnLst/>
                <a:rect l="l" t="t" r="r" b="b"/>
                <a:pathLst>
                  <a:path w="1585" h="1446" extrusionOk="0">
                    <a:moveTo>
                      <a:pt x="718" y="0"/>
                    </a:moveTo>
                    <a:cubicBezTo>
                      <a:pt x="883" y="395"/>
                      <a:pt x="1154" y="476"/>
                      <a:pt x="1343" y="479"/>
                    </a:cubicBezTo>
                    <a:cubicBezTo>
                      <a:pt x="1464" y="480"/>
                      <a:pt x="1563" y="574"/>
                      <a:pt x="1572" y="695"/>
                    </a:cubicBezTo>
                    <a:cubicBezTo>
                      <a:pt x="1585" y="854"/>
                      <a:pt x="1504" y="1006"/>
                      <a:pt x="1363" y="1082"/>
                    </a:cubicBezTo>
                    <a:lnTo>
                      <a:pt x="867" y="1351"/>
                    </a:lnTo>
                    <a:cubicBezTo>
                      <a:pt x="589" y="1445"/>
                      <a:pt x="291" y="1278"/>
                      <a:pt x="225" y="992"/>
                    </a:cubicBezTo>
                    <a:lnTo>
                      <a:pt x="0" y="24"/>
                    </a:ln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11;p32">
                <a:extLst>
                  <a:ext uri="{FF2B5EF4-FFF2-40B4-BE49-F238E27FC236}">
                    <a16:creationId xmlns:a16="http://schemas.microsoft.com/office/drawing/2014/main" id="{705CB5C3-A225-3F2A-F0FC-244EAA94232D}"/>
                  </a:ext>
                </a:extLst>
              </p:cNvPr>
              <p:cNvSpPr/>
              <p:nvPr/>
            </p:nvSpPr>
            <p:spPr>
              <a:xfrm>
                <a:off x="1397841" y="2073597"/>
                <a:ext cx="75742" cy="106038"/>
              </a:xfrm>
              <a:custGeom>
                <a:avLst/>
                <a:gdLst/>
                <a:ahLst/>
                <a:cxnLst/>
                <a:rect l="l" t="t" r="r" b="b"/>
                <a:pathLst>
                  <a:path w="930" h="1302" extrusionOk="0">
                    <a:moveTo>
                      <a:pt x="361" y="1301"/>
                    </a:moveTo>
                    <a:lnTo>
                      <a:pt x="331" y="1245"/>
                    </a:lnTo>
                    <a:lnTo>
                      <a:pt x="659" y="1067"/>
                    </a:lnTo>
                    <a:cubicBezTo>
                      <a:pt x="788" y="997"/>
                      <a:pt x="864" y="857"/>
                      <a:pt x="852" y="710"/>
                    </a:cubicBezTo>
                    <a:cubicBezTo>
                      <a:pt x="843" y="605"/>
                      <a:pt x="758" y="525"/>
                      <a:pt x="654" y="524"/>
                    </a:cubicBezTo>
                    <a:cubicBezTo>
                      <a:pt x="449" y="521"/>
                      <a:pt x="170" y="432"/>
                      <a:pt x="1" y="26"/>
                    </a:cubicBezTo>
                    <a:lnTo>
                      <a:pt x="59" y="1"/>
                    </a:lnTo>
                    <a:cubicBezTo>
                      <a:pt x="215" y="375"/>
                      <a:pt x="468" y="458"/>
                      <a:pt x="654" y="460"/>
                    </a:cubicBezTo>
                    <a:cubicBezTo>
                      <a:pt x="792" y="462"/>
                      <a:pt x="904" y="568"/>
                      <a:pt x="915" y="705"/>
                    </a:cubicBezTo>
                    <a:cubicBezTo>
                      <a:pt x="929" y="876"/>
                      <a:pt x="840" y="1041"/>
                      <a:pt x="689" y="1123"/>
                    </a:cubicBez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12;p32">
                <a:extLst>
                  <a:ext uri="{FF2B5EF4-FFF2-40B4-BE49-F238E27FC236}">
                    <a16:creationId xmlns:a16="http://schemas.microsoft.com/office/drawing/2014/main" id="{9AB4542A-6DDB-812C-6ED8-A8A41AA99EA1}"/>
                  </a:ext>
                </a:extLst>
              </p:cNvPr>
              <p:cNvSpPr/>
              <p:nvPr/>
            </p:nvSpPr>
            <p:spPr>
              <a:xfrm>
                <a:off x="1328209" y="2083695"/>
                <a:ext cx="27120" cy="54241"/>
              </a:xfrm>
              <a:custGeom>
                <a:avLst/>
                <a:gdLst/>
                <a:ahLst/>
                <a:cxnLst/>
                <a:rect l="l" t="t" r="r" b="b"/>
                <a:pathLst>
                  <a:path w="333" h="666" extrusionOk="0">
                    <a:moveTo>
                      <a:pt x="315" y="318"/>
                    </a:moveTo>
                    <a:cubicBezTo>
                      <a:pt x="332" y="497"/>
                      <a:pt x="280" y="649"/>
                      <a:pt x="197" y="657"/>
                    </a:cubicBezTo>
                    <a:cubicBezTo>
                      <a:pt x="116" y="665"/>
                      <a:pt x="35" y="526"/>
                      <a:pt x="18" y="346"/>
                    </a:cubicBezTo>
                    <a:cubicBezTo>
                      <a:pt x="1" y="167"/>
                      <a:pt x="53" y="15"/>
                      <a:pt x="136" y="7"/>
                    </a:cubicBezTo>
                    <a:cubicBezTo>
                      <a:pt x="217" y="0"/>
                      <a:pt x="297" y="138"/>
                      <a:pt x="315" y="31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13;p32">
                <a:extLst>
                  <a:ext uri="{FF2B5EF4-FFF2-40B4-BE49-F238E27FC236}">
                    <a16:creationId xmlns:a16="http://schemas.microsoft.com/office/drawing/2014/main" id="{5E01ABAB-8842-D15C-C686-40A3D4A998DF}"/>
                  </a:ext>
                </a:extLst>
              </p:cNvPr>
              <p:cNvSpPr/>
              <p:nvPr/>
            </p:nvSpPr>
            <p:spPr>
              <a:xfrm>
                <a:off x="1273888" y="2018379"/>
                <a:ext cx="83723" cy="47074"/>
              </a:xfrm>
              <a:custGeom>
                <a:avLst/>
                <a:gdLst/>
                <a:ahLst/>
                <a:cxnLst/>
                <a:rect l="l" t="t" r="r" b="b"/>
                <a:pathLst>
                  <a:path w="1028" h="578" extrusionOk="0">
                    <a:moveTo>
                      <a:pt x="520" y="408"/>
                    </a:moveTo>
                    <a:cubicBezTo>
                      <a:pt x="112" y="578"/>
                      <a:pt x="0" y="368"/>
                      <a:pt x="293" y="190"/>
                    </a:cubicBezTo>
                    <a:cubicBezTo>
                      <a:pt x="607" y="1"/>
                      <a:pt x="1028" y="196"/>
                      <a:pt x="520" y="4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14;p32">
                <a:extLst>
                  <a:ext uri="{FF2B5EF4-FFF2-40B4-BE49-F238E27FC236}">
                    <a16:creationId xmlns:a16="http://schemas.microsoft.com/office/drawing/2014/main" id="{ADD22A5D-8459-D48B-A644-4ACA0238C404}"/>
                  </a:ext>
                </a:extLst>
              </p:cNvPr>
              <p:cNvSpPr/>
              <p:nvPr/>
            </p:nvSpPr>
            <p:spPr>
              <a:xfrm>
                <a:off x="1385951" y="2014959"/>
                <a:ext cx="58231" cy="26306"/>
              </a:xfrm>
              <a:custGeom>
                <a:avLst/>
                <a:gdLst/>
                <a:ahLst/>
                <a:cxnLst/>
                <a:rect l="l" t="t" r="r" b="b"/>
                <a:pathLst>
                  <a:path w="715" h="323" extrusionOk="0">
                    <a:moveTo>
                      <a:pt x="319" y="259"/>
                    </a:moveTo>
                    <a:cubicBezTo>
                      <a:pt x="0" y="206"/>
                      <a:pt x="90" y="6"/>
                      <a:pt x="355" y="4"/>
                    </a:cubicBezTo>
                    <a:cubicBezTo>
                      <a:pt x="642" y="0"/>
                      <a:pt x="715" y="323"/>
                      <a:pt x="319" y="2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15;p32">
                <a:extLst>
                  <a:ext uri="{FF2B5EF4-FFF2-40B4-BE49-F238E27FC236}">
                    <a16:creationId xmlns:a16="http://schemas.microsoft.com/office/drawing/2014/main" id="{BA4C8308-FA47-DB9A-2A02-28C545CCDC95}"/>
                  </a:ext>
                </a:extLst>
              </p:cNvPr>
              <p:cNvSpPr/>
              <p:nvPr/>
            </p:nvSpPr>
            <p:spPr>
              <a:xfrm>
                <a:off x="1352641" y="2185660"/>
                <a:ext cx="59860" cy="42513"/>
              </a:xfrm>
              <a:custGeom>
                <a:avLst/>
                <a:gdLst/>
                <a:ahLst/>
                <a:cxnLst/>
                <a:rect l="l" t="t" r="r" b="b"/>
                <a:pathLst>
                  <a:path w="735" h="522" extrusionOk="0">
                    <a:moveTo>
                      <a:pt x="734" y="58"/>
                    </a:moveTo>
                    <a:lnTo>
                      <a:pt x="0" y="1"/>
                    </a:lnTo>
                    <a:cubicBezTo>
                      <a:pt x="0" y="1"/>
                      <a:pt x="84" y="425"/>
                      <a:pt x="296" y="471"/>
                    </a:cubicBezTo>
                    <a:cubicBezTo>
                      <a:pt x="527" y="521"/>
                      <a:pt x="734" y="58"/>
                      <a:pt x="734" y="5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16;p32">
                <a:extLst>
                  <a:ext uri="{FF2B5EF4-FFF2-40B4-BE49-F238E27FC236}">
                    <a16:creationId xmlns:a16="http://schemas.microsoft.com/office/drawing/2014/main" id="{4C7B5F54-C373-9F45-A377-C5C3C39DB388}"/>
                  </a:ext>
                </a:extLst>
              </p:cNvPr>
              <p:cNvSpPr/>
              <p:nvPr/>
            </p:nvSpPr>
            <p:spPr>
              <a:xfrm>
                <a:off x="1278693" y="2053236"/>
                <a:ext cx="103921" cy="115160"/>
              </a:xfrm>
              <a:custGeom>
                <a:avLst/>
                <a:gdLst/>
                <a:ahLst/>
                <a:cxnLst/>
                <a:rect l="l" t="t" r="r" b="b"/>
                <a:pathLst>
                  <a:path w="1276" h="1414" fill="none" extrusionOk="0">
                    <a:moveTo>
                      <a:pt x="1275" y="707"/>
                    </a:moveTo>
                    <a:cubicBezTo>
                      <a:pt x="1275" y="1096"/>
                      <a:pt x="991" y="1413"/>
                      <a:pt x="638" y="1413"/>
                    </a:cubicBezTo>
                    <a:cubicBezTo>
                      <a:pt x="286" y="1413"/>
                      <a:pt x="1" y="1096"/>
                      <a:pt x="1" y="707"/>
                    </a:cubicBezTo>
                    <a:cubicBezTo>
                      <a:pt x="1" y="316"/>
                      <a:pt x="286" y="0"/>
                      <a:pt x="638" y="0"/>
                    </a:cubicBezTo>
                    <a:cubicBezTo>
                      <a:pt x="991" y="0"/>
                      <a:pt x="1275" y="316"/>
                      <a:pt x="1275" y="707"/>
                    </a:cubicBezTo>
                    <a:close/>
                  </a:path>
                </a:pathLst>
              </a:custGeom>
              <a:solidFill>
                <a:schemeClr val="accent4"/>
              </a:solidFill>
              <a:ln w="9525" cap="flat" cmpd="sng">
                <a:solidFill>
                  <a:schemeClr val="accent4"/>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17;p32">
                <a:extLst>
                  <a:ext uri="{FF2B5EF4-FFF2-40B4-BE49-F238E27FC236}">
                    <a16:creationId xmlns:a16="http://schemas.microsoft.com/office/drawing/2014/main" id="{4127FBB3-655F-7E80-1B51-977CB5983FD6}"/>
                  </a:ext>
                </a:extLst>
              </p:cNvPr>
              <p:cNvSpPr/>
              <p:nvPr/>
            </p:nvSpPr>
            <p:spPr>
              <a:xfrm>
                <a:off x="1220789" y="2083532"/>
                <a:ext cx="58069" cy="16533"/>
              </a:xfrm>
              <a:custGeom>
                <a:avLst/>
                <a:gdLst/>
                <a:ahLst/>
                <a:cxnLst/>
                <a:rect l="l" t="t" r="r" b="b"/>
                <a:pathLst>
                  <a:path w="713" h="203" fill="none" extrusionOk="0">
                    <a:moveTo>
                      <a:pt x="713" y="202"/>
                    </a:moveTo>
                    <a:lnTo>
                      <a:pt x="0" y="1"/>
                    </a:lnTo>
                  </a:path>
                </a:pathLst>
              </a:custGeom>
              <a:solidFill>
                <a:schemeClr val="accent4"/>
              </a:solidFill>
              <a:ln w="9525" cap="flat" cmpd="sng">
                <a:solidFill>
                  <a:schemeClr val="accent4"/>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18;p32">
                <a:extLst>
                  <a:ext uri="{FF2B5EF4-FFF2-40B4-BE49-F238E27FC236}">
                    <a16:creationId xmlns:a16="http://schemas.microsoft.com/office/drawing/2014/main" id="{7ABAC95E-A5C7-D078-4483-30613C24CE65}"/>
                  </a:ext>
                </a:extLst>
              </p:cNvPr>
              <p:cNvSpPr/>
              <p:nvPr/>
            </p:nvSpPr>
            <p:spPr>
              <a:xfrm>
                <a:off x="1064015" y="1884735"/>
                <a:ext cx="235124" cy="207027"/>
              </a:xfrm>
              <a:custGeom>
                <a:avLst/>
                <a:gdLst/>
                <a:ahLst/>
                <a:cxnLst/>
                <a:rect l="l" t="t" r="r" b="b"/>
                <a:pathLst>
                  <a:path w="2887" h="2542" extrusionOk="0">
                    <a:moveTo>
                      <a:pt x="2502" y="386"/>
                    </a:moveTo>
                    <a:cubicBezTo>
                      <a:pt x="2887" y="1296"/>
                      <a:pt x="2161" y="2541"/>
                      <a:pt x="641" y="2450"/>
                    </a:cubicBezTo>
                    <a:cubicBezTo>
                      <a:pt x="0" y="1157"/>
                      <a:pt x="28" y="0"/>
                      <a:pt x="2502" y="3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19;p32">
                <a:extLst>
                  <a:ext uri="{FF2B5EF4-FFF2-40B4-BE49-F238E27FC236}">
                    <a16:creationId xmlns:a16="http://schemas.microsoft.com/office/drawing/2014/main" id="{C1A62160-BAA2-E60E-9EC5-68BA35D3424C}"/>
                  </a:ext>
                </a:extLst>
              </p:cNvPr>
              <p:cNvSpPr/>
              <p:nvPr/>
            </p:nvSpPr>
            <p:spPr>
              <a:xfrm>
                <a:off x="1036162" y="1921627"/>
                <a:ext cx="189109" cy="270552"/>
              </a:xfrm>
              <a:custGeom>
                <a:avLst/>
                <a:gdLst/>
                <a:ahLst/>
                <a:cxnLst/>
                <a:rect l="l" t="t" r="r" b="b"/>
                <a:pathLst>
                  <a:path w="2322" h="3322" extrusionOk="0">
                    <a:moveTo>
                      <a:pt x="2321" y="2099"/>
                    </a:moveTo>
                    <a:cubicBezTo>
                      <a:pt x="794" y="1"/>
                      <a:pt x="1" y="3322"/>
                      <a:pt x="2245" y="3148"/>
                    </a:cubicBez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20;p32">
                <a:extLst>
                  <a:ext uri="{FF2B5EF4-FFF2-40B4-BE49-F238E27FC236}">
                    <a16:creationId xmlns:a16="http://schemas.microsoft.com/office/drawing/2014/main" id="{5EAEDA05-1D4F-F7ED-CB51-968828214A12}"/>
                  </a:ext>
                </a:extLst>
              </p:cNvPr>
              <p:cNvSpPr/>
              <p:nvPr/>
            </p:nvSpPr>
            <p:spPr>
              <a:xfrm>
                <a:off x="1168829" y="1983115"/>
                <a:ext cx="57336" cy="151564"/>
              </a:xfrm>
              <a:custGeom>
                <a:avLst/>
                <a:gdLst/>
                <a:ahLst/>
                <a:cxnLst/>
                <a:rect l="l" t="t" r="r" b="b"/>
                <a:pathLst>
                  <a:path w="704" h="1861" extrusionOk="0">
                    <a:moveTo>
                      <a:pt x="675" y="0"/>
                    </a:moveTo>
                    <a:lnTo>
                      <a:pt x="704" y="1762"/>
                    </a:lnTo>
                    <a:lnTo>
                      <a:pt x="556" y="1860"/>
                    </a:lnTo>
                    <a:lnTo>
                      <a:pt x="1" y="16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21;p32">
                <a:extLst>
                  <a:ext uri="{FF2B5EF4-FFF2-40B4-BE49-F238E27FC236}">
                    <a16:creationId xmlns:a16="http://schemas.microsoft.com/office/drawing/2014/main" id="{E63B344F-94D7-6304-9A56-EA9D052A9F28}"/>
                  </a:ext>
                </a:extLst>
              </p:cNvPr>
              <p:cNvSpPr/>
              <p:nvPr/>
            </p:nvSpPr>
            <p:spPr>
              <a:xfrm>
                <a:off x="1230643" y="1858918"/>
                <a:ext cx="190087" cy="111821"/>
              </a:xfrm>
              <a:custGeom>
                <a:avLst/>
                <a:gdLst/>
                <a:ahLst/>
                <a:cxnLst/>
                <a:rect l="l" t="t" r="r" b="b"/>
                <a:pathLst>
                  <a:path w="2334" h="1373" extrusionOk="0">
                    <a:moveTo>
                      <a:pt x="1" y="894"/>
                    </a:moveTo>
                    <a:cubicBezTo>
                      <a:pt x="1222" y="1372"/>
                      <a:pt x="2334" y="977"/>
                      <a:pt x="2334" y="977"/>
                    </a:cubicBezTo>
                    <a:cubicBezTo>
                      <a:pt x="2334" y="977"/>
                      <a:pt x="1928" y="0"/>
                      <a:pt x="1" y="89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22;p32">
                <a:extLst>
                  <a:ext uri="{FF2B5EF4-FFF2-40B4-BE49-F238E27FC236}">
                    <a16:creationId xmlns:a16="http://schemas.microsoft.com/office/drawing/2014/main" id="{3C5275E9-DD69-6FE2-AEF4-922C45068B6F}"/>
                  </a:ext>
                </a:extLst>
              </p:cNvPr>
              <p:cNvSpPr/>
              <p:nvPr/>
            </p:nvSpPr>
            <p:spPr>
              <a:xfrm>
                <a:off x="1020363" y="1897439"/>
                <a:ext cx="84700" cy="131285"/>
              </a:xfrm>
              <a:custGeom>
                <a:avLst/>
                <a:gdLst/>
                <a:ahLst/>
                <a:cxnLst/>
                <a:rect l="l" t="t" r="r" b="b"/>
                <a:pathLst>
                  <a:path w="1040" h="1612" extrusionOk="0">
                    <a:moveTo>
                      <a:pt x="1039" y="620"/>
                    </a:moveTo>
                    <a:cubicBezTo>
                      <a:pt x="1039" y="1"/>
                      <a:pt x="355" y="298"/>
                      <a:pt x="826" y="699"/>
                    </a:cubicBezTo>
                    <a:cubicBezTo>
                      <a:pt x="0" y="588"/>
                      <a:pt x="624" y="1611"/>
                      <a:pt x="1004" y="125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23;p32">
                <a:extLst>
                  <a:ext uri="{FF2B5EF4-FFF2-40B4-BE49-F238E27FC236}">
                    <a16:creationId xmlns:a16="http://schemas.microsoft.com/office/drawing/2014/main" id="{5C63558B-9203-7D67-1815-052586F90AE3}"/>
                  </a:ext>
                </a:extLst>
              </p:cNvPr>
              <p:cNvSpPr/>
              <p:nvPr/>
            </p:nvSpPr>
            <p:spPr>
              <a:xfrm>
                <a:off x="1133647" y="2233465"/>
                <a:ext cx="239522" cy="176323"/>
              </a:xfrm>
              <a:custGeom>
                <a:avLst/>
                <a:gdLst/>
                <a:ahLst/>
                <a:cxnLst/>
                <a:rect l="l" t="t" r="r" b="b"/>
                <a:pathLst>
                  <a:path w="2941" h="2165" extrusionOk="0">
                    <a:moveTo>
                      <a:pt x="2676" y="2164"/>
                    </a:moveTo>
                    <a:lnTo>
                      <a:pt x="2676" y="2164"/>
                    </a:lnTo>
                    <a:cubicBezTo>
                      <a:pt x="2941" y="725"/>
                      <a:pt x="1586" y="420"/>
                      <a:pt x="564" y="0"/>
                    </a:cubicBezTo>
                    <a:lnTo>
                      <a:pt x="0" y="72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24;p32">
                <a:extLst>
                  <a:ext uri="{FF2B5EF4-FFF2-40B4-BE49-F238E27FC236}">
                    <a16:creationId xmlns:a16="http://schemas.microsoft.com/office/drawing/2014/main" id="{DA7F6BCD-F2D8-A877-AE30-D2345A73F886}"/>
                  </a:ext>
                </a:extLst>
              </p:cNvPr>
              <p:cNvSpPr/>
              <p:nvPr/>
            </p:nvSpPr>
            <p:spPr>
              <a:xfrm>
                <a:off x="950894" y="2728627"/>
                <a:ext cx="177382" cy="119558"/>
              </a:xfrm>
              <a:custGeom>
                <a:avLst/>
                <a:gdLst/>
                <a:ahLst/>
                <a:cxnLst/>
                <a:rect l="l" t="t" r="r" b="b"/>
                <a:pathLst>
                  <a:path w="2178" h="1468" extrusionOk="0">
                    <a:moveTo>
                      <a:pt x="102" y="209"/>
                    </a:moveTo>
                    <a:cubicBezTo>
                      <a:pt x="1182" y="1"/>
                      <a:pt x="2177" y="303"/>
                      <a:pt x="1645" y="1370"/>
                    </a:cubicBezTo>
                    <a:lnTo>
                      <a:pt x="0" y="146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25;p32">
                <a:extLst>
                  <a:ext uri="{FF2B5EF4-FFF2-40B4-BE49-F238E27FC236}">
                    <a16:creationId xmlns:a16="http://schemas.microsoft.com/office/drawing/2014/main" id="{295B86D6-F80E-FAB7-6668-8A2C8FACC8D5}"/>
                  </a:ext>
                </a:extLst>
              </p:cNvPr>
              <p:cNvSpPr/>
              <p:nvPr/>
            </p:nvSpPr>
            <p:spPr>
              <a:xfrm>
                <a:off x="701847" y="2765846"/>
                <a:ext cx="237731" cy="293112"/>
              </a:xfrm>
              <a:custGeom>
                <a:avLst/>
                <a:gdLst/>
                <a:ahLst/>
                <a:cxnLst/>
                <a:rect l="l" t="t" r="r" b="b"/>
                <a:pathLst>
                  <a:path w="2919" h="3599" extrusionOk="0">
                    <a:moveTo>
                      <a:pt x="2919" y="2844"/>
                    </a:moveTo>
                    <a:cubicBezTo>
                      <a:pt x="0" y="3599"/>
                      <a:pt x="473" y="469"/>
                      <a:pt x="22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26;p32">
                <a:extLst>
                  <a:ext uri="{FF2B5EF4-FFF2-40B4-BE49-F238E27FC236}">
                    <a16:creationId xmlns:a16="http://schemas.microsoft.com/office/drawing/2014/main" id="{8ECD876F-8039-2CCF-7B5E-1517430C1C4E}"/>
                  </a:ext>
                </a:extLst>
              </p:cNvPr>
              <p:cNvSpPr/>
              <p:nvPr/>
            </p:nvSpPr>
            <p:spPr>
              <a:xfrm>
                <a:off x="783370" y="2306844"/>
                <a:ext cx="378952" cy="647142"/>
              </a:xfrm>
              <a:custGeom>
                <a:avLst/>
                <a:gdLst/>
                <a:ahLst/>
                <a:cxnLst/>
                <a:rect l="l" t="t" r="r" b="b"/>
                <a:pathLst>
                  <a:path w="4653" h="7946" extrusionOk="0">
                    <a:moveTo>
                      <a:pt x="2048" y="7690"/>
                    </a:moveTo>
                    <a:lnTo>
                      <a:pt x="312" y="7945"/>
                    </a:lnTo>
                    <a:cubicBezTo>
                      <a:pt x="1" y="5484"/>
                      <a:pt x="730" y="2799"/>
                      <a:pt x="2365" y="634"/>
                    </a:cubicBezTo>
                    <a:cubicBezTo>
                      <a:pt x="2747" y="127"/>
                      <a:pt x="3453" y="0"/>
                      <a:pt x="3987" y="342"/>
                    </a:cubicBezTo>
                    <a:cubicBezTo>
                      <a:pt x="4447" y="637"/>
                      <a:pt x="4652" y="1203"/>
                      <a:pt x="4489" y="172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1527;p32">
                <a:extLst>
                  <a:ext uri="{FF2B5EF4-FFF2-40B4-BE49-F238E27FC236}">
                    <a16:creationId xmlns:a16="http://schemas.microsoft.com/office/drawing/2014/main" id="{C82737F4-3B8A-2AE9-5AF2-55F385B8EB77}"/>
                  </a:ext>
                </a:extLst>
              </p:cNvPr>
              <p:cNvSpPr/>
              <p:nvPr/>
            </p:nvSpPr>
            <p:spPr>
              <a:xfrm>
                <a:off x="1246198" y="2668931"/>
                <a:ext cx="245142" cy="165573"/>
              </a:xfrm>
              <a:custGeom>
                <a:avLst/>
                <a:gdLst/>
                <a:ahLst/>
                <a:cxnLst/>
                <a:rect l="l" t="t" r="r" b="b"/>
                <a:pathLst>
                  <a:path w="3010" h="2033" extrusionOk="0">
                    <a:moveTo>
                      <a:pt x="986" y="2033"/>
                    </a:moveTo>
                    <a:lnTo>
                      <a:pt x="3009" y="0"/>
                    </a:lnTo>
                    <a:lnTo>
                      <a:pt x="63" y="796"/>
                    </a:lnTo>
                    <a:lnTo>
                      <a:pt x="1" y="1845"/>
                    </a:ln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28;p32">
                <a:extLst>
                  <a:ext uri="{FF2B5EF4-FFF2-40B4-BE49-F238E27FC236}">
                    <a16:creationId xmlns:a16="http://schemas.microsoft.com/office/drawing/2014/main" id="{0E1869BB-D797-B54D-091D-28A2AC8F38BD}"/>
                  </a:ext>
                </a:extLst>
              </p:cNvPr>
              <p:cNvSpPr/>
              <p:nvPr/>
            </p:nvSpPr>
            <p:spPr>
              <a:xfrm>
                <a:off x="1218427" y="2686930"/>
                <a:ext cx="69959" cy="53833"/>
              </a:xfrm>
              <a:custGeom>
                <a:avLst/>
                <a:gdLst/>
                <a:ahLst/>
                <a:cxnLst/>
                <a:rect l="l" t="t" r="r" b="b"/>
                <a:pathLst>
                  <a:path w="859" h="661" extrusionOk="0">
                    <a:moveTo>
                      <a:pt x="659" y="634"/>
                    </a:moveTo>
                    <a:lnTo>
                      <a:pt x="227" y="655"/>
                    </a:lnTo>
                    <a:cubicBezTo>
                      <a:pt x="99" y="660"/>
                      <a:pt x="1" y="545"/>
                      <a:pt x="26" y="419"/>
                    </a:cubicBezTo>
                    <a:lnTo>
                      <a:pt x="34" y="381"/>
                    </a:lnTo>
                    <a:cubicBezTo>
                      <a:pt x="83" y="144"/>
                      <a:pt x="326" y="1"/>
                      <a:pt x="556" y="72"/>
                    </a:cubicBezTo>
                    <a:cubicBezTo>
                      <a:pt x="712" y="120"/>
                      <a:pt x="825" y="253"/>
                      <a:pt x="845" y="415"/>
                    </a:cubicBezTo>
                    <a:cubicBezTo>
                      <a:pt x="858" y="528"/>
                      <a:pt x="773" y="628"/>
                      <a:pt x="659" y="634"/>
                    </a:cubicBez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29;p32">
                <a:extLst>
                  <a:ext uri="{FF2B5EF4-FFF2-40B4-BE49-F238E27FC236}">
                    <a16:creationId xmlns:a16="http://schemas.microsoft.com/office/drawing/2014/main" id="{A312799D-2EDC-D2A7-A645-8990C40C6415}"/>
                  </a:ext>
                </a:extLst>
              </p:cNvPr>
              <p:cNvSpPr/>
              <p:nvPr/>
            </p:nvSpPr>
            <p:spPr>
              <a:xfrm>
                <a:off x="1347103" y="2594412"/>
                <a:ext cx="180965" cy="128272"/>
              </a:xfrm>
              <a:custGeom>
                <a:avLst/>
                <a:gdLst/>
                <a:ahLst/>
                <a:cxnLst/>
                <a:rect l="l" t="t" r="r" b="b"/>
                <a:pathLst>
                  <a:path w="2222" h="1575" extrusionOk="0">
                    <a:moveTo>
                      <a:pt x="1" y="1575"/>
                    </a:moveTo>
                    <a:lnTo>
                      <a:pt x="1770" y="915"/>
                    </a:lnTo>
                    <a:lnTo>
                      <a:pt x="1782" y="857"/>
                    </a:lnTo>
                    <a:cubicBezTo>
                      <a:pt x="1828" y="629"/>
                      <a:pt x="1970" y="433"/>
                      <a:pt x="2173" y="321"/>
                    </a:cubicBezTo>
                    <a:cubicBezTo>
                      <a:pt x="2205" y="301"/>
                      <a:pt x="2222" y="265"/>
                      <a:pt x="2214" y="230"/>
                    </a:cubicBezTo>
                    <a:cubicBezTo>
                      <a:pt x="2213" y="225"/>
                      <a:pt x="2211" y="219"/>
                      <a:pt x="2208" y="214"/>
                    </a:cubicBezTo>
                    <a:cubicBezTo>
                      <a:pt x="2148" y="75"/>
                      <a:pt x="1999" y="0"/>
                      <a:pt x="1856" y="31"/>
                    </a:cubicBezTo>
                    <a:cubicBezTo>
                      <a:pt x="1832" y="37"/>
                      <a:pt x="1809" y="45"/>
                      <a:pt x="1785" y="56"/>
                    </a:cubicBezTo>
                    <a:lnTo>
                      <a:pt x="1685" y="115"/>
                    </a:lnTo>
                    <a:lnTo>
                      <a:pt x="1674" y="121"/>
                    </a:lnTo>
                    <a:cubicBezTo>
                      <a:pt x="1499" y="221"/>
                      <a:pt x="1385" y="401"/>
                      <a:pt x="1369" y="602"/>
                    </a:cubicBezTo>
                    <a:lnTo>
                      <a:pt x="43" y="1545"/>
                    </a:ln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530;p32">
                <a:extLst>
                  <a:ext uri="{FF2B5EF4-FFF2-40B4-BE49-F238E27FC236}">
                    <a16:creationId xmlns:a16="http://schemas.microsoft.com/office/drawing/2014/main" id="{C9552711-4D48-D717-4D1E-5BC297001002}"/>
                  </a:ext>
                </a:extLst>
              </p:cNvPr>
              <p:cNvSpPr/>
              <p:nvPr/>
            </p:nvSpPr>
            <p:spPr>
              <a:xfrm>
                <a:off x="1403623" y="2603697"/>
                <a:ext cx="102210" cy="114752"/>
              </a:xfrm>
              <a:custGeom>
                <a:avLst/>
                <a:gdLst/>
                <a:ahLst/>
                <a:cxnLst/>
                <a:rect l="l" t="t" r="r" b="b"/>
                <a:pathLst>
                  <a:path w="1255" h="1409" extrusionOk="0">
                    <a:moveTo>
                      <a:pt x="1" y="1408"/>
                    </a:moveTo>
                    <a:lnTo>
                      <a:pt x="779" y="961"/>
                    </a:lnTo>
                    <a:cubicBezTo>
                      <a:pt x="829" y="582"/>
                      <a:pt x="1003" y="405"/>
                      <a:pt x="1207" y="293"/>
                    </a:cubicBezTo>
                    <a:cubicBezTo>
                      <a:pt x="1239" y="275"/>
                      <a:pt x="1255" y="237"/>
                      <a:pt x="1248" y="203"/>
                    </a:cubicBezTo>
                    <a:cubicBezTo>
                      <a:pt x="1246" y="197"/>
                      <a:pt x="1244" y="192"/>
                      <a:pt x="1242" y="187"/>
                    </a:cubicBezTo>
                    <a:cubicBezTo>
                      <a:pt x="1196" y="80"/>
                      <a:pt x="1097" y="12"/>
                      <a:pt x="991" y="1"/>
                    </a:cubicBezTo>
                    <a:lnTo>
                      <a:pt x="980" y="7"/>
                    </a:lnTo>
                    <a:cubicBezTo>
                      <a:pt x="805" y="107"/>
                      <a:pt x="691" y="287"/>
                      <a:pt x="675" y="488"/>
                    </a:cubicBezTo>
                    <a:lnTo>
                      <a:pt x="591" y="905"/>
                    </a:lnTo>
                    <a:close/>
                  </a:path>
                </a:pathLst>
              </a:custGeom>
              <a:solidFill>
                <a:srgbClr val="A35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31;p32">
                <a:extLst>
                  <a:ext uri="{FF2B5EF4-FFF2-40B4-BE49-F238E27FC236}">
                    <a16:creationId xmlns:a16="http://schemas.microsoft.com/office/drawing/2014/main" id="{10318BA9-949E-E451-1D53-096C5D3B30DB}"/>
                  </a:ext>
                </a:extLst>
              </p:cNvPr>
              <p:cNvSpPr/>
              <p:nvPr/>
            </p:nvSpPr>
            <p:spPr>
              <a:xfrm>
                <a:off x="1307442" y="2601091"/>
                <a:ext cx="181372" cy="130064"/>
              </a:xfrm>
              <a:custGeom>
                <a:avLst/>
                <a:gdLst/>
                <a:ahLst/>
                <a:cxnLst/>
                <a:rect l="l" t="t" r="r" b="b"/>
                <a:pathLst>
                  <a:path w="2227" h="1597" extrusionOk="0">
                    <a:moveTo>
                      <a:pt x="1772" y="937"/>
                    </a:moveTo>
                    <a:lnTo>
                      <a:pt x="1783" y="879"/>
                    </a:lnTo>
                    <a:cubicBezTo>
                      <a:pt x="1829" y="651"/>
                      <a:pt x="1970" y="455"/>
                      <a:pt x="2174" y="343"/>
                    </a:cubicBezTo>
                    <a:cubicBezTo>
                      <a:pt x="2212" y="321"/>
                      <a:pt x="2227" y="275"/>
                      <a:pt x="2209" y="236"/>
                    </a:cubicBezTo>
                    <a:cubicBezTo>
                      <a:pt x="2140" y="73"/>
                      <a:pt x="1948" y="1"/>
                      <a:pt x="1788" y="79"/>
                    </a:cubicBezTo>
                    <a:lnTo>
                      <a:pt x="1676" y="143"/>
                    </a:lnTo>
                    <a:cubicBezTo>
                      <a:pt x="1501" y="243"/>
                      <a:pt x="1386" y="424"/>
                      <a:pt x="1370" y="624"/>
                    </a:cubicBezTo>
                    <a:lnTo>
                      <a:pt x="1" y="1597"/>
                    </a:ln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32;p32">
                <a:extLst>
                  <a:ext uri="{FF2B5EF4-FFF2-40B4-BE49-F238E27FC236}">
                    <a16:creationId xmlns:a16="http://schemas.microsoft.com/office/drawing/2014/main" id="{D7A45518-7F6A-3C88-5168-8BFBC174271D}"/>
                  </a:ext>
                </a:extLst>
              </p:cNvPr>
              <p:cNvSpPr/>
              <p:nvPr/>
            </p:nvSpPr>
            <p:spPr>
              <a:xfrm>
                <a:off x="811874" y="2775945"/>
                <a:ext cx="514635" cy="235124"/>
              </a:xfrm>
              <a:custGeom>
                <a:avLst/>
                <a:gdLst/>
                <a:ahLst/>
                <a:cxnLst/>
                <a:rect l="l" t="t" r="r" b="b"/>
                <a:pathLst>
                  <a:path w="6319" h="2887" extrusionOk="0">
                    <a:moveTo>
                      <a:pt x="1830" y="331"/>
                    </a:moveTo>
                    <a:lnTo>
                      <a:pt x="5589" y="1"/>
                    </a:lnTo>
                    <a:lnTo>
                      <a:pt x="6319" y="719"/>
                    </a:lnTo>
                    <a:cubicBezTo>
                      <a:pt x="6319" y="719"/>
                      <a:pt x="4040" y="2465"/>
                      <a:pt x="1646" y="2759"/>
                    </a:cubicBezTo>
                    <a:cubicBezTo>
                      <a:pt x="611" y="2886"/>
                      <a:pt x="1" y="1633"/>
                      <a:pt x="740" y="898"/>
                    </a:cubicBezTo>
                    <a:lnTo>
                      <a:pt x="857" y="783"/>
                    </a:lnTo>
                    <a:cubicBezTo>
                      <a:pt x="1119" y="523"/>
                      <a:pt x="1463" y="363"/>
                      <a:pt x="1830" y="331"/>
                    </a:cubicBezTo>
                    <a:close/>
                  </a:path>
                </a:pathLst>
              </a:custGeom>
              <a:solidFill>
                <a:srgbClr val="C383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33;p32">
                <a:extLst>
                  <a:ext uri="{FF2B5EF4-FFF2-40B4-BE49-F238E27FC236}">
                    <a16:creationId xmlns:a16="http://schemas.microsoft.com/office/drawing/2014/main" id="{FFF45647-2A8F-95BD-C3FA-15663035BB12}"/>
                  </a:ext>
                </a:extLst>
              </p:cNvPr>
              <p:cNvSpPr/>
              <p:nvPr/>
            </p:nvSpPr>
            <p:spPr>
              <a:xfrm>
                <a:off x="926217" y="3090633"/>
                <a:ext cx="369993" cy="123548"/>
              </a:xfrm>
              <a:custGeom>
                <a:avLst/>
                <a:gdLst/>
                <a:ahLst/>
                <a:cxnLst/>
                <a:rect l="l" t="t" r="r" b="b"/>
                <a:pathLst>
                  <a:path w="4543" h="1517" extrusionOk="0">
                    <a:moveTo>
                      <a:pt x="0" y="919"/>
                    </a:moveTo>
                    <a:lnTo>
                      <a:pt x="4307" y="1516"/>
                    </a:lnTo>
                    <a:lnTo>
                      <a:pt x="4542" y="1"/>
                    </a:lnTo>
                    <a:lnTo>
                      <a:pt x="3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34;p32">
                <a:extLst>
                  <a:ext uri="{FF2B5EF4-FFF2-40B4-BE49-F238E27FC236}">
                    <a16:creationId xmlns:a16="http://schemas.microsoft.com/office/drawing/2014/main" id="{E8B1D7A5-31D0-F9BA-18DE-49534A22BB59}"/>
                  </a:ext>
                </a:extLst>
              </p:cNvPr>
              <p:cNvSpPr/>
              <p:nvPr/>
            </p:nvSpPr>
            <p:spPr>
              <a:xfrm>
                <a:off x="1323323" y="3090633"/>
                <a:ext cx="149366" cy="123548"/>
              </a:xfrm>
              <a:custGeom>
                <a:avLst/>
                <a:gdLst/>
                <a:ahLst/>
                <a:cxnLst/>
                <a:rect l="l" t="t" r="r" b="b"/>
                <a:pathLst>
                  <a:path w="1834" h="1517" extrusionOk="0">
                    <a:moveTo>
                      <a:pt x="0" y="1"/>
                    </a:moveTo>
                    <a:lnTo>
                      <a:pt x="273" y="1516"/>
                    </a:lnTo>
                    <a:lnTo>
                      <a:pt x="1834" y="919"/>
                    </a:lnTo>
                    <a:lnTo>
                      <a:pt x="15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35;p32">
                <a:extLst>
                  <a:ext uri="{FF2B5EF4-FFF2-40B4-BE49-F238E27FC236}">
                    <a16:creationId xmlns:a16="http://schemas.microsoft.com/office/drawing/2014/main" id="{706B075A-5B0F-6D24-3557-E45CC69558CB}"/>
                  </a:ext>
                </a:extLst>
              </p:cNvPr>
              <p:cNvSpPr/>
              <p:nvPr/>
            </p:nvSpPr>
            <p:spPr>
              <a:xfrm>
                <a:off x="1482702" y="4293111"/>
                <a:ext cx="239930" cy="272588"/>
              </a:xfrm>
              <a:custGeom>
                <a:avLst/>
                <a:gdLst/>
                <a:ahLst/>
                <a:cxnLst/>
                <a:rect l="l" t="t" r="r" b="b"/>
                <a:pathLst>
                  <a:path w="2946" h="3347" extrusionOk="0">
                    <a:moveTo>
                      <a:pt x="385" y="3347"/>
                    </a:moveTo>
                    <a:lnTo>
                      <a:pt x="2945" y="3347"/>
                    </a:lnTo>
                    <a:lnTo>
                      <a:pt x="2536" y="1"/>
                    </a:lnTo>
                    <a:lnTo>
                      <a:pt x="0" y="19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36;p32">
                <a:extLst>
                  <a:ext uri="{FF2B5EF4-FFF2-40B4-BE49-F238E27FC236}">
                    <a16:creationId xmlns:a16="http://schemas.microsoft.com/office/drawing/2014/main" id="{1AB9ABFE-2223-041F-6605-34DC8F402370}"/>
                  </a:ext>
                </a:extLst>
              </p:cNvPr>
              <p:cNvSpPr/>
              <p:nvPr/>
            </p:nvSpPr>
            <p:spPr>
              <a:xfrm>
                <a:off x="1492068" y="4498831"/>
                <a:ext cx="478719" cy="236916"/>
              </a:xfrm>
              <a:custGeom>
                <a:avLst/>
                <a:gdLst/>
                <a:ahLst/>
                <a:cxnLst/>
                <a:rect l="l" t="t" r="r" b="b"/>
                <a:pathLst>
                  <a:path w="5878" h="2909" extrusionOk="0">
                    <a:moveTo>
                      <a:pt x="72" y="2908"/>
                    </a:moveTo>
                    <a:lnTo>
                      <a:pt x="5878" y="2908"/>
                    </a:lnTo>
                    <a:lnTo>
                      <a:pt x="5726" y="2389"/>
                    </a:lnTo>
                    <a:cubicBezTo>
                      <a:pt x="5675" y="2220"/>
                      <a:pt x="5601" y="2064"/>
                      <a:pt x="5506" y="1922"/>
                    </a:cubicBezTo>
                    <a:cubicBezTo>
                      <a:pt x="5304" y="1620"/>
                      <a:pt x="5009" y="1387"/>
                      <a:pt x="4657" y="1263"/>
                    </a:cubicBezTo>
                    <a:lnTo>
                      <a:pt x="4500" y="1208"/>
                    </a:lnTo>
                    <a:cubicBezTo>
                      <a:pt x="4346" y="1154"/>
                      <a:pt x="4201" y="1083"/>
                      <a:pt x="4067" y="996"/>
                    </a:cubicBezTo>
                    <a:cubicBezTo>
                      <a:pt x="3952" y="922"/>
                      <a:pt x="3844" y="837"/>
                      <a:pt x="3748" y="741"/>
                    </a:cubicBezTo>
                    <a:cubicBezTo>
                      <a:pt x="3537" y="536"/>
                      <a:pt x="3371" y="285"/>
                      <a:pt x="3263" y="0"/>
                    </a:cubicBezTo>
                    <a:lnTo>
                      <a:pt x="1" y="0"/>
                    </a:lnTo>
                    <a:lnTo>
                      <a:pt x="56" y="1922"/>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537;p32">
                <a:extLst>
                  <a:ext uri="{FF2B5EF4-FFF2-40B4-BE49-F238E27FC236}">
                    <a16:creationId xmlns:a16="http://schemas.microsoft.com/office/drawing/2014/main" id="{53C2FA05-EF12-17FA-E6E5-72146E5340FB}"/>
                  </a:ext>
                </a:extLst>
              </p:cNvPr>
              <p:cNvSpPr/>
              <p:nvPr/>
            </p:nvSpPr>
            <p:spPr>
              <a:xfrm>
                <a:off x="1496547" y="4655280"/>
                <a:ext cx="474240" cy="80465"/>
              </a:xfrm>
              <a:custGeom>
                <a:avLst/>
                <a:gdLst/>
                <a:ahLst/>
                <a:cxnLst/>
                <a:rect l="l" t="t" r="r" b="b"/>
                <a:pathLst>
                  <a:path w="5823" h="988" extrusionOk="0">
                    <a:moveTo>
                      <a:pt x="17" y="987"/>
                    </a:moveTo>
                    <a:lnTo>
                      <a:pt x="5823" y="987"/>
                    </a:lnTo>
                    <a:lnTo>
                      <a:pt x="5671" y="468"/>
                    </a:lnTo>
                    <a:cubicBezTo>
                      <a:pt x="5620" y="299"/>
                      <a:pt x="5546" y="143"/>
                      <a:pt x="5451" y="1"/>
                    </a:cubicBezTo>
                    <a:lnTo>
                      <a:pt x="1" y="1"/>
                    </a:lnTo>
                    <a:close/>
                  </a:path>
                </a:pathLst>
              </a:custGeom>
              <a:solidFill>
                <a:schemeClr val="lt1"/>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538;p32">
                <a:extLst>
                  <a:ext uri="{FF2B5EF4-FFF2-40B4-BE49-F238E27FC236}">
                    <a16:creationId xmlns:a16="http://schemas.microsoft.com/office/drawing/2014/main" id="{53F87F76-31D8-3E5F-6EDC-8C66859119E8}"/>
                  </a:ext>
                </a:extLst>
              </p:cNvPr>
              <p:cNvSpPr/>
              <p:nvPr/>
            </p:nvSpPr>
            <p:spPr>
              <a:xfrm>
                <a:off x="1495244" y="4695430"/>
                <a:ext cx="297428" cy="81"/>
              </a:xfrm>
              <a:custGeom>
                <a:avLst/>
                <a:gdLst/>
                <a:ahLst/>
                <a:cxnLst/>
                <a:rect l="l" t="t" r="r" b="b"/>
                <a:pathLst>
                  <a:path w="3652" h="1" fill="none" extrusionOk="0">
                    <a:moveTo>
                      <a:pt x="1" y="1"/>
                    </a:moveTo>
                    <a:lnTo>
                      <a:pt x="3652" y="1"/>
                    </a:lnTo>
                  </a:path>
                </a:pathLst>
              </a:custGeom>
              <a:noFill/>
              <a:ln w="9525" cap="flat" cmpd="sng">
                <a:solidFill>
                  <a:schemeClr val="accent3"/>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539;p32">
                <a:extLst>
                  <a:ext uri="{FF2B5EF4-FFF2-40B4-BE49-F238E27FC236}">
                    <a16:creationId xmlns:a16="http://schemas.microsoft.com/office/drawing/2014/main" id="{6AC7B5B6-60D7-A72B-9805-6E5AC38557A4}"/>
                  </a:ext>
                </a:extLst>
              </p:cNvPr>
              <p:cNvSpPr/>
              <p:nvPr/>
            </p:nvSpPr>
            <p:spPr>
              <a:xfrm>
                <a:off x="1705280" y="4579865"/>
                <a:ext cx="265503" cy="155881"/>
              </a:xfrm>
              <a:custGeom>
                <a:avLst/>
                <a:gdLst/>
                <a:ahLst/>
                <a:cxnLst/>
                <a:rect l="l" t="t" r="r" b="b"/>
                <a:pathLst>
                  <a:path w="3260" h="1914" extrusionOk="0">
                    <a:moveTo>
                      <a:pt x="1" y="1913"/>
                    </a:moveTo>
                    <a:lnTo>
                      <a:pt x="3260" y="1913"/>
                    </a:lnTo>
                    <a:lnTo>
                      <a:pt x="3108" y="1394"/>
                    </a:lnTo>
                    <a:cubicBezTo>
                      <a:pt x="3057" y="1225"/>
                      <a:pt x="2983" y="1069"/>
                      <a:pt x="2888" y="927"/>
                    </a:cubicBezTo>
                    <a:cubicBezTo>
                      <a:pt x="2686" y="625"/>
                      <a:pt x="2391" y="392"/>
                      <a:pt x="2039" y="268"/>
                    </a:cubicBezTo>
                    <a:lnTo>
                      <a:pt x="1882" y="213"/>
                    </a:lnTo>
                    <a:cubicBezTo>
                      <a:pt x="1728" y="159"/>
                      <a:pt x="1583" y="88"/>
                      <a:pt x="1449" y="1"/>
                    </a:cubicBezTo>
                    <a:cubicBezTo>
                      <a:pt x="693" y="350"/>
                      <a:pt x="130" y="1064"/>
                      <a:pt x="1" y="1913"/>
                    </a:cubicBezTo>
                    <a:close/>
                  </a:path>
                </a:pathLst>
              </a:custGeom>
              <a:solidFill>
                <a:schemeClr val="lt1"/>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540;p32">
                <a:extLst>
                  <a:ext uri="{FF2B5EF4-FFF2-40B4-BE49-F238E27FC236}">
                    <a16:creationId xmlns:a16="http://schemas.microsoft.com/office/drawing/2014/main" id="{32128CA8-137E-9871-481D-F1C1EC1BFEE4}"/>
                  </a:ext>
                </a:extLst>
              </p:cNvPr>
              <p:cNvSpPr/>
              <p:nvPr/>
            </p:nvSpPr>
            <p:spPr>
              <a:xfrm>
                <a:off x="1647620" y="4442963"/>
                <a:ext cx="120616" cy="55951"/>
              </a:xfrm>
              <a:custGeom>
                <a:avLst/>
                <a:gdLst/>
                <a:ahLst/>
                <a:cxnLst/>
                <a:rect l="l" t="t" r="r" b="b"/>
                <a:pathLst>
                  <a:path w="1481" h="687" extrusionOk="0">
                    <a:moveTo>
                      <a:pt x="1353" y="686"/>
                    </a:moveTo>
                    <a:lnTo>
                      <a:pt x="1428" y="398"/>
                    </a:lnTo>
                    <a:cubicBezTo>
                      <a:pt x="1480" y="195"/>
                      <a:pt x="1332" y="0"/>
                      <a:pt x="1124" y="0"/>
                    </a:cubicBezTo>
                    <a:lnTo>
                      <a:pt x="833" y="0"/>
                    </a:lnTo>
                    <a:cubicBezTo>
                      <a:pt x="603" y="0"/>
                      <a:pt x="385" y="117"/>
                      <a:pt x="255" y="310"/>
                    </a:cubicBezTo>
                    <a:lnTo>
                      <a:pt x="1" y="686"/>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541;p32">
                <a:extLst>
                  <a:ext uri="{FF2B5EF4-FFF2-40B4-BE49-F238E27FC236}">
                    <a16:creationId xmlns:a16="http://schemas.microsoft.com/office/drawing/2014/main" id="{1B960683-E953-D7A5-B276-D19F6DE0D7BC}"/>
                  </a:ext>
                </a:extLst>
              </p:cNvPr>
              <p:cNvSpPr/>
              <p:nvPr/>
            </p:nvSpPr>
            <p:spPr>
              <a:xfrm>
                <a:off x="1220218" y="3238612"/>
                <a:ext cx="499976" cy="1200707"/>
              </a:xfrm>
              <a:custGeom>
                <a:avLst/>
                <a:gdLst/>
                <a:ahLst/>
                <a:cxnLst/>
                <a:rect l="l" t="t" r="r" b="b"/>
                <a:pathLst>
                  <a:path w="6139" h="14743" extrusionOk="0">
                    <a:moveTo>
                      <a:pt x="1" y="0"/>
                    </a:moveTo>
                    <a:lnTo>
                      <a:pt x="2492" y="7679"/>
                    </a:lnTo>
                    <a:lnTo>
                      <a:pt x="2848" y="14743"/>
                    </a:lnTo>
                    <a:lnTo>
                      <a:pt x="6138" y="14682"/>
                    </a:lnTo>
                    <a:lnTo>
                      <a:pt x="5475" y="7371"/>
                    </a:lnTo>
                    <a:cubicBezTo>
                      <a:pt x="5475" y="7371"/>
                      <a:pt x="4925" y="5542"/>
                      <a:pt x="4328" y="3406"/>
                    </a:cubicBezTo>
                    <a:cubicBezTo>
                      <a:pt x="4062" y="2459"/>
                      <a:pt x="3809" y="1581"/>
                      <a:pt x="3626" y="955"/>
                    </a:cubicBezTo>
                    <a:cubicBezTo>
                      <a:pt x="3454" y="368"/>
                      <a:pt x="3344" y="0"/>
                      <a:pt x="33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542;p32">
                <a:extLst>
                  <a:ext uri="{FF2B5EF4-FFF2-40B4-BE49-F238E27FC236}">
                    <a16:creationId xmlns:a16="http://schemas.microsoft.com/office/drawing/2014/main" id="{69B4FE6E-B22B-C8C7-BA50-289D8F466349}"/>
                  </a:ext>
                </a:extLst>
              </p:cNvPr>
              <p:cNvSpPr/>
              <p:nvPr/>
            </p:nvSpPr>
            <p:spPr>
              <a:xfrm>
                <a:off x="1244895" y="3285440"/>
                <a:ext cx="268516" cy="1152737"/>
              </a:xfrm>
              <a:custGeom>
                <a:avLst/>
                <a:gdLst/>
                <a:ahLst/>
                <a:cxnLst/>
                <a:rect l="l" t="t" r="r" b="b"/>
                <a:pathLst>
                  <a:path w="3297" h="14154" fill="none" extrusionOk="0">
                    <a:moveTo>
                      <a:pt x="3296" y="14154"/>
                    </a:moveTo>
                    <a:lnTo>
                      <a:pt x="2934" y="7017"/>
                    </a:lnTo>
                    <a:lnTo>
                      <a:pt x="905" y="0"/>
                    </a:lnTo>
                    <a:lnTo>
                      <a:pt x="1" y="12"/>
                    </a:lnTo>
                  </a:path>
                </a:pathLst>
              </a:custGeom>
              <a:noFill/>
              <a:ln w="9525"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543;p32">
                <a:extLst>
                  <a:ext uri="{FF2B5EF4-FFF2-40B4-BE49-F238E27FC236}">
                    <a16:creationId xmlns:a16="http://schemas.microsoft.com/office/drawing/2014/main" id="{F4EE541D-CF36-15C6-D11B-FF5F09B7ADE3}"/>
                  </a:ext>
                </a:extLst>
              </p:cNvPr>
              <p:cNvSpPr/>
              <p:nvPr/>
            </p:nvSpPr>
            <p:spPr>
              <a:xfrm>
                <a:off x="578302" y="1762084"/>
                <a:ext cx="450377" cy="318685"/>
              </a:xfrm>
              <a:custGeom>
                <a:avLst/>
                <a:gdLst/>
                <a:ahLst/>
                <a:cxnLst/>
                <a:rect l="l" t="t" r="r" b="b"/>
                <a:pathLst>
                  <a:path w="5530" h="3913" extrusionOk="0">
                    <a:moveTo>
                      <a:pt x="4679" y="1956"/>
                    </a:moveTo>
                    <a:lnTo>
                      <a:pt x="4679" y="2900"/>
                    </a:lnTo>
                    <a:lnTo>
                      <a:pt x="5530" y="3912"/>
                    </a:lnTo>
                    <a:lnTo>
                      <a:pt x="1956" y="3912"/>
                    </a:lnTo>
                    <a:cubicBezTo>
                      <a:pt x="876" y="3912"/>
                      <a:pt x="0" y="3037"/>
                      <a:pt x="0" y="1956"/>
                    </a:cubicBezTo>
                    <a:cubicBezTo>
                      <a:pt x="0" y="876"/>
                      <a:pt x="876" y="0"/>
                      <a:pt x="1956" y="0"/>
                    </a:cubicBezTo>
                    <a:lnTo>
                      <a:pt x="2723" y="0"/>
                    </a:lnTo>
                    <a:cubicBezTo>
                      <a:pt x="3804" y="0"/>
                      <a:pt x="4679" y="876"/>
                      <a:pt x="4679" y="195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544;p32">
                <a:extLst>
                  <a:ext uri="{FF2B5EF4-FFF2-40B4-BE49-F238E27FC236}">
                    <a16:creationId xmlns:a16="http://schemas.microsoft.com/office/drawing/2014/main" id="{61F21C46-CDA7-5C69-5268-B81FC894FFDA}"/>
                  </a:ext>
                </a:extLst>
              </p:cNvPr>
              <p:cNvSpPr/>
              <p:nvPr/>
            </p:nvSpPr>
            <p:spPr>
              <a:xfrm>
                <a:off x="836551" y="1928794"/>
                <a:ext cx="56684" cy="56847"/>
              </a:xfrm>
              <a:custGeom>
                <a:avLst/>
                <a:gdLst/>
                <a:ahLst/>
                <a:cxnLst/>
                <a:rect l="l" t="t" r="r" b="b"/>
                <a:pathLst>
                  <a:path w="696" h="698" extrusionOk="0">
                    <a:moveTo>
                      <a:pt x="1" y="348"/>
                    </a:moveTo>
                    <a:cubicBezTo>
                      <a:pt x="1" y="540"/>
                      <a:pt x="156" y="697"/>
                      <a:pt x="348" y="697"/>
                    </a:cubicBezTo>
                    <a:cubicBezTo>
                      <a:pt x="540" y="697"/>
                      <a:pt x="696" y="540"/>
                      <a:pt x="696" y="348"/>
                    </a:cubicBezTo>
                    <a:cubicBezTo>
                      <a:pt x="696" y="156"/>
                      <a:pt x="540" y="1"/>
                      <a:pt x="348" y="1"/>
                    </a:cubicBezTo>
                    <a:cubicBezTo>
                      <a:pt x="156" y="1"/>
                      <a:pt x="1" y="156"/>
                      <a:pt x="1" y="34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545;p32">
                <a:extLst>
                  <a:ext uri="{FF2B5EF4-FFF2-40B4-BE49-F238E27FC236}">
                    <a16:creationId xmlns:a16="http://schemas.microsoft.com/office/drawing/2014/main" id="{E1AB3B53-7513-DBFE-AAAA-4499F32B54CE}"/>
                  </a:ext>
                </a:extLst>
              </p:cNvPr>
              <p:cNvSpPr/>
              <p:nvPr/>
            </p:nvSpPr>
            <p:spPr>
              <a:xfrm>
                <a:off x="740287" y="1928794"/>
                <a:ext cx="56765" cy="56847"/>
              </a:xfrm>
              <a:custGeom>
                <a:avLst/>
                <a:gdLst/>
                <a:ahLst/>
                <a:cxnLst/>
                <a:rect l="l" t="t" r="r" b="b"/>
                <a:pathLst>
                  <a:path w="697" h="698" extrusionOk="0">
                    <a:moveTo>
                      <a:pt x="1" y="348"/>
                    </a:moveTo>
                    <a:cubicBezTo>
                      <a:pt x="1" y="540"/>
                      <a:pt x="157" y="697"/>
                      <a:pt x="349" y="697"/>
                    </a:cubicBezTo>
                    <a:cubicBezTo>
                      <a:pt x="540" y="697"/>
                      <a:pt x="697" y="540"/>
                      <a:pt x="697" y="348"/>
                    </a:cubicBezTo>
                    <a:cubicBezTo>
                      <a:pt x="697" y="156"/>
                      <a:pt x="540" y="1"/>
                      <a:pt x="349" y="1"/>
                    </a:cubicBezTo>
                    <a:cubicBezTo>
                      <a:pt x="157" y="1"/>
                      <a:pt x="1" y="156"/>
                      <a:pt x="1" y="34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546;p32">
                <a:extLst>
                  <a:ext uri="{FF2B5EF4-FFF2-40B4-BE49-F238E27FC236}">
                    <a16:creationId xmlns:a16="http://schemas.microsoft.com/office/drawing/2014/main" id="{C54CE612-B50F-123D-DF3D-792D19292237}"/>
                  </a:ext>
                </a:extLst>
              </p:cNvPr>
              <p:cNvSpPr/>
              <p:nvPr/>
            </p:nvSpPr>
            <p:spPr>
              <a:xfrm>
                <a:off x="644106" y="1928794"/>
                <a:ext cx="56684" cy="56847"/>
              </a:xfrm>
              <a:custGeom>
                <a:avLst/>
                <a:gdLst/>
                <a:ahLst/>
                <a:cxnLst/>
                <a:rect l="l" t="t" r="r" b="b"/>
                <a:pathLst>
                  <a:path w="696" h="698" extrusionOk="0">
                    <a:moveTo>
                      <a:pt x="1" y="348"/>
                    </a:moveTo>
                    <a:cubicBezTo>
                      <a:pt x="1" y="540"/>
                      <a:pt x="156" y="697"/>
                      <a:pt x="348" y="697"/>
                    </a:cubicBezTo>
                    <a:cubicBezTo>
                      <a:pt x="540" y="697"/>
                      <a:pt x="696" y="540"/>
                      <a:pt x="696" y="348"/>
                    </a:cubicBezTo>
                    <a:cubicBezTo>
                      <a:pt x="696" y="156"/>
                      <a:pt x="540" y="1"/>
                      <a:pt x="348" y="1"/>
                    </a:cubicBezTo>
                    <a:cubicBezTo>
                      <a:pt x="156" y="1"/>
                      <a:pt x="1" y="156"/>
                      <a:pt x="1" y="34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547;p32">
                <a:extLst>
                  <a:ext uri="{FF2B5EF4-FFF2-40B4-BE49-F238E27FC236}">
                    <a16:creationId xmlns:a16="http://schemas.microsoft.com/office/drawing/2014/main" id="{FF21325C-3853-6C3E-3605-0369A5CE8798}"/>
                  </a:ext>
                </a:extLst>
              </p:cNvPr>
              <p:cNvSpPr/>
              <p:nvPr/>
            </p:nvSpPr>
            <p:spPr>
              <a:xfrm>
                <a:off x="457199" y="4743318"/>
                <a:ext cx="114671" cy="81"/>
              </a:xfrm>
              <a:custGeom>
                <a:avLst/>
                <a:gdLst/>
                <a:ahLst/>
                <a:cxnLst/>
                <a:rect l="l" t="t" r="r" b="b"/>
                <a:pathLst>
                  <a:path w="1408" h="1" fill="none" extrusionOk="0">
                    <a:moveTo>
                      <a:pt x="0" y="0"/>
                    </a:moveTo>
                    <a:lnTo>
                      <a:pt x="1407" y="0"/>
                    </a:lnTo>
                  </a:path>
                </a:pathLst>
              </a:custGeom>
              <a:noFill/>
              <a:ln w="475" cap="flat" cmpd="sng">
                <a:solidFill>
                  <a:srgbClr val="A0A6A7"/>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 name="Google Shape;1548;p32">
              <a:extLst>
                <a:ext uri="{FF2B5EF4-FFF2-40B4-BE49-F238E27FC236}">
                  <a16:creationId xmlns:a16="http://schemas.microsoft.com/office/drawing/2014/main" id="{392BB0E4-4F2D-E093-FF2F-3AB417776810}"/>
                </a:ext>
              </a:extLst>
            </p:cNvPr>
            <p:cNvGrpSpPr/>
            <p:nvPr/>
          </p:nvGrpSpPr>
          <p:grpSpPr>
            <a:xfrm>
              <a:off x="769519" y="1930262"/>
              <a:ext cx="610990" cy="1282996"/>
              <a:chOff x="1002469" y="1874709"/>
              <a:chExt cx="610990" cy="1282996"/>
            </a:xfrm>
          </p:grpSpPr>
          <p:sp>
            <p:nvSpPr>
              <p:cNvPr id="6" name="Google Shape;1549;p32">
                <a:extLst>
                  <a:ext uri="{FF2B5EF4-FFF2-40B4-BE49-F238E27FC236}">
                    <a16:creationId xmlns:a16="http://schemas.microsoft.com/office/drawing/2014/main" id="{2D100D56-0ACF-0F7E-EE1A-980A39DDE5EB}"/>
                  </a:ext>
                </a:extLst>
              </p:cNvPr>
              <p:cNvSpPr/>
              <p:nvPr/>
            </p:nvSpPr>
            <p:spPr>
              <a:xfrm flipH="1">
                <a:off x="1247170" y="1874709"/>
                <a:ext cx="72733" cy="819386"/>
              </a:xfrm>
              <a:custGeom>
                <a:avLst/>
                <a:gdLst/>
                <a:ahLst/>
                <a:cxnLst/>
                <a:rect l="l" t="t" r="r" b="b"/>
                <a:pathLst>
                  <a:path w="994" h="11198" extrusionOk="0">
                    <a:moveTo>
                      <a:pt x="472" y="1"/>
                    </a:moveTo>
                    <a:cubicBezTo>
                      <a:pt x="431" y="1"/>
                      <a:pt x="384" y="76"/>
                      <a:pt x="331" y="230"/>
                    </a:cubicBezTo>
                    <a:cubicBezTo>
                      <a:pt x="0" y="1184"/>
                      <a:pt x="331" y="11198"/>
                      <a:pt x="331" y="11198"/>
                    </a:cubicBezTo>
                    <a:lnTo>
                      <a:pt x="994" y="11198"/>
                    </a:lnTo>
                    <a:cubicBezTo>
                      <a:pt x="994" y="11198"/>
                      <a:pt x="987" y="9293"/>
                      <a:pt x="861" y="5327"/>
                    </a:cubicBezTo>
                    <a:cubicBezTo>
                      <a:pt x="756" y="2003"/>
                      <a:pt x="686" y="1"/>
                      <a:pt x="472" y="1"/>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550;p32">
                <a:extLst>
                  <a:ext uri="{FF2B5EF4-FFF2-40B4-BE49-F238E27FC236}">
                    <a16:creationId xmlns:a16="http://schemas.microsoft.com/office/drawing/2014/main" id="{DF333012-49E8-6839-73ED-49C003820D8E}"/>
                  </a:ext>
                </a:extLst>
              </p:cNvPr>
              <p:cNvSpPr/>
              <p:nvPr/>
            </p:nvSpPr>
            <p:spPr>
              <a:xfrm flipH="1">
                <a:off x="1323781" y="2298813"/>
                <a:ext cx="81221" cy="395278"/>
              </a:xfrm>
              <a:custGeom>
                <a:avLst/>
                <a:gdLst/>
                <a:ahLst/>
                <a:cxnLst/>
                <a:rect l="l" t="t" r="r" b="b"/>
                <a:pathLst>
                  <a:path w="1110" h="5402" extrusionOk="0">
                    <a:moveTo>
                      <a:pt x="165" y="1"/>
                    </a:moveTo>
                    <a:cubicBezTo>
                      <a:pt x="1" y="1"/>
                      <a:pt x="109" y="2091"/>
                      <a:pt x="660" y="5402"/>
                    </a:cubicBezTo>
                    <a:lnTo>
                      <a:pt x="1110" y="5402"/>
                    </a:lnTo>
                    <a:cubicBezTo>
                      <a:pt x="661" y="1606"/>
                      <a:pt x="308" y="1"/>
                      <a:pt x="165" y="1"/>
                    </a:cubicBez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551;p32">
                <a:extLst>
                  <a:ext uri="{FF2B5EF4-FFF2-40B4-BE49-F238E27FC236}">
                    <a16:creationId xmlns:a16="http://schemas.microsoft.com/office/drawing/2014/main" id="{572D13F4-2039-1FBD-ACF8-4797E1A1F0F9}"/>
                  </a:ext>
                </a:extLst>
              </p:cNvPr>
              <p:cNvSpPr/>
              <p:nvPr/>
            </p:nvSpPr>
            <p:spPr>
              <a:xfrm flipH="1">
                <a:off x="1210437" y="2145445"/>
                <a:ext cx="72148" cy="548647"/>
              </a:xfrm>
              <a:custGeom>
                <a:avLst/>
                <a:gdLst/>
                <a:ahLst/>
                <a:cxnLst/>
                <a:rect l="l" t="t" r="r" b="b"/>
                <a:pathLst>
                  <a:path w="986" h="7498" extrusionOk="0">
                    <a:moveTo>
                      <a:pt x="773" y="0"/>
                    </a:moveTo>
                    <a:cubicBezTo>
                      <a:pt x="678" y="0"/>
                      <a:pt x="533" y="436"/>
                      <a:pt x="335" y="1220"/>
                    </a:cubicBezTo>
                    <a:cubicBezTo>
                      <a:pt x="0" y="2548"/>
                      <a:pt x="481" y="7498"/>
                      <a:pt x="481" y="7498"/>
                    </a:cubicBezTo>
                    <a:lnTo>
                      <a:pt x="727" y="7498"/>
                    </a:lnTo>
                    <a:cubicBezTo>
                      <a:pt x="953" y="2178"/>
                      <a:pt x="986" y="0"/>
                      <a:pt x="773" y="0"/>
                    </a:cubicBez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552;p32">
                <a:extLst>
                  <a:ext uri="{FF2B5EF4-FFF2-40B4-BE49-F238E27FC236}">
                    <a16:creationId xmlns:a16="http://schemas.microsoft.com/office/drawing/2014/main" id="{F2CFDBE6-28BD-A9DB-6EAC-4E2CD391A952}"/>
                  </a:ext>
                </a:extLst>
              </p:cNvPr>
              <p:cNvSpPr/>
              <p:nvPr/>
            </p:nvSpPr>
            <p:spPr>
              <a:xfrm flipH="1">
                <a:off x="1283316" y="2094810"/>
                <a:ext cx="111808" cy="599283"/>
              </a:xfrm>
              <a:custGeom>
                <a:avLst/>
                <a:gdLst/>
                <a:ahLst/>
                <a:cxnLst/>
                <a:rect l="l" t="t" r="r" b="b"/>
                <a:pathLst>
                  <a:path w="1528" h="8190" extrusionOk="0">
                    <a:moveTo>
                      <a:pt x="760" y="1"/>
                    </a:moveTo>
                    <a:cubicBezTo>
                      <a:pt x="636" y="1"/>
                      <a:pt x="1" y="1017"/>
                      <a:pt x="898" y="8190"/>
                    </a:cubicBezTo>
                    <a:lnTo>
                      <a:pt x="1528" y="8190"/>
                    </a:lnTo>
                    <a:cubicBezTo>
                      <a:pt x="1528" y="8190"/>
                      <a:pt x="873" y="131"/>
                      <a:pt x="775" y="7"/>
                    </a:cubicBezTo>
                    <a:cubicBezTo>
                      <a:pt x="771" y="3"/>
                      <a:pt x="766" y="1"/>
                      <a:pt x="760" y="1"/>
                    </a:cubicBez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553;p32">
                <a:extLst>
                  <a:ext uri="{FF2B5EF4-FFF2-40B4-BE49-F238E27FC236}">
                    <a16:creationId xmlns:a16="http://schemas.microsoft.com/office/drawing/2014/main" id="{37E87C11-3D20-018F-20F2-BD97DC7B31F6}"/>
                  </a:ext>
                </a:extLst>
              </p:cNvPr>
              <p:cNvSpPr/>
              <p:nvPr/>
            </p:nvSpPr>
            <p:spPr>
              <a:xfrm flipH="1">
                <a:off x="1076311" y="2694160"/>
                <a:ext cx="409400" cy="404205"/>
              </a:xfrm>
              <a:custGeom>
                <a:avLst/>
                <a:gdLst/>
                <a:ahLst/>
                <a:cxnLst/>
                <a:rect l="l" t="t" r="r" b="b"/>
                <a:pathLst>
                  <a:path w="5595" h="5524" extrusionOk="0">
                    <a:moveTo>
                      <a:pt x="1465" y="0"/>
                    </a:moveTo>
                    <a:cubicBezTo>
                      <a:pt x="1465" y="1575"/>
                      <a:pt x="489" y="2128"/>
                      <a:pt x="148" y="3127"/>
                    </a:cubicBezTo>
                    <a:cubicBezTo>
                      <a:pt x="89" y="3295"/>
                      <a:pt x="49" y="3474"/>
                      <a:pt x="35" y="3674"/>
                    </a:cubicBezTo>
                    <a:cubicBezTo>
                      <a:pt x="1" y="4150"/>
                      <a:pt x="110" y="4734"/>
                      <a:pt x="467" y="5524"/>
                    </a:cubicBezTo>
                    <a:lnTo>
                      <a:pt x="5013" y="5524"/>
                    </a:lnTo>
                    <a:cubicBezTo>
                      <a:pt x="5449" y="4781"/>
                      <a:pt x="5594" y="4182"/>
                      <a:pt x="5569" y="3673"/>
                    </a:cubicBezTo>
                    <a:cubicBezTo>
                      <a:pt x="5560" y="3476"/>
                      <a:pt x="5524" y="3294"/>
                      <a:pt x="5469" y="3121"/>
                    </a:cubicBezTo>
                    <a:cubicBezTo>
                      <a:pt x="5114" y="1966"/>
                      <a:pt x="3931" y="1248"/>
                      <a:pt x="3931" y="0"/>
                    </a:cubicBezTo>
                    <a:close/>
                  </a:path>
                </a:pathLst>
              </a:custGeom>
              <a:solidFill>
                <a:srgbClr val="ECE8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554;p32">
                <a:extLst>
                  <a:ext uri="{FF2B5EF4-FFF2-40B4-BE49-F238E27FC236}">
                    <a16:creationId xmlns:a16="http://schemas.microsoft.com/office/drawing/2014/main" id="{C3FC8A50-0B42-8F11-E37F-FB0750087EEC}"/>
                  </a:ext>
                </a:extLst>
              </p:cNvPr>
              <p:cNvSpPr/>
              <p:nvPr/>
            </p:nvSpPr>
            <p:spPr>
              <a:xfrm flipH="1">
                <a:off x="1159508" y="2694160"/>
                <a:ext cx="326203" cy="404205"/>
              </a:xfrm>
              <a:custGeom>
                <a:avLst/>
                <a:gdLst/>
                <a:ahLst/>
                <a:cxnLst/>
                <a:rect l="l" t="t" r="r" b="b"/>
                <a:pathLst>
                  <a:path w="4458" h="5524" extrusionOk="0">
                    <a:moveTo>
                      <a:pt x="1465" y="0"/>
                    </a:moveTo>
                    <a:cubicBezTo>
                      <a:pt x="1465" y="1575"/>
                      <a:pt x="489" y="2128"/>
                      <a:pt x="147" y="3127"/>
                    </a:cubicBezTo>
                    <a:cubicBezTo>
                      <a:pt x="89" y="3295"/>
                      <a:pt x="49" y="3474"/>
                      <a:pt x="35" y="3674"/>
                    </a:cubicBezTo>
                    <a:cubicBezTo>
                      <a:pt x="1" y="4150"/>
                      <a:pt x="110" y="4734"/>
                      <a:pt x="467" y="5524"/>
                    </a:cubicBezTo>
                    <a:lnTo>
                      <a:pt x="3877" y="5524"/>
                    </a:lnTo>
                    <a:cubicBezTo>
                      <a:pt x="4313" y="4781"/>
                      <a:pt x="4458" y="4182"/>
                      <a:pt x="4433" y="3673"/>
                    </a:cubicBezTo>
                    <a:cubicBezTo>
                      <a:pt x="4422" y="3476"/>
                      <a:pt x="4388" y="3294"/>
                      <a:pt x="4333" y="3121"/>
                    </a:cubicBezTo>
                    <a:cubicBezTo>
                      <a:pt x="3978" y="1966"/>
                      <a:pt x="2794" y="1248"/>
                      <a:pt x="27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555;p32">
                <a:extLst>
                  <a:ext uri="{FF2B5EF4-FFF2-40B4-BE49-F238E27FC236}">
                    <a16:creationId xmlns:a16="http://schemas.microsoft.com/office/drawing/2014/main" id="{F6ECA9FE-4580-7F3D-6807-C115E78B7F56}"/>
                  </a:ext>
                </a:extLst>
              </p:cNvPr>
              <p:cNvSpPr/>
              <p:nvPr/>
            </p:nvSpPr>
            <p:spPr>
              <a:xfrm flipH="1">
                <a:off x="1107410" y="2010296"/>
                <a:ext cx="150077" cy="683797"/>
              </a:xfrm>
              <a:custGeom>
                <a:avLst/>
                <a:gdLst/>
                <a:ahLst/>
                <a:cxnLst/>
                <a:rect l="l" t="t" r="r" b="b"/>
                <a:pathLst>
                  <a:path w="2051" h="9345" extrusionOk="0">
                    <a:moveTo>
                      <a:pt x="1813" y="0"/>
                    </a:moveTo>
                    <a:cubicBezTo>
                      <a:pt x="1701" y="0"/>
                      <a:pt x="1460" y="746"/>
                      <a:pt x="1107" y="2318"/>
                    </a:cubicBezTo>
                    <a:cubicBezTo>
                      <a:pt x="0" y="7237"/>
                      <a:pt x="246" y="9345"/>
                      <a:pt x="246" y="9345"/>
                    </a:cubicBezTo>
                    <a:lnTo>
                      <a:pt x="621" y="9345"/>
                    </a:lnTo>
                    <a:cubicBezTo>
                      <a:pt x="1704" y="3377"/>
                      <a:pt x="2051" y="0"/>
                      <a:pt x="1813" y="0"/>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556;p32">
                <a:extLst>
                  <a:ext uri="{FF2B5EF4-FFF2-40B4-BE49-F238E27FC236}">
                    <a16:creationId xmlns:a16="http://schemas.microsoft.com/office/drawing/2014/main" id="{2BC849F5-CB1D-129D-218F-90A23E61EA5E}"/>
                  </a:ext>
                </a:extLst>
              </p:cNvPr>
              <p:cNvSpPr/>
              <p:nvPr/>
            </p:nvSpPr>
            <p:spPr>
              <a:xfrm flipH="1">
                <a:off x="1327146" y="2451010"/>
                <a:ext cx="127320" cy="243079"/>
              </a:xfrm>
              <a:custGeom>
                <a:avLst/>
                <a:gdLst/>
                <a:ahLst/>
                <a:cxnLst/>
                <a:rect l="l" t="t" r="r" b="b"/>
                <a:pathLst>
                  <a:path w="1740" h="3322" extrusionOk="0">
                    <a:moveTo>
                      <a:pt x="329" y="1"/>
                    </a:moveTo>
                    <a:cubicBezTo>
                      <a:pt x="0" y="1"/>
                      <a:pt x="409" y="1094"/>
                      <a:pt x="1259" y="3322"/>
                    </a:cubicBezTo>
                    <a:lnTo>
                      <a:pt x="1526" y="3322"/>
                    </a:lnTo>
                    <a:cubicBezTo>
                      <a:pt x="1526" y="3322"/>
                      <a:pt x="1740" y="1009"/>
                      <a:pt x="774" y="248"/>
                    </a:cubicBezTo>
                    <a:cubicBezTo>
                      <a:pt x="566" y="83"/>
                      <a:pt x="420" y="1"/>
                      <a:pt x="329" y="1"/>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557;p32">
                <a:extLst>
                  <a:ext uri="{FF2B5EF4-FFF2-40B4-BE49-F238E27FC236}">
                    <a16:creationId xmlns:a16="http://schemas.microsoft.com/office/drawing/2014/main" id="{37C7911A-D3AC-5FB1-390A-0B787F2998B4}"/>
                  </a:ext>
                </a:extLst>
              </p:cNvPr>
              <p:cNvSpPr/>
              <p:nvPr/>
            </p:nvSpPr>
            <p:spPr>
              <a:xfrm flipH="1">
                <a:off x="1120801" y="2485328"/>
                <a:ext cx="126442" cy="208761"/>
              </a:xfrm>
              <a:custGeom>
                <a:avLst/>
                <a:gdLst/>
                <a:ahLst/>
                <a:cxnLst/>
                <a:rect l="l" t="t" r="r" b="b"/>
                <a:pathLst>
                  <a:path w="1728" h="2853" extrusionOk="0">
                    <a:moveTo>
                      <a:pt x="1533" y="0"/>
                    </a:moveTo>
                    <a:cubicBezTo>
                      <a:pt x="1330" y="0"/>
                      <a:pt x="667" y="1004"/>
                      <a:pt x="1" y="2853"/>
                    </a:cubicBezTo>
                    <a:lnTo>
                      <a:pt x="481" y="2853"/>
                    </a:lnTo>
                    <a:cubicBezTo>
                      <a:pt x="1506" y="906"/>
                      <a:pt x="1727" y="0"/>
                      <a:pt x="1533" y="0"/>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58;p32">
                <a:extLst>
                  <a:ext uri="{FF2B5EF4-FFF2-40B4-BE49-F238E27FC236}">
                    <a16:creationId xmlns:a16="http://schemas.microsoft.com/office/drawing/2014/main" id="{F0B21D75-BE43-110B-E8E1-1216F9E8DA15}"/>
                  </a:ext>
                </a:extLst>
              </p:cNvPr>
              <p:cNvSpPr/>
              <p:nvPr/>
            </p:nvSpPr>
            <p:spPr>
              <a:xfrm flipH="1">
                <a:off x="1078213" y="2862968"/>
                <a:ext cx="404937" cy="101929"/>
              </a:xfrm>
              <a:custGeom>
                <a:avLst/>
                <a:gdLst/>
                <a:ahLst/>
                <a:cxnLst/>
                <a:rect l="l" t="t" r="r" b="b"/>
                <a:pathLst>
                  <a:path w="5534" h="1393" extrusionOk="0">
                    <a:moveTo>
                      <a:pt x="1491" y="0"/>
                    </a:moveTo>
                    <a:cubicBezTo>
                      <a:pt x="1034" y="0"/>
                      <a:pt x="801" y="305"/>
                      <a:pt x="632" y="528"/>
                    </a:cubicBezTo>
                    <a:cubicBezTo>
                      <a:pt x="466" y="746"/>
                      <a:pt x="381" y="836"/>
                      <a:pt x="216" y="836"/>
                    </a:cubicBezTo>
                    <a:cubicBezTo>
                      <a:pt x="177" y="836"/>
                      <a:pt x="144" y="830"/>
                      <a:pt x="112" y="821"/>
                    </a:cubicBezTo>
                    <a:cubicBezTo>
                      <a:pt x="54" y="988"/>
                      <a:pt x="14" y="1167"/>
                      <a:pt x="1" y="1367"/>
                    </a:cubicBezTo>
                    <a:cubicBezTo>
                      <a:pt x="66" y="1383"/>
                      <a:pt x="138" y="1392"/>
                      <a:pt x="216" y="1392"/>
                    </a:cubicBezTo>
                    <a:cubicBezTo>
                      <a:pt x="673" y="1392"/>
                      <a:pt x="906" y="1088"/>
                      <a:pt x="1076" y="865"/>
                    </a:cubicBezTo>
                    <a:cubicBezTo>
                      <a:pt x="1241" y="646"/>
                      <a:pt x="1326" y="557"/>
                      <a:pt x="1491" y="557"/>
                    </a:cubicBezTo>
                    <a:cubicBezTo>
                      <a:pt x="1655" y="557"/>
                      <a:pt x="1739" y="646"/>
                      <a:pt x="1906" y="865"/>
                    </a:cubicBezTo>
                    <a:cubicBezTo>
                      <a:pt x="2076" y="1088"/>
                      <a:pt x="2308" y="1392"/>
                      <a:pt x="2764" y="1392"/>
                    </a:cubicBezTo>
                    <a:cubicBezTo>
                      <a:pt x="3220" y="1392"/>
                      <a:pt x="3453" y="1088"/>
                      <a:pt x="3623" y="865"/>
                    </a:cubicBezTo>
                    <a:cubicBezTo>
                      <a:pt x="3788" y="646"/>
                      <a:pt x="3874" y="557"/>
                      <a:pt x="4038" y="557"/>
                    </a:cubicBezTo>
                    <a:cubicBezTo>
                      <a:pt x="4202" y="557"/>
                      <a:pt x="4286" y="646"/>
                      <a:pt x="4454" y="865"/>
                    </a:cubicBezTo>
                    <a:cubicBezTo>
                      <a:pt x="4623" y="1088"/>
                      <a:pt x="4856" y="1392"/>
                      <a:pt x="5312" y="1392"/>
                    </a:cubicBezTo>
                    <a:cubicBezTo>
                      <a:pt x="5393" y="1392"/>
                      <a:pt x="5467" y="1383"/>
                      <a:pt x="5534" y="1366"/>
                    </a:cubicBezTo>
                    <a:cubicBezTo>
                      <a:pt x="5524" y="1169"/>
                      <a:pt x="5489" y="987"/>
                      <a:pt x="5434" y="814"/>
                    </a:cubicBezTo>
                    <a:cubicBezTo>
                      <a:pt x="5398" y="829"/>
                      <a:pt x="5358" y="836"/>
                      <a:pt x="5312" y="836"/>
                    </a:cubicBezTo>
                    <a:cubicBezTo>
                      <a:pt x="5148" y="836"/>
                      <a:pt x="5063" y="746"/>
                      <a:pt x="4896" y="528"/>
                    </a:cubicBezTo>
                    <a:cubicBezTo>
                      <a:pt x="4728" y="305"/>
                      <a:pt x="4495" y="0"/>
                      <a:pt x="4038" y="0"/>
                    </a:cubicBezTo>
                    <a:cubicBezTo>
                      <a:pt x="3581" y="0"/>
                      <a:pt x="3348" y="305"/>
                      <a:pt x="3180" y="528"/>
                    </a:cubicBezTo>
                    <a:cubicBezTo>
                      <a:pt x="3013" y="746"/>
                      <a:pt x="2929" y="836"/>
                      <a:pt x="2764" y="836"/>
                    </a:cubicBezTo>
                    <a:cubicBezTo>
                      <a:pt x="2599" y="836"/>
                      <a:pt x="2516" y="746"/>
                      <a:pt x="2349" y="528"/>
                    </a:cubicBezTo>
                    <a:cubicBezTo>
                      <a:pt x="2179" y="305"/>
                      <a:pt x="1947" y="0"/>
                      <a:pt x="1491" y="0"/>
                    </a:cubicBezTo>
                    <a:close/>
                  </a:path>
                </a:pathLst>
              </a:custGeom>
              <a:solidFill>
                <a:srgbClr val="EBE2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559;p32">
                <a:extLst>
                  <a:ext uri="{FF2B5EF4-FFF2-40B4-BE49-F238E27FC236}">
                    <a16:creationId xmlns:a16="http://schemas.microsoft.com/office/drawing/2014/main" id="{A8A7F035-0274-75A3-265D-965526687164}"/>
                  </a:ext>
                </a:extLst>
              </p:cNvPr>
              <p:cNvSpPr/>
              <p:nvPr/>
            </p:nvSpPr>
            <p:spPr>
              <a:xfrm flipH="1">
                <a:off x="1002469" y="3088337"/>
                <a:ext cx="610990" cy="69368"/>
              </a:xfrm>
              <a:custGeom>
                <a:avLst/>
                <a:gdLst/>
                <a:ahLst/>
                <a:cxnLst/>
                <a:rect l="l" t="t" r="r" b="b"/>
                <a:pathLst>
                  <a:path w="8350" h="948" extrusionOk="0">
                    <a:moveTo>
                      <a:pt x="0" y="1"/>
                    </a:moveTo>
                    <a:lnTo>
                      <a:pt x="0" y="947"/>
                    </a:lnTo>
                    <a:lnTo>
                      <a:pt x="8349" y="947"/>
                    </a:lnTo>
                    <a:lnTo>
                      <a:pt x="8349" y="1"/>
                    </a:lnTo>
                    <a:close/>
                  </a:path>
                </a:pathLst>
              </a:custGeom>
              <a:solidFill>
                <a:srgbClr val="C19E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5" name="Google Shape;1331;p31">
            <a:extLst>
              <a:ext uri="{FF2B5EF4-FFF2-40B4-BE49-F238E27FC236}">
                <a16:creationId xmlns:a16="http://schemas.microsoft.com/office/drawing/2014/main" id="{3CFA1BFF-104A-1E14-00F2-F7C02084DBED}"/>
              </a:ext>
            </a:extLst>
          </p:cNvPr>
          <p:cNvSpPr/>
          <p:nvPr/>
        </p:nvSpPr>
        <p:spPr>
          <a:xfrm>
            <a:off x="4942798" y="129824"/>
            <a:ext cx="4061460"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106" name="Google Shape;1333;p31">
            <a:extLst>
              <a:ext uri="{FF2B5EF4-FFF2-40B4-BE49-F238E27FC236}">
                <a16:creationId xmlns:a16="http://schemas.microsoft.com/office/drawing/2014/main" id="{DC041869-E66A-26FF-C188-6049087E8F34}"/>
              </a:ext>
            </a:extLst>
          </p:cNvPr>
          <p:cNvGrpSpPr/>
          <p:nvPr/>
        </p:nvGrpSpPr>
        <p:grpSpPr>
          <a:xfrm>
            <a:off x="5118720" y="354315"/>
            <a:ext cx="441436" cy="441224"/>
            <a:chOff x="5020347" y="2784874"/>
            <a:chExt cx="441436" cy="441224"/>
          </a:xfrm>
        </p:grpSpPr>
        <p:sp>
          <p:nvSpPr>
            <p:cNvPr id="107" name="Google Shape;1334;p31">
              <a:extLst>
                <a:ext uri="{FF2B5EF4-FFF2-40B4-BE49-F238E27FC236}">
                  <a16:creationId xmlns:a16="http://schemas.microsoft.com/office/drawing/2014/main" id="{8A01DA93-57B5-CA44-2143-985F939B4468}"/>
                </a:ext>
              </a:extLst>
            </p:cNvPr>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1335;p31">
              <a:extLst>
                <a:ext uri="{FF2B5EF4-FFF2-40B4-BE49-F238E27FC236}">
                  <a16:creationId xmlns:a16="http://schemas.microsoft.com/office/drawing/2014/main" id="{E2DA8BA1-BF50-DEEB-9D3A-429D48C7F611}"/>
                </a:ext>
              </a:extLst>
            </p:cNvPr>
            <p:cNvSpPr/>
            <p:nvPr/>
          </p:nvSpPr>
          <p:spPr>
            <a:xfrm>
              <a:off x="5139725" y="2943772"/>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TextBox 108">
            <a:extLst>
              <a:ext uri="{FF2B5EF4-FFF2-40B4-BE49-F238E27FC236}">
                <a16:creationId xmlns:a16="http://schemas.microsoft.com/office/drawing/2014/main" id="{A0A6FF3F-85A5-EEC2-E931-3FC06364EDE6}"/>
              </a:ext>
            </a:extLst>
          </p:cNvPr>
          <p:cNvSpPr txBox="1"/>
          <p:nvPr/>
        </p:nvSpPr>
        <p:spPr>
          <a:xfrm>
            <a:off x="5801404" y="363598"/>
            <a:ext cx="4061460" cy="461665"/>
          </a:xfrm>
          <a:prstGeom prst="rect">
            <a:avLst/>
          </a:prstGeom>
          <a:noFill/>
        </p:spPr>
        <p:txBody>
          <a:bodyPr wrap="square" rtlCol="0">
            <a:spAutoFit/>
          </a:bodyPr>
          <a:lstStyle/>
          <a:p>
            <a:r>
              <a:rPr lang="en-IN" sz="2400" dirty="0">
                <a:latin typeface="Fira Sans Extra Condensed SemiBold" panose="020B0604020202020204" charset="0"/>
              </a:rPr>
              <a:t>Task 8 Overview</a:t>
            </a:r>
          </a:p>
        </p:txBody>
      </p:sp>
      <p:sp>
        <p:nvSpPr>
          <p:cNvPr id="110" name="TextBox 109">
            <a:extLst>
              <a:ext uri="{FF2B5EF4-FFF2-40B4-BE49-F238E27FC236}">
                <a16:creationId xmlns:a16="http://schemas.microsoft.com/office/drawing/2014/main" id="{5CCEA5B7-227F-596D-4A0B-F254628CF964}"/>
              </a:ext>
            </a:extLst>
          </p:cNvPr>
          <p:cNvSpPr txBox="1"/>
          <p:nvPr/>
        </p:nvSpPr>
        <p:spPr>
          <a:xfrm>
            <a:off x="190500" y="3327618"/>
            <a:ext cx="6256020" cy="1815882"/>
          </a:xfrm>
          <a:prstGeom prst="rect">
            <a:avLst/>
          </a:prstGeom>
          <a:noFill/>
        </p:spPr>
        <p:txBody>
          <a:bodyPr wrap="square" rtlCol="0">
            <a:spAutoFit/>
          </a:bodyPr>
          <a:lstStyle/>
          <a:p>
            <a:r>
              <a:rPr lang="en-US" b="1" dirty="0">
                <a:latin typeface="Fira Sans Extra Condensed SemiBold" panose="020B0604020202020204" charset="0"/>
              </a:rPr>
              <a:t>Task 8: Salary of Job Titles with Most Number of Jobs</a:t>
            </a:r>
          </a:p>
          <a:p>
            <a:endParaRPr lang="en-US" b="1" dirty="0">
              <a:latin typeface="Fira Sans Extra Condensed SemiBold" panose="020B0604020202020204" charset="0"/>
            </a:endParaRPr>
          </a:p>
          <a:p>
            <a:endParaRPr lang="en-US" b="1" dirty="0">
              <a:latin typeface="Fira Sans Extra Condensed SemiBold" panose="020B0604020202020204" charset="0"/>
            </a:endParaRPr>
          </a:p>
          <a:p>
            <a:pPr algn="just"/>
            <a:r>
              <a:rPr lang="en-US" dirty="0">
                <a:latin typeface="Fira Sans Extra Condensed SemiBold" panose="020B0604020202020204" charset="0"/>
              </a:rPr>
              <a:t>This task analyzes the average salary associated with the most in-demand job titles. By combining job count and salary data, it provides insights into the compensation levels of popular roles. The analysis shows that while some roles offer higher salaries, others provide more job opportunities, highlighting a trade-off between demand and pay.</a:t>
            </a:r>
          </a:p>
          <a:p>
            <a:endParaRPr lang="en-IN" dirty="0"/>
          </a:p>
        </p:txBody>
      </p:sp>
      <p:pic>
        <p:nvPicPr>
          <p:cNvPr id="112" name="Picture 111" descr="A graph of blue bars with white text&#10;&#10;AI-generated content may be incorrect.">
            <a:extLst>
              <a:ext uri="{FF2B5EF4-FFF2-40B4-BE49-F238E27FC236}">
                <a16:creationId xmlns:a16="http://schemas.microsoft.com/office/drawing/2014/main" id="{189AB285-FCDA-FEC3-3AFF-54E2F73898C9}"/>
              </a:ext>
            </a:extLst>
          </p:cNvPr>
          <p:cNvPicPr>
            <a:picLocks noChangeAspect="1"/>
          </p:cNvPicPr>
          <p:nvPr/>
        </p:nvPicPr>
        <p:blipFill>
          <a:blip r:embed="rId2"/>
          <a:stretch>
            <a:fillRect/>
          </a:stretch>
        </p:blipFill>
        <p:spPr>
          <a:xfrm>
            <a:off x="770884" y="234119"/>
            <a:ext cx="3067478" cy="28007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04655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1768;p36">
            <a:extLst>
              <a:ext uri="{FF2B5EF4-FFF2-40B4-BE49-F238E27FC236}">
                <a16:creationId xmlns:a16="http://schemas.microsoft.com/office/drawing/2014/main" id="{CAA5C41E-A108-F447-853A-B4F0855B08D3}"/>
              </a:ext>
            </a:extLst>
          </p:cNvPr>
          <p:cNvGrpSpPr/>
          <p:nvPr/>
        </p:nvGrpSpPr>
        <p:grpSpPr>
          <a:xfrm>
            <a:off x="279572" y="1886359"/>
            <a:ext cx="1696550" cy="2876939"/>
            <a:chOff x="3881038" y="2402362"/>
            <a:chExt cx="1381914" cy="2333823"/>
          </a:xfrm>
        </p:grpSpPr>
        <p:sp>
          <p:nvSpPr>
            <p:cNvPr id="4" name="Google Shape;1769;p36">
              <a:extLst>
                <a:ext uri="{FF2B5EF4-FFF2-40B4-BE49-F238E27FC236}">
                  <a16:creationId xmlns:a16="http://schemas.microsoft.com/office/drawing/2014/main" id="{40BD08A3-F9B4-A49E-16C4-EBC1EF1C6854}"/>
                </a:ext>
              </a:extLst>
            </p:cNvPr>
            <p:cNvSpPr/>
            <p:nvPr/>
          </p:nvSpPr>
          <p:spPr>
            <a:xfrm>
              <a:off x="3881038" y="2482989"/>
              <a:ext cx="1160994" cy="2253196"/>
            </a:xfrm>
            <a:custGeom>
              <a:avLst/>
              <a:gdLst/>
              <a:ahLst/>
              <a:cxnLst/>
              <a:rect l="l" t="t" r="r" b="b"/>
              <a:pathLst>
                <a:path w="11614" h="21881" extrusionOk="0">
                  <a:moveTo>
                    <a:pt x="1160" y="0"/>
                  </a:moveTo>
                  <a:cubicBezTo>
                    <a:pt x="520" y="0"/>
                    <a:pt x="0" y="520"/>
                    <a:pt x="0" y="1160"/>
                  </a:cubicBezTo>
                  <a:lnTo>
                    <a:pt x="0" y="20720"/>
                  </a:lnTo>
                  <a:cubicBezTo>
                    <a:pt x="0" y="21360"/>
                    <a:pt x="520" y="21881"/>
                    <a:pt x="1160" y="21881"/>
                  </a:cubicBezTo>
                  <a:lnTo>
                    <a:pt x="10452" y="21881"/>
                  </a:lnTo>
                  <a:cubicBezTo>
                    <a:pt x="11094" y="21881"/>
                    <a:pt x="11614" y="21360"/>
                    <a:pt x="11614" y="20720"/>
                  </a:cubicBezTo>
                  <a:lnTo>
                    <a:pt x="11614" y="1160"/>
                  </a:lnTo>
                  <a:cubicBezTo>
                    <a:pt x="11614" y="520"/>
                    <a:pt x="11094" y="0"/>
                    <a:pt x="10452" y="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770;p36">
              <a:extLst>
                <a:ext uri="{FF2B5EF4-FFF2-40B4-BE49-F238E27FC236}">
                  <a16:creationId xmlns:a16="http://schemas.microsoft.com/office/drawing/2014/main" id="{4ED45EA9-AF66-6381-2EF9-B85E4B5617EE}"/>
                </a:ext>
              </a:extLst>
            </p:cNvPr>
            <p:cNvSpPr/>
            <p:nvPr/>
          </p:nvSpPr>
          <p:spPr>
            <a:xfrm>
              <a:off x="4013989" y="2402362"/>
              <a:ext cx="1248963" cy="2300976"/>
            </a:xfrm>
            <a:custGeom>
              <a:avLst/>
              <a:gdLst/>
              <a:ahLst/>
              <a:cxnLst/>
              <a:rect l="l" t="t" r="r" b="b"/>
              <a:pathLst>
                <a:path w="12494" h="22345" extrusionOk="0">
                  <a:moveTo>
                    <a:pt x="1205" y="0"/>
                  </a:moveTo>
                  <a:cubicBezTo>
                    <a:pt x="539" y="0"/>
                    <a:pt x="1" y="540"/>
                    <a:pt x="1" y="1205"/>
                  </a:cubicBezTo>
                  <a:lnTo>
                    <a:pt x="1" y="21141"/>
                  </a:lnTo>
                  <a:cubicBezTo>
                    <a:pt x="1" y="21806"/>
                    <a:pt x="540" y="22345"/>
                    <a:pt x="1206" y="22345"/>
                  </a:cubicBezTo>
                  <a:lnTo>
                    <a:pt x="11289" y="22345"/>
                  </a:lnTo>
                  <a:cubicBezTo>
                    <a:pt x="11954" y="22345"/>
                    <a:pt x="12493" y="21806"/>
                    <a:pt x="12493" y="21141"/>
                  </a:cubicBezTo>
                  <a:cubicBezTo>
                    <a:pt x="12493" y="18749"/>
                    <a:pt x="12493" y="3597"/>
                    <a:pt x="12493" y="1205"/>
                  </a:cubicBezTo>
                  <a:cubicBezTo>
                    <a:pt x="12493" y="540"/>
                    <a:pt x="11955" y="0"/>
                    <a:pt x="11290" y="0"/>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71;p36">
              <a:extLst>
                <a:ext uri="{FF2B5EF4-FFF2-40B4-BE49-F238E27FC236}">
                  <a16:creationId xmlns:a16="http://schemas.microsoft.com/office/drawing/2014/main" id="{2B0E9F87-CDC0-3293-59D9-46C8BDBA95D0}"/>
                </a:ext>
              </a:extLst>
            </p:cNvPr>
            <p:cNvSpPr/>
            <p:nvPr/>
          </p:nvSpPr>
          <p:spPr>
            <a:xfrm>
              <a:off x="4151483" y="2611873"/>
              <a:ext cx="955350" cy="955350"/>
            </a:xfrm>
            <a:custGeom>
              <a:avLst/>
              <a:gdLst/>
              <a:ahLst/>
              <a:cxnLst/>
              <a:rect l="l" t="t" r="r" b="b"/>
              <a:pathLst>
                <a:path w="8217" h="8217" extrusionOk="0">
                  <a:moveTo>
                    <a:pt x="4108" y="1"/>
                  </a:moveTo>
                  <a:cubicBezTo>
                    <a:pt x="1840" y="1"/>
                    <a:pt x="1" y="1840"/>
                    <a:pt x="1" y="4109"/>
                  </a:cubicBezTo>
                  <a:cubicBezTo>
                    <a:pt x="1" y="6377"/>
                    <a:pt x="1840" y="8217"/>
                    <a:pt x="4108" y="8217"/>
                  </a:cubicBezTo>
                  <a:cubicBezTo>
                    <a:pt x="6377" y="8217"/>
                    <a:pt x="8217" y="6377"/>
                    <a:pt x="8217" y="4109"/>
                  </a:cubicBezTo>
                  <a:cubicBezTo>
                    <a:pt x="8217" y="1840"/>
                    <a:pt x="6377" y="1"/>
                    <a:pt x="4108" y="1"/>
                  </a:cubicBezTo>
                  <a:close/>
                </a:path>
              </a:pathLst>
            </a:custGeom>
            <a:noFill/>
            <a:ln w="1143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772;p36">
              <a:extLst>
                <a:ext uri="{FF2B5EF4-FFF2-40B4-BE49-F238E27FC236}">
                  <a16:creationId xmlns:a16="http://schemas.microsoft.com/office/drawing/2014/main" id="{C4C24C0A-9DCD-71E5-E131-40AB07561F0C}"/>
                </a:ext>
              </a:extLst>
            </p:cNvPr>
            <p:cNvSpPr/>
            <p:nvPr/>
          </p:nvSpPr>
          <p:spPr>
            <a:xfrm>
              <a:off x="4227766" y="2684136"/>
              <a:ext cx="821412" cy="821433"/>
            </a:xfrm>
            <a:custGeom>
              <a:avLst/>
              <a:gdLst/>
              <a:ahLst/>
              <a:cxnLst/>
              <a:rect l="l" t="t" r="r" b="b"/>
              <a:pathLst>
                <a:path w="8217" h="8217" extrusionOk="0">
                  <a:moveTo>
                    <a:pt x="4108" y="1"/>
                  </a:moveTo>
                  <a:cubicBezTo>
                    <a:pt x="1840" y="1"/>
                    <a:pt x="1" y="1840"/>
                    <a:pt x="1" y="4109"/>
                  </a:cubicBezTo>
                  <a:cubicBezTo>
                    <a:pt x="1" y="6377"/>
                    <a:pt x="1840" y="8217"/>
                    <a:pt x="4108" y="8217"/>
                  </a:cubicBezTo>
                  <a:cubicBezTo>
                    <a:pt x="6377" y="8217"/>
                    <a:pt x="8217" y="6377"/>
                    <a:pt x="8217" y="4109"/>
                  </a:cubicBezTo>
                  <a:cubicBezTo>
                    <a:pt x="8217" y="1840"/>
                    <a:pt x="6377" y="1"/>
                    <a:pt x="410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73;p36">
              <a:extLst>
                <a:ext uri="{FF2B5EF4-FFF2-40B4-BE49-F238E27FC236}">
                  <a16:creationId xmlns:a16="http://schemas.microsoft.com/office/drawing/2014/main" id="{B0EE872A-808D-4A16-AC36-0816DAD98F7C}"/>
                </a:ext>
              </a:extLst>
            </p:cNvPr>
            <p:cNvSpPr/>
            <p:nvPr/>
          </p:nvSpPr>
          <p:spPr>
            <a:xfrm>
              <a:off x="4555599" y="3260651"/>
              <a:ext cx="465537" cy="646490"/>
            </a:xfrm>
            <a:custGeom>
              <a:avLst/>
              <a:gdLst/>
              <a:ahLst/>
              <a:cxnLst/>
              <a:rect l="l" t="t" r="r" b="b"/>
              <a:pathLst>
                <a:path w="4657" h="6467" extrusionOk="0">
                  <a:moveTo>
                    <a:pt x="1230" y="0"/>
                  </a:moveTo>
                  <a:cubicBezTo>
                    <a:pt x="1157" y="0"/>
                    <a:pt x="1082" y="7"/>
                    <a:pt x="1007" y="22"/>
                  </a:cubicBezTo>
                  <a:cubicBezTo>
                    <a:pt x="407" y="139"/>
                    <a:pt x="0" y="699"/>
                    <a:pt x="72" y="1306"/>
                  </a:cubicBezTo>
                  <a:cubicBezTo>
                    <a:pt x="316" y="3378"/>
                    <a:pt x="1394" y="4489"/>
                    <a:pt x="2555" y="6041"/>
                  </a:cubicBezTo>
                  <a:cubicBezTo>
                    <a:pt x="2757" y="6311"/>
                    <a:pt x="3071" y="6466"/>
                    <a:pt x="3400" y="6466"/>
                  </a:cubicBezTo>
                  <a:cubicBezTo>
                    <a:pt x="3459" y="6466"/>
                    <a:pt x="3519" y="6461"/>
                    <a:pt x="3578" y="6451"/>
                  </a:cubicBezTo>
                  <a:cubicBezTo>
                    <a:pt x="4275" y="6331"/>
                    <a:pt x="4656" y="5574"/>
                    <a:pt x="4342" y="4942"/>
                  </a:cubicBezTo>
                  <a:lnTo>
                    <a:pt x="2280" y="648"/>
                  </a:lnTo>
                  <a:cubicBezTo>
                    <a:pt x="2157" y="403"/>
                    <a:pt x="1959" y="217"/>
                    <a:pt x="1722" y="108"/>
                  </a:cubicBezTo>
                  <a:cubicBezTo>
                    <a:pt x="1570" y="38"/>
                    <a:pt x="1402" y="0"/>
                    <a:pt x="1230" y="0"/>
                  </a:cubicBezTo>
                  <a:close/>
                </a:path>
              </a:pathLst>
            </a:custGeom>
            <a:solidFill>
              <a:srgbClr val="E479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74;p36">
              <a:extLst>
                <a:ext uri="{FF2B5EF4-FFF2-40B4-BE49-F238E27FC236}">
                  <a16:creationId xmlns:a16="http://schemas.microsoft.com/office/drawing/2014/main" id="{4AB3FF00-9403-5D32-41FA-69C1C7BD314A}"/>
                </a:ext>
              </a:extLst>
            </p:cNvPr>
            <p:cNvSpPr/>
            <p:nvPr/>
          </p:nvSpPr>
          <p:spPr>
            <a:xfrm>
              <a:off x="4586888" y="3159086"/>
              <a:ext cx="135253" cy="139155"/>
            </a:xfrm>
            <a:custGeom>
              <a:avLst/>
              <a:gdLst/>
              <a:ahLst/>
              <a:cxnLst/>
              <a:rect l="l" t="t" r="r" b="b"/>
              <a:pathLst>
                <a:path w="1353" h="1392" extrusionOk="0">
                  <a:moveTo>
                    <a:pt x="626" y="1"/>
                  </a:moveTo>
                  <a:lnTo>
                    <a:pt x="1" y="943"/>
                  </a:lnTo>
                  <a:lnTo>
                    <a:pt x="936" y="1392"/>
                  </a:lnTo>
                  <a:lnTo>
                    <a:pt x="1064" y="1287"/>
                  </a:lnTo>
                  <a:cubicBezTo>
                    <a:pt x="1351" y="1052"/>
                    <a:pt x="1353" y="615"/>
                    <a:pt x="1071" y="376"/>
                  </a:cubicBezTo>
                  <a:lnTo>
                    <a:pt x="6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5;p36">
              <a:extLst>
                <a:ext uri="{FF2B5EF4-FFF2-40B4-BE49-F238E27FC236}">
                  <a16:creationId xmlns:a16="http://schemas.microsoft.com/office/drawing/2014/main" id="{3DFAAAA1-B0F3-8EB1-1D92-C475BE66B278}"/>
                </a:ext>
              </a:extLst>
            </p:cNvPr>
            <p:cNvSpPr/>
            <p:nvPr/>
          </p:nvSpPr>
          <p:spPr>
            <a:xfrm>
              <a:off x="4502318" y="3026431"/>
              <a:ext cx="210526" cy="272811"/>
            </a:xfrm>
            <a:custGeom>
              <a:avLst/>
              <a:gdLst/>
              <a:ahLst/>
              <a:cxnLst/>
              <a:rect l="l" t="t" r="r" b="b"/>
              <a:pathLst>
                <a:path w="2106" h="2729" extrusionOk="0">
                  <a:moveTo>
                    <a:pt x="146" y="0"/>
                  </a:moveTo>
                  <a:lnTo>
                    <a:pt x="1" y="2582"/>
                  </a:lnTo>
                  <a:lnTo>
                    <a:pt x="1730" y="2728"/>
                  </a:lnTo>
                  <a:lnTo>
                    <a:pt x="2069" y="945"/>
                  </a:lnTo>
                  <a:lnTo>
                    <a:pt x="2105" y="298"/>
                  </a:lnTo>
                  <a:lnTo>
                    <a:pt x="146" y="0"/>
                  </a:lnTo>
                  <a:close/>
                </a:path>
              </a:pathLst>
            </a:custGeom>
            <a:solidFill>
              <a:srgbClr val="D975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6;p36">
              <a:extLst>
                <a:ext uri="{FF2B5EF4-FFF2-40B4-BE49-F238E27FC236}">
                  <a16:creationId xmlns:a16="http://schemas.microsoft.com/office/drawing/2014/main" id="{10CD32AC-8E4D-FFEA-FC3C-5A9C0585372F}"/>
                </a:ext>
              </a:extLst>
            </p:cNvPr>
            <p:cNvSpPr/>
            <p:nvPr/>
          </p:nvSpPr>
          <p:spPr>
            <a:xfrm>
              <a:off x="4309886" y="3205770"/>
              <a:ext cx="554006" cy="801040"/>
            </a:xfrm>
            <a:custGeom>
              <a:avLst/>
              <a:gdLst/>
              <a:ahLst/>
              <a:cxnLst/>
              <a:rect l="l" t="t" r="r" b="b"/>
              <a:pathLst>
                <a:path w="5542" h="8013" extrusionOk="0">
                  <a:moveTo>
                    <a:pt x="1847" y="0"/>
                  </a:moveTo>
                  <a:cubicBezTo>
                    <a:pt x="1623" y="0"/>
                    <a:pt x="191" y="539"/>
                    <a:pt x="57" y="2633"/>
                  </a:cubicBezTo>
                  <a:cubicBezTo>
                    <a:pt x="1" y="3520"/>
                    <a:pt x="292" y="4333"/>
                    <a:pt x="455" y="5101"/>
                  </a:cubicBezTo>
                  <a:cubicBezTo>
                    <a:pt x="827" y="6824"/>
                    <a:pt x="1003" y="8013"/>
                    <a:pt x="1003" y="8013"/>
                  </a:cubicBezTo>
                  <a:lnTo>
                    <a:pt x="1839" y="7779"/>
                  </a:lnTo>
                  <a:lnTo>
                    <a:pt x="1889" y="7776"/>
                  </a:lnTo>
                  <a:lnTo>
                    <a:pt x="1990" y="7749"/>
                  </a:lnTo>
                  <a:lnTo>
                    <a:pt x="5541" y="7315"/>
                  </a:lnTo>
                  <a:lnTo>
                    <a:pt x="4458" y="4685"/>
                  </a:lnTo>
                  <a:lnTo>
                    <a:pt x="4455" y="4679"/>
                  </a:lnTo>
                  <a:lnTo>
                    <a:pt x="4444" y="4652"/>
                  </a:lnTo>
                  <a:cubicBezTo>
                    <a:pt x="4793" y="4213"/>
                    <a:pt x="4916" y="3760"/>
                    <a:pt x="4913" y="3326"/>
                  </a:cubicBezTo>
                  <a:cubicBezTo>
                    <a:pt x="4912" y="3254"/>
                    <a:pt x="4907" y="3178"/>
                    <a:pt x="4898" y="3107"/>
                  </a:cubicBezTo>
                  <a:cubicBezTo>
                    <a:pt x="4896" y="3057"/>
                    <a:pt x="4888" y="3008"/>
                    <a:pt x="4880" y="2961"/>
                  </a:cubicBezTo>
                  <a:cubicBezTo>
                    <a:pt x="4853" y="2795"/>
                    <a:pt x="4809" y="2634"/>
                    <a:pt x="4757" y="2478"/>
                  </a:cubicBezTo>
                  <a:cubicBezTo>
                    <a:pt x="4741" y="2433"/>
                    <a:pt x="4724" y="2387"/>
                    <a:pt x="4707" y="2342"/>
                  </a:cubicBezTo>
                  <a:cubicBezTo>
                    <a:pt x="4478" y="1754"/>
                    <a:pt x="4230" y="1279"/>
                    <a:pt x="4106" y="1023"/>
                  </a:cubicBezTo>
                  <a:lnTo>
                    <a:pt x="1873" y="19"/>
                  </a:lnTo>
                  <a:cubicBezTo>
                    <a:pt x="1882" y="7"/>
                    <a:pt x="1872" y="0"/>
                    <a:pt x="1847" y="0"/>
                  </a:cubicBezTo>
                  <a:close/>
                </a:path>
              </a:pathLst>
            </a:custGeom>
            <a:solidFill>
              <a:srgbClr val="E479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7;p36">
              <a:extLst>
                <a:ext uri="{FF2B5EF4-FFF2-40B4-BE49-F238E27FC236}">
                  <a16:creationId xmlns:a16="http://schemas.microsoft.com/office/drawing/2014/main" id="{D27F47AF-BBC7-5829-7D0C-A7FF1FF79572}"/>
                </a:ext>
              </a:extLst>
            </p:cNvPr>
            <p:cNvSpPr/>
            <p:nvPr/>
          </p:nvSpPr>
          <p:spPr>
            <a:xfrm>
              <a:off x="4219284" y="3515771"/>
              <a:ext cx="785400" cy="76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78;p36">
              <a:extLst>
                <a:ext uri="{FF2B5EF4-FFF2-40B4-BE49-F238E27FC236}">
                  <a16:creationId xmlns:a16="http://schemas.microsoft.com/office/drawing/2014/main" id="{8EDCB3E8-DBD4-FCDF-E861-F3A8610C2672}"/>
                </a:ext>
              </a:extLst>
            </p:cNvPr>
            <p:cNvSpPr/>
            <p:nvPr/>
          </p:nvSpPr>
          <p:spPr>
            <a:xfrm>
              <a:off x="4421147" y="2752425"/>
              <a:ext cx="381766" cy="382176"/>
            </a:xfrm>
            <a:custGeom>
              <a:avLst/>
              <a:gdLst/>
              <a:ahLst/>
              <a:cxnLst/>
              <a:rect l="l" t="t" r="r" b="b"/>
              <a:pathLst>
                <a:path w="3819" h="3823" extrusionOk="0">
                  <a:moveTo>
                    <a:pt x="3245" y="0"/>
                  </a:moveTo>
                  <a:cubicBezTo>
                    <a:pt x="2432" y="74"/>
                    <a:pt x="1146" y="431"/>
                    <a:pt x="1037" y="520"/>
                  </a:cubicBezTo>
                  <a:cubicBezTo>
                    <a:pt x="927" y="609"/>
                    <a:pt x="493" y="1376"/>
                    <a:pt x="294" y="1670"/>
                  </a:cubicBezTo>
                  <a:cubicBezTo>
                    <a:pt x="9" y="2088"/>
                    <a:pt x="1" y="2272"/>
                    <a:pt x="637" y="3063"/>
                  </a:cubicBezTo>
                  <a:cubicBezTo>
                    <a:pt x="483" y="3394"/>
                    <a:pt x="570" y="3679"/>
                    <a:pt x="897" y="3823"/>
                  </a:cubicBezTo>
                  <a:lnTo>
                    <a:pt x="1080" y="2060"/>
                  </a:lnTo>
                  <a:lnTo>
                    <a:pt x="3652" y="1416"/>
                  </a:lnTo>
                  <a:cubicBezTo>
                    <a:pt x="3652" y="1416"/>
                    <a:pt x="3818" y="915"/>
                    <a:pt x="3739" y="676"/>
                  </a:cubicBezTo>
                  <a:cubicBezTo>
                    <a:pt x="3679" y="490"/>
                    <a:pt x="3245" y="0"/>
                    <a:pt x="3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79;p36">
              <a:extLst>
                <a:ext uri="{FF2B5EF4-FFF2-40B4-BE49-F238E27FC236}">
                  <a16:creationId xmlns:a16="http://schemas.microsoft.com/office/drawing/2014/main" id="{156CBDE6-764B-46F9-AF0B-EB2F89E0FC55}"/>
                </a:ext>
              </a:extLst>
            </p:cNvPr>
            <p:cNvSpPr/>
            <p:nvPr/>
          </p:nvSpPr>
          <p:spPr>
            <a:xfrm>
              <a:off x="4504717" y="2829499"/>
              <a:ext cx="323787" cy="341789"/>
            </a:xfrm>
            <a:custGeom>
              <a:avLst/>
              <a:gdLst/>
              <a:ahLst/>
              <a:cxnLst/>
              <a:rect l="l" t="t" r="r" b="b"/>
              <a:pathLst>
                <a:path w="3239" h="3419" extrusionOk="0">
                  <a:moveTo>
                    <a:pt x="1703" y="1"/>
                  </a:moveTo>
                  <a:cubicBezTo>
                    <a:pt x="1672" y="1"/>
                    <a:pt x="1645" y="3"/>
                    <a:pt x="1624" y="6"/>
                  </a:cubicBezTo>
                  <a:cubicBezTo>
                    <a:pt x="1308" y="59"/>
                    <a:pt x="1013" y="147"/>
                    <a:pt x="781" y="339"/>
                  </a:cubicBezTo>
                  <a:cubicBezTo>
                    <a:pt x="603" y="485"/>
                    <a:pt x="460" y="673"/>
                    <a:pt x="363" y="884"/>
                  </a:cubicBezTo>
                  <a:cubicBezTo>
                    <a:pt x="306" y="1011"/>
                    <a:pt x="265" y="1147"/>
                    <a:pt x="244" y="1289"/>
                  </a:cubicBezTo>
                  <a:cubicBezTo>
                    <a:pt x="233" y="1359"/>
                    <a:pt x="228" y="1430"/>
                    <a:pt x="227" y="1503"/>
                  </a:cubicBezTo>
                  <a:lnTo>
                    <a:pt x="1" y="3419"/>
                  </a:lnTo>
                  <a:lnTo>
                    <a:pt x="2040" y="3396"/>
                  </a:lnTo>
                  <a:cubicBezTo>
                    <a:pt x="2041" y="3396"/>
                    <a:pt x="2043" y="3396"/>
                    <a:pt x="2044" y="3396"/>
                  </a:cubicBezTo>
                  <a:cubicBezTo>
                    <a:pt x="2701" y="3396"/>
                    <a:pt x="3234" y="2865"/>
                    <a:pt x="3236" y="2208"/>
                  </a:cubicBezTo>
                  <a:lnTo>
                    <a:pt x="3238" y="1513"/>
                  </a:lnTo>
                  <a:cubicBezTo>
                    <a:pt x="3238" y="1440"/>
                    <a:pt x="3226" y="1369"/>
                    <a:pt x="3223" y="1299"/>
                  </a:cubicBezTo>
                  <a:cubicBezTo>
                    <a:pt x="3180" y="293"/>
                    <a:pt x="2091" y="1"/>
                    <a:pt x="1703" y="1"/>
                  </a:cubicBezTo>
                  <a:close/>
                </a:path>
              </a:pathLst>
            </a:custGeom>
            <a:solidFill>
              <a:srgbClr val="E2A1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80;p36">
              <a:extLst>
                <a:ext uri="{FF2B5EF4-FFF2-40B4-BE49-F238E27FC236}">
                  <a16:creationId xmlns:a16="http://schemas.microsoft.com/office/drawing/2014/main" id="{75AD3DB4-768A-590A-C6DF-686416B88CE6}"/>
                </a:ext>
              </a:extLst>
            </p:cNvPr>
            <p:cNvSpPr/>
            <p:nvPr/>
          </p:nvSpPr>
          <p:spPr>
            <a:xfrm>
              <a:off x="4668160" y="3068617"/>
              <a:ext cx="55780" cy="37188"/>
            </a:xfrm>
            <a:custGeom>
              <a:avLst/>
              <a:gdLst/>
              <a:ahLst/>
              <a:cxnLst/>
              <a:rect l="l" t="t" r="r" b="b"/>
              <a:pathLst>
                <a:path w="558" h="372" extrusionOk="0">
                  <a:moveTo>
                    <a:pt x="149" y="0"/>
                  </a:moveTo>
                  <a:lnTo>
                    <a:pt x="0" y="3"/>
                  </a:lnTo>
                  <a:cubicBezTo>
                    <a:pt x="5" y="205"/>
                    <a:pt x="98" y="295"/>
                    <a:pt x="175" y="334"/>
                  </a:cubicBezTo>
                  <a:cubicBezTo>
                    <a:pt x="228" y="361"/>
                    <a:pt x="285" y="372"/>
                    <a:pt x="340" y="372"/>
                  </a:cubicBezTo>
                  <a:cubicBezTo>
                    <a:pt x="366" y="372"/>
                    <a:pt x="392" y="369"/>
                    <a:pt x="416" y="365"/>
                  </a:cubicBezTo>
                  <a:cubicBezTo>
                    <a:pt x="475" y="356"/>
                    <a:pt x="526" y="335"/>
                    <a:pt x="557" y="313"/>
                  </a:cubicBezTo>
                  <a:lnTo>
                    <a:pt x="474" y="191"/>
                  </a:lnTo>
                  <a:cubicBezTo>
                    <a:pt x="451" y="207"/>
                    <a:pt x="397" y="223"/>
                    <a:pt x="341" y="223"/>
                  </a:cubicBezTo>
                  <a:cubicBezTo>
                    <a:pt x="307" y="223"/>
                    <a:pt x="272" y="217"/>
                    <a:pt x="243" y="203"/>
                  </a:cubicBezTo>
                  <a:cubicBezTo>
                    <a:pt x="182" y="172"/>
                    <a:pt x="151" y="103"/>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81;p36">
              <a:extLst>
                <a:ext uri="{FF2B5EF4-FFF2-40B4-BE49-F238E27FC236}">
                  <a16:creationId xmlns:a16="http://schemas.microsoft.com/office/drawing/2014/main" id="{F316ECB7-BB94-0003-8814-ED32FACB8B77}"/>
                </a:ext>
              </a:extLst>
            </p:cNvPr>
            <p:cNvSpPr/>
            <p:nvPr/>
          </p:nvSpPr>
          <p:spPr>
            <a:xfrm>
              <a:off x="4767225" y="2982346"/>
              <a:ext cx="27290" cy="41087"/>
            </a:xfrm>
            <a:custGeom>
              <a:avLst/>
              <a:gdLst/>
              <a:ahLst/>
              <a:cxnLst/>
              <a:rect l="l" t="t" r="r" b="b"/>
              <a:pathLst>
                <a:path w="273" h="411" extrusionOk="0">
                  <a:moveTo>
                    <a:pt x="138" y="0"/>
                  </a:moveTo>
                  <a:cubicBezTo>
                    <a:pt x="137" y="0"/>
                    <a:pt x="137" y="0"/>
                    <a:pt x="137" y="0"/>
                  </a:cubicBezTo>
                  <a:cubicBezTo>
                    <a:pt x="61" y="0"/>
                    <a:pt x="0" y="93"/>
                    <a:pt x="0" y="206"/>
                  </a:cubicBezTo>
                  <a:cubicBezTo>
                    <a:pt x="2" y="319"/>
                    <a:pt x="62" y="411"/>
                    <a:pt x="138" y="411"/>
                  </a:cubicBezTo>
                  <a:cubicBezTo>
                    <a:pt x="212" y="411"/>
                    <a:pt x="273" y="318"/>
                    <a:pt x="273" y="205"/>
                  </a:cubicBezTo>
                  <a:cubicBezTo>
                    <a:pt x="271" y="92"/>
                    <a:pt x="212" y="0"/>
                    <a:pt x="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2;p36">
              <a:extLst>
                <a:ext uri="{FF2B5EF4-FFF2-40B4-BE49-F238E27FC236}">
                  <a16:creationId xmlns:a16="http://schemas.microsoft.com/office/drawing/2014/main" id="{2119D09F-1D17-2459-1B43-05CBF46C960B}"/>
                </a:ext>
              </a:extLst>
            </p:cNvPr>
            <p:cNvSpPr/>
            <p:nvPr/>
          </p:nvSpPr>
          <p:spPr>
            <a:xfrm>
              <a:off x="4473828" y="2866286"/>
              <a:ext cx="140151" cy="170844"/>
            </a:xfrm>
            <a:custGeom>
              <a:avLst/>
              <a:gdLst/>
              <a:ahLst/>
              <a:cxnLst/>
              <a:rect l="l" t="t" r="r" b="b"/>
              <a:pathLst>
                <a:path w="1402" h="1709" extrusionOk="0">
                  <a:moveTo>
                    <a:pt x="664" y="0"/>
                  </a:moveTo>
                  <a:cubicBezTo>
                    <a:pt x="469" y="0"/>
                    <a:pt x="1" y="150"/>
                    <a:pt x="150" y="1633"/>
                  </a:cubicBezTo>
                  <a:lnTo>
                    <a:pt x="672" y="1709"/>
                  </a:lnTo>
                  <a:cubicBezTo>
                    <a:pt x="1401" y="1566"/>
                    <a:pt x="745" y="10"/>
                    <a:pt x="745" y="10"/>
                  </a:cubicBezTo>
                  <a:cubicBezTo>
                    <a:pt x="745" y="10"/>
                    <a:pt x="713" y="0"/>
                    <a:pt x="6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83;p36">
              <a:extLst>
                <a:ext uri="{FF2B5EF4-FFF2-40B4-BE49-F238E27FC236}">
                  <a16:creationId xmlns:a16="http://schemas.microsoft.com/office/drawing/2014/main" id="{CC6137E9-C7C2-3A25-B25C-7E3FB4E0CE07}"/>
                </a:ext>
              </a:extLst>
            </p:cNvPr>
            <p:cNvSpPr/>
            <p:nvPr/>
          </p:nvSpPr>
          <p:spPr>
            <a:xfrm>
              <a:off x="4437641" y="2977348"/>
              <a:ext cx="130454" cy="126859"/>
            </a:xfrm>
            <a:custGeom>
              <a:avLst/>
              <a:gdLst/>
              <a:ahLst/>
              <a:cxnLst/>
              <a:rect l="l" t="t" r="r" b="b"/>
              <a:pathLst>
                <a:path w="1305" h="1269" extrusionOk="0">
                  <a:moveTo>
                    <a:pt x="583" y="0"/>
                  </a:moveTo>
                  <a:cubicBezTo>
                    <a:pt x="500" y="0"/>
                    <a:pt x="422" y="24"/>
                    <a:pt x="348" y="63"/>
                  </a:cubicBezTo>
                  <a:cubicBezTo>
                    <a:pt x="18" y="235"/>
                    <a:pt x="1" y="865"/>
                    <a:pt x="372" y="1156"/>
                  </a:cubicBezTo>
                  <a:cubicBezTo>
                    <a:pt x="471" y="1233"/>
                    <a:pt x="585" y="1269"/>
                    <a:pt x="698" y="1269"/>
                  </a:cubicBezTo>
                  <a:cubicBezTo>
                    <a:pt x="956" y="1269"/>
                    <a:pt x="1209" y="1085"/>
                    <a:pt x="1272" y="806"/>
                  </a:cubicBezTo>
                  <a:lnTo>
                    <a:pt x="1305" y="657"/>
                  </a:lnTo>
                  <a:cubicBezTo>
                    <a:pt x="1043" y="163"/>
                    <a:pt x="799" y="0"/>
                    <a:pt x="583" y="0"/>
                  </a:cubicBezTo>
                  <a:close/>
                </a:path>
              </a:pathLst>
            </a:custGeom>
            <a:solidFill>
              <a:srgbClr val="E2A1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84;p36">
              <a:extLst>
                <a:ext uri="{FF2B5EF4-FFF2-40B4-BE49-F238E27FC236}">
                  <a16:creationId xmlns:a16="http://schemas.microsoft.com/office/drawing/2014/main" id="{449FC1F9-F3CE-68ED-24B3-559D83E3F367}"/>
                </a:ext>
              </a:extLst>
            </p:cNvPr>
            <p:cNvSpPr/>
            <p:nvPr/>
          </p:nvSpPr>
          <p:spPr>
            <a:xfrm>
              <a:off x="4731837" y="2965052"/>
              <a:ext cx="52582" cy="109364"/>
            </a:xfrm>
            <a:custGeom>
              <a:avLst/>
              <a:gdLst/>
              <a:ahLst/>
              <a:cxnLst/>
              <a:rect l="l" t="t" r="r" b="b"/>
              <a:pathLst>
                <a:path w="526" h="1094" extrusionOk="0">
                  <a:moveTo>
                    <a:pt x="114" y="1"/>
                  </a:moveTo>
                  <a:lnTo>
                    <a:pt x="0" y="46"/>
                  </a:lnTo>
                  <a:cubicBezTo>
                    <a:pt x="88" y="270"/>
                    <a:pt x="201" y="420"/>
                    <a:pt x="311" y="548"/>
                  </a:cubicBezTo>
                  <a:cubicBezTo>
                    <a:pt x="398" y="650"/>
                    <a:pt x="381" y="768"/>
                    <a:pt x="335" y="844"/>
                  </a:cubicBezTo>
                  <a:cubicBezTo>
                    <a:pt x="296" y="909"/>
                    <a:pt x="221" y="970"/>
                    <a:pt x="118" y="970"/>
                  </a:cubicBezTo>
                  <a:cubicBezTo>
                    <a:pt x="99" y="970"/>
                    <a:pt x="79" y="968"/>
                    <a:pt x="58" y="963"/>
                  </a:cubicBezTo>
                  <a:lnTo>
                    <a:pt x="32" y="1084"/>
                  </a:lnTo>
                  <a:cubicBezTo>
                    <a:pt x="61" y="1090"/>
                    <a:pt x="88" y="1093"/>
                    <a:pt x="116" y="1093"/>
                  </a:cubicBezTo>
                  <a:cubicBezTo>
                    <a:pt x="247" y="1093"/>
                    <a:pt x="369" y="1026"/>
                    <a:pt x="440" y="907"/>
                  </a:cubicBezTo>
                  <a:cubicBezTo>
                    <a:pt x="526" y="765"/>
                    <a:pt x="511" y="593"/>
                    <a:pt x="405" y="468"/>
                  </a:cubicBezTo>
                  <a:cubicBezTo>
                    <a:pt x="302" y="348"/>
                    <a:pt x="197" y="209"/>
                    <a:pt x="1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5;p36">
              <a:extLst>
                <a:ext uri="{FF2B5EF4-FFF2-40B4-BE49-F238E27FC236}">
                  <a16:creationId xmlns:a16="http://schemas.microsoft.com/office/drawing/2014/main" id="{781B9DDF-E0AD-15CF-335D-B871F1FE3C85}"/>
                </a:ext>
              </a:extLst>
            </p:cNvPr>
            <p:cNvSpPr/>
            <p:nvPr/>
          </p:nvSpPr>
          <p:spPr>
            <a:xfrm>
              <a:off x="4491522" y="3033429"/>
              <a:ext cx="37187" cy="36988"/>
            </a:xfrm>
            <a:custGeom>
              <a:avLst/>
              <a:gdLst/>
              <a:ahLst/>
              <a:cxnLst/>
              <a:rect l="l" t="t" r="r" b="b"/>
              <a:pathLst>
                <a:path w="372" h="370" extrusionOk="0">
                  <a:moveTo>
                    <a:pt x="87" y="0"/>
                  </a:moveTo>
                  <a:lnTo>
                    <a:pt x="0" y="87"/>
                  </a:lnTo>
                  <a:lnTo>
                    <a:pt x="285" y="369"/>
                  </a:lnTo>
                  <a:lnTo>
                    <a:pt x="372" y="281"/>
                  </a:lnTo>
                  <a:lnTo>
                    <a:pt x="8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86;p36">
              <a:extLst>
                <a:ext uri="{FF2B5EF4-FFF2-40B4-BE49-F238E27FC236}">
                  <a16:creationId xmlns:a16="http://schemas.microsoft.com/office/drawing/2014/main" id="{9169D738-32B6-9490-ED6E-ADD7D1BD3EF5}"/>
                </a:ext>
              </a:extLst>
            </p:cNvPr>
            <p:cNvSpPr/>
            <p:nvPr/>
          </p:nvSpPr>
          <p:spPr>
            <a:xfrm>
              <a:off x="4755729" y="2912470"/>
              <a:ext cx="73774" cy="24592"/>
            </a:xfrm>
            <a:custGeom>
              <a:avLst/>
              <a:gdLst/>
              <a:ahLst/>
              <a:cxnLst/>
              <a:rect l="l" t="t" r="r" b="b"/>
              <a:pathLst>
                <a:path w="738" h="246" extrusionOk="0">
                  <a:moveTo>
                    <a:pt x="285" y="1"/>
                  </a:moveTo>
                  <a:cubicBezTo>
                    <a:pt x="282" y="1"/>
                    <a:pt x="279" y="1"/>
                    <a:pt x="276" y="1"/>
                  </a:cubicBezTo>
                  <a:cubicBezTo>
                    <a:pt x="5" y="8"/>
                    <a:pt x="0" y="195"/>
                    <a:pt x="346" y="238"/>
                  </a:cubicBezTo>
                  <a:cubicBezTo>
                    <a:pt x="383" y="243"/>
                    <a:pt x="414" y="245"/>
                    <a:pt x="442" y="245"/>
                  </a:cubicBezTo>
                  <a:cubicBezTo>
                    <a:pt x="738" y="245"/>
                    <a:pt x="546" y="1"/>
                    <a:pt x="2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87;p36">
              <a:extLst>
                <a:ext uri="{FF2B5EF4-FFF2-40B4-BE49-F238E27FC236}">
                  <a16:creationId xmlns:a16="http://schemas.microsoft.com/office/drawing/2014/main" id="{55514B1A-E884-472A-7FD4-F5F2D0926D79}"/>
                </a:ext>
              </a:extLst>
            </p:cNvPr>
            <p:cNvSpPr/>
            <p:nvPr/>
          </p:nvSpPr>
          <p:spPr>
            <a:xfrm>
              <a:off x="4625975" y="2911471"/>
              <a:ext cx="67476" cy="26092"/>
            </a:xfrm>
            <a:custGeom>
              <a:avLst/>
              <a:gdLst/>
              <a:ahLst/>
              <a:cxnLst/>
              <a:rect l="l" t="t" r="r" b="b"/>
              <a:pathLst>
                <a:path w="675" h="261" extrusionOk="0">
                  <a:moveTo>
                    <a:pt x="375" y="1"/>
                  </a:moveTo>
                  <a:cubicBezTo>
                    <a:pt x="318" y="1"/>
                    <a:pt x="255" y="13"/>
                    <a:pt x="194" y="42"/>
                  </a:cubicBezTo>
                  <a:cubicBezTo>
                    <a:pt x="0" y="133"/>
                    <a:pt x="4" y="260"/>
                    <a:pt x="179" y="260"/>
                  </a:cubicBezTo>
                  <a:cubicBezTo>
                    <a:pt x="226" y="260"/>
                    <a:pt x="285" y="251"/>
                    <a:pt x="355" y="230"/>
                  </a:cubicBezTo>
                  <a:cubicBezTo>
                    <a:pt x="675" y="134"/>
                    <a:pt x="563" y="1"/>
                    <a:pt x="3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8;p36">
              <a:extLst>
                <a:ext uri="{FF2B5EF4-FFF2-40B4-BE49-F238E27FC236}">
                  <a16:creationId xmlns:a16="http://schemas.microsoft.com/office/drawing/2014/main" id="{DE54949F-F6C2-A6D7-932F-2C75D7C16C6B}"/>
                </a:ext>
              </a:extLst>
            </p:cNvPr>
            <p:cNvSpPr/>
            <p:nvPr/>
          </p:nvSpPr>
          <p:spPr>
            <a:xfrm>
              <a:off x="4530108" y="2855190"/>
              <a:ext cx="72775" cy="105766"/>
            </a:xfrm>
            <a:custGeom>
              <a:avLst/>
              <a:gdLst/>
              <a:ahLst/>
              <a:cxnLst/>
              <a:rect l="l" t="t" r="r" b="b"/>
              <a:pathLst>
                <a:path w="728" h="1058" extrusionOk="0">
                  <a:moveTo>
                    <a:pt x="715" y="1"/>
                  </a:moveTo>
                  <a:lnTo>
                    <a:pt x="0" y="182"/>
                  </a:lnTo>
                  <a:lnTo>
                    <a:pt x="176" y="1056"/>
                  </a:lnTo>
                  <a:cubicBezTo>
                    <a:pt x="192" y="1057"/>
                    <a:pt x="207" y="1058"/>
                    <a:pt x="222" y="1058"/>
                  </a:cubicBezTo>
                  <a:cubicBezTo>
                    <a:pt x="502" y="1058"/>
                    <a:pt x="727" y="847"/>
                    <a:pt x="727" y="847"/>
                  </a:cubicBezTo>
                  <a:lnTo>
                    <a:pt x="7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9;p36">
              <a:extLst>
                <a:ext uri="{FF2B5EF4-FFF2-40B4-BE49-F238E27FC236}">
                  <a16:creationId xmlns:a16="http://schemas.microsoft.com/office/drawing/2014/main" id="{F53A031C-726D-B5B8-5A1C-A253A1560B04}"/>
                </a:ext>
              </a:extLst>
            </p:cNvPr>
            <p:cNvSpPr/>
            <p:nvPr/>
          </p:nvSpPr>
          <p:spPr>
            <a:xfrm>
              <a:off x="4660362" y="2989244"/>
              <a:ext cx="27290" cy="41187"/>
            </a:xfrm>
            <a:custGeom>
              <a:avLst/>
              <a:gdLst/>
              <a:ahLst/>
              <a:cxnLst/>
              <a:rect l="l" t="t" r="r" b="b"/>
              <a:pathLst>
                <a:path w="273" h="412" extrusionOk="0">
                  <a:moveTo>
                    <a:pt x="136" y="1"/>
                  </a:moveTo>
                  <a:cubicBezTo>
                    <a:pt x="60" y="1"/>
                    <a:pt x="1" y="93"/>
                    <a:pt x="1" y="207"/>
                  </a:cubicBezTo>
                  <a:cubicBezTo>
                    <a:pt x="1" y="319"/>
                    <a:pt x="62" y="411"/>
                    <a:pt x="135" y="411"/>
                  </a:cubicBezTo>
                  <a:cubicBezTo>
                    <a:pt x="136" y="411"/>
                    <a:pt x="136" y="411"/>
                    <a:pt x="137" y="411"/>
                  </a:cubicBezTo>
                  <a:cubicBezTo>
                    <a:pt x="212" y="411"/>
                    <a:pt x="273" y="320"/>
                    <a:pt x="272" y="206"/>
                  </a:cubicBezTo>
                  <a:cubicBezTo>
                    <a:pt x="272" y="92"/>
                    <a:pt x="211" y="1"/>
                    <a:pt x="1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90;p36">
              <a:extLst>
                <a:ext uri="{FF2B5EF4-FFF2-40B4-BE49-F238E27FC236}">
                  <a16:creationId xmlns:a16="http://schemas.microsoft.com/office/drawing/2014/main" id="{75537024-BE0A-AC57-FD9A-069444B4F3F3}"/>
                </a:ext>
              </a:extLst>
            </p:cNvPr>
            <p:cNvSpPr/>
            <p:nvPr/>
          </p:nvSpPr>
          <p:spPr>
            <a:xfrm>
              <a:off x="4521911" y="2906572"/>
              <a:ext cx="56480" cy="134056"/>
            </a:xfrm>
            <a:custGeom>
              <a:avLst/>
              <a:gdLst/>
              <a:ahLst/>
              <a:cxnLst/>
              <a:rect l="l" t="t" r="r" b="b"/>
              <a:pathLst>
                <a:path w="565" h="1341" extrusionOk="0">
                  <a:moveTo>
                    <a:pt x="551" y="0"/>
                  </a:moveTo>
                  <a:lnTo>
                    <a:pt x="0" y="321"/>
                  </a:lnTo>
                  <a:lnTo>
                    <a:pt x="225" y="1340"/>
                  </a:lnTo>
                  <a:lnTo>
                    <a:pt x="565" y="1292"/>
                  </a:lnTo>
                  <a:lnTo>
                    <a:pt x="5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91;p36">
              <a:extLst>
                <a:ext uri="{FF2B5EF4-FFF2-40B4-BE49-F238E27FC236}">
                  <a16:creationId xmlns:a16="http://schemas.microsoft.com/office/drawing/2014/main" id="{F92FEFAD-ED44-685A-2EFB-EF575D5487DF}"/>
                </a:ext>
              </a:extLst>
            </p:cNvPr>
            <p:cNvSpPr/>
            <p:nvPr/>
          </p:nvSpPr>
          <p:spPr>
            <a:xfrm>
              <a:off x="4554700" y="2817703"/>
              <a:ext cx="148248" cy="59981"/>
            </a:xfrm>
            <a:custGeom>
              <a:avLst/>
              <a:gdLst/>
              <a:ahLst/>
              <a:cxnLst/>
              <a:rect l="l" t="t" r="r" b="b"/>
              <a:pathLst>
                <a:path w="1483" h="600" extrusionOk="0">
                  <a:moveTo>
                    <a:pt x="809" y="1"/>
                  </a:moveTo>
                  <a:cubicBezTo>
                    <a:pt x="365" y="1"/>
                    <a:pt x="5" y="309"/>
                    <a:pt x="0" y="600"/>
                  </a:cubicBezTo>
                  <a:lnTo>
                    <a:pt x="1483" y="255"/>
                  </a:lnTo>
                  <a:cubicBezTo>
                    <a:pt x="1259" y="73"/>
                    <a:pt x="1025" y="1"/>
                    <a:pt x="8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92;p36">
              <a:extLst>
                <a:ext uri="{FF2B5EF4-FFF2-40B4-BE49-F238E27FC236}">
                  <a16:creationId xmlns:a16="http://schemas.microsoft.com/office/drawing/2014/main" id="{E6F7BBAA-6489-F184-CB5C-CFDB30C4AD4B}"/>
                </a:ext>
              </a:extLst>
            </p:cNvPr>
            <p:cNvSpPr/>
            <p:nvPr/>
          </p:nvSpPr>
          <p:spPr>
            <a:xfrm>
              <a:off x="4650666" y="2812705"/>
              <a:ext cx="133653" cy="54282"/>
            </a:xfrm>
            <a:custGeom>
              <a:avLst/>
              <a:gdLst/>
              <a:ahLst/>
              <a:cxnLst/>
              <a:rect l="l" t="t" r="r" b="b"/>
              <a:pathLst>
                <a:path w="1337" h="543" extrusionOk="0">
                  <a:moveTo>
                    <a:pt x="740" y="0"/>
                  </a:moveTo>
                  <a:cubicBezTo>
                    <a:pt x="367" y="0"/>
                    <a:pt x="0" y="205"/>
                    <a:pt x="0" y="205"/>
                  </a:cubicBezTo>
                  <a:cubicBezTo>
                    <a:pt x="254" y="462"/>
                    <a:pt x="503" y="543"/>
                    <a:pt x="715" y="543"/>
                  </a:cubicBezTo>
                  <a:cubicBezTo>
                    <a:pt x="1079" y="543"/>
                    <a:pt x="1337" y="305"/>
                    <a:pt x="1337" y="305"/>
                  </a:cubicBezTo>
                  <a:cubicBezTo>
                    <a:pt x="1187" y="73"/>
                    <a:pt x="962" y="0"/>
                    <a:pt x="74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93;p36">
              <a:extLst>
                <a:ext uri="{FF2B5EF4-FFF2-40B4-BE49-F238E27FC236}">
                  <a16:creationId xmlns:a16="http://schemas.microsoft.com/office/drawing/2014/main" id="{39042B99-1A26-DD3D-784C-0187D751F67D}"/>
                </a:ext>
              </a:extLst>
            </p:cNvPr>
            <p:cNvSpPr/>
            <p:nvPr/>
          </p:nvSpPr>
          <p:spPr>
            <a:xfrm>
              <a:off x="4489323" y="3206270"/>
              <a:ext cx="236417" cy="301302"/>
            </a:xfrm>
            <a:custGeom>
              <a:avLst/>
              <a:gdLst/>
              <a:ahLst/>
              <a:cxnLst/>
              <a:rect l="l" t="t" r="r" b="b"/>
              <a:pathLst>
                <a:path w="2365" h="3014" extrusionOk="0">
                  <a:moveTo>
                    <a:pt x="0" y="1"/>
                  </a:moveTo>
                  <a:lnTo>
                    <a:pt x="2364" y="3013"/>
                  </a:lnTo>
                  <a:lnTo>
                    <a:pt x="1956" y="859"/>
                  </a:lnTo>
                  <a:lnTo>
                    <a:pt x="1197" y="50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94;p36">
              <a:extLst>
                <a:ext uri="{FF2B5EF4-FFF2-40B4-BE49-F238E27FC236}">
                  <a16:creationId xmlns:a16="http://schemas.microsoft.com/office/drawing/2014/main" id="{B6A9D293-EBCE-0A6F-EF9F-FFFB24190085}"/>
                </a:ext>
              </a:extLst>
            </p:cNvPr>
            <p:cNvSpPr/>
            <p:nvPr/>
          </p:nvSpPr>
          <p:spPr>
            <a:xfrm>
              <a:off x="4583190" y="3263250"/>
              <a:ext cx="148948" cy="252518"/>
            </a:xfrm>
            <a:custGeom>
              <a:avLst/>
              <a:gdLst/>
              <a:ahLst/>
              <a:cxnLst/>
              <a:rect l="l" t="t" r="r" b="b"/>
              <a:pathLst>
                <a:path w="1490" h="2526" extrusionOk="0">
                  <a:moveTo>
                    <a:pt x="413" y="0"/>
                  </a:moveTo>
                  <a:lnTo>
                    <a:pt x="270" y="92"/>
                  </a:lnTo>
                  <a:lnTo>
                    <a:pt x="1" y="383"/>
                  </a:lnTo>
                  <a:lnTo>
                    <a:pt x="547" y="641"/>
                  </a:lnTo>
                  <a:lnTo>
                    <a:pt x="448" y="1197"/>
                  </a:lnTo>
                  <a:lnTo>
                    <a:pt x="1489" y="2525"/>
                  </a:lnTo>
                  <a:lnTo>
                    <a:pt x="1117" y="833"/>
                  </a:lnTo>
                  <a:lnTo>
                    <a:pt x="765" y="564"/>
                  </a:lnTo>
                  <a:lnTo>
                    <a:pt x="777" y="177"/>
                  </a:lnTo>
                  <a:lnTo>
                    <a:pt x="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95;p36">
              <a:extLst>
                <a:ext uri="{FF2B5EF4-FFF2-40B4-BE49-F238E27FC236}">
                  <a16:creationId xmlns:a16="http://schemas.microsoft.com/office/drawing/2014/main" id="{7E5EE604-C44D-D716-140F-27E7898DC5AF}"/>
                </a:ext>
              </a:extLst>
            </p:cNvPr>
            <p:cNvSpPr/>
            <p:nvPr/>
          </p:nvSpPr>
          <p:spPr>
            <a:xfrm>
              <a:off x="4472029" y="3145390"/>
              <a:ext cx="172839" cy="185640"/>
            </a:xfrm>
            <a:custGeom>
              <a:avLst/>
              <a:gdLst/>
              <a:ahLst/>
              <a:cxnLst/>
              <a:rect l="l" t="t" r="r" b="b"/>
              <a:pathLst>
                <a:path w="1729" h="1857" extrusionOk="0">
                  <a:moveTo>
                    <a:pt x="257" y="0"/>
                  </a:moveTo>
                  <a:lnTo>
                    <a:pt x="1" y="662"/>
                  </a:lnTo>
                  <a:lnTo>
                    <a:pt x="1152" y="1857"/>
                  </a:lnTo>
                  <a:lnTo>
                    <a:pt x="1415" y="1479"/>
                  </a:lnTo>
                  <a:cubicBezTo>
                    <a:pt x="1728" y="1030"/>
                    <a:pt x="1547" y="387"/>
                    <a:pt x="1031" y="206"/>
                  </a:cubicBezTo>
                  <a:cubicBezTo>
                    <a:pt x="1008" y="198"/>
                    <a:pt x="984" y="191"/>
                    <a:pt x="960" y="185"/>
                  </a:cubicBezTo>
                  <a:lnTo>
                    <a:pt x="25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96;p36">
              <a:extLst>
                <a:ext uri="{FF2B5EF4-FFF2-40B4-BE49-F238E27FC236}">
                  <a16:creationId xmlns:a16="http://schemas.microsoft.com/office/drawing/2014/main" id="{A42EF3C0-6C01-ED67-1248-D4E011A568B1}"/>
                </a:ext>
              </a:extLst>
            </p:cNvPr>
            <p:cNvSpPr/>
            <p:nvPr/>
          </p:nvSpPr>
          <p:spPr>
            <a:xfrm>
              <a:off x="4285295" y="4393980"/>
              <a:ext cx="117459" cy="111764"/>
            </a:xfrm>
            <a:custGeom>
              <a:avLst/>
              <a:gdLst/>
              <a:ahLst/>
              <a:cxnLst/>
              <a:rect l="l" t="t" r="r" b="b"/>
              <a:pathLst>
                <a:path w="1175" h="1118" extrusionOk="0">
                  <a:moveTo>
                    <a:pt x="588" y="0"/>
                  </a:moveTo>
                  <a:lnTo>
                    <a:pt x="407" y="369"/>
                  </a:lnTo>
                  <a:lnTo>
                    <a:pt x="1" y="428"/>
                  </a:lnTo>
                  <a:lnTo>
                    <a:pt x="295" y="714"/>
                  </a:lnTo>
                  <a:lnTo>
                    <a:pt x="225" y="1117"/>
                  </a:lnTo>
                  <a:lnTo>
                    <a:pt x="225" y="1117"/>
                  </a:lnTo>
                  <a:lnTo>
                    <a:pt x="588" y="926"/>
                  </a:lnTo>
                  <a:lnTo>
                    <a:pt x="951" y="1117"/>
                  </a:lnTo>
                  <a:lnTo>
                    <a:pt x="881" y="714"/>
                  </a:lnTo>
                  <a:lnTo>
                    <a:pt x="1175" y="428"/>
                  </a:lnTo>
                  <a:lnTo>
                    <a:pt x="769" y="369"/>
                  </a:lnTo>
                  <a:lnTo>
                    <a:pt x="5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97;p36">
              <a:extLst>
                <a:ext uri="{FF2B5EF4-FFF2-40B4-BE49-F238E27FC236}">
                  <a16:creationId xmlns:a16="http://schemas.microsoft.com/office/drawing/2014/main" id="{220DE6DF-9EC8-A079-D8E6-768DA967BDC4}"/>
                </a:ext>
              </a:extLst>
            </p:cNvPr>
            <p:cNvSpPr/>
            <p:nvPr/>
          </p:nvSpPr>
          <p:spPr>
            <a:xfrm>
              <a:off x="4459633" y="4393980"/>
              <a:ext cx="117459" cy="111764"/>
            </a:xfrm>
            <a:custGeom>
              <a:avLst/>
              <a:gdLst/>
              <a:ahLst/>
              <a:cxnLst/>
              <a:rect l="l" t="t" r="r" b="b"/>
              <a:pathLst>
                <a:path w="1175" h="1118" extrusionOk="0">
                  <a:moveTo>
                    <a:pt x="588" y="0"/>
                  </a:moveTo>
                  <a:lnTo>
                    <a:pt x="406" y="369"/>
                  </a:lnTo>
                  <a:lnTo>
                    <a:pt x="0" y="428"/>
                  </a:lnTo>
                  <a:lnTo>
                    <a:pt x="294" y="714"/>
                  </a:lnTo>
                  <a:lnTo>
                    <a:pt x="224" y="1117"/>
                  </a:lnTo>
                  <a:lnTo>
                    <a:pt x="224" y="1117"/>
                  </a:lnTo>
                  <a:lnTo>
                    <a:pt x="588" y="926"/>
                  </a:lnTo>
                  <a:lnTo>
                    <a:pt x="950" y="1117"/>
                  </a:lnTo>
                  <a:lnTo>
                    <a:pt x="880" y="714"/>
                  </a:lnTo>
                  <a:lnTo>
                    <a:pt x="1174" y="428"/>
                  </a:lnTo>
                  <a:lnTo>
                    <a:pt x="768" y="369"/>
                  </a:lnTo>
                  <a:lnTo>
                    <a:pt x="5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98;p36">
              <a:extLst>
                <a:ext uri="{FF2B5EF4-FFF2-40B4-BE49-F238E27FC236}">
                  <a16:creationId xmlns:a16="http://schemas.microsoft.com/office/drawing/2014/main" id="{786DB758-D9BA-815A-2E4D-E132850ECD96}"/>
                </a:ext>
              </a:extLst>
            </p:cNvPr>
            <p:cNvSpPr/>
            <p:nvPr/>
          </p:nvSpPr>
          <p:spPr>
            <a:xfrm>
              <a:off x="4633872" y="4393980"/>
              <a:ext cx="117459" cy="111764"/>
            </a:xfrm>
            <a:custGeom>
              <a:avLst/>
              <a:gdLst/>
              <a:ahLst/>
              <a:cxnLst/>
              <a:rect l="l" t="t" r="r" b="b"/>
              <a:pathLst>
                <a:path w="1175" h="1118" extrusionOk="0">
                  <a:moveTo>
                    <a:pt x="588" y="0"/>
                  </a:moveTo>
                  <a:lnTo>
                    <a:pt x="406" y="369"/>
                  </a:lnTo>
                  <a:lnTo>
                    <a:pt x="0" y="428"/>
                  </a:lnTo>
                  <a:lnTo>
                    <a:pt x="294" y="714"/>
                  </a:lnTo>
                  <a:lnTo>
                    <a:pt x="224" y="1117"/>
                  </a:lnTo>
                  <a:lnTo>
                    <a:pt x="588" y="926"/>
                  </a:lnTo>
                  <a:lnTo>
                    <a:pt x="950" y="1117"/>
                  </a:lnTo>
                  <a:lnTo>
                    <a:pt x="881" y="714"/>
                  </a:lnTo>
                  <a:lnTo>
                    <a:pt x="1174" y="428"/>
                  </a:lnTo>
                  <a:lnTo>
                    <a:pt x="769" y="369"/>
                  </a:lnTo>
                  <a:lnTo>
                    <a:pt x="5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99;p36">
              <a:extLst>
                <a:ext uri="{FF2B5EF4-FFF2-40B4-BE49-F238E27FC236}">
                  <a16:creationId xmlns:a16="http://schemas.microsoft.com/office/drawing/2014/main" id="{C9FBB838-9134-F16B-1284-492F08E3E787}"/>
                </a:ext>
              </a:extLst>
            </p:cNvPr>
            <p:cNvSpPr/>
            <p:nvPr/>
          </p:nvSpPr>
          <p:spPr>
            <a:xfrm>
              <a:off x="4808110" y="4393980"/>
              <a:ext cx="117459" cy="111764"/>
            </a:xfrm>
            <a:custGeom>
              <a:avLst/>
              <a:gdLst/>
              <a:ahLst/>
              <a:cxnLst/>
              <a:rect l="l" t="t" r="r" b="b"/>
              <a:pathLst>
                <a:path w="1175" h="1118" extrusionOk="0">
                  <a:moveTo>
                    <a:pt x="588" y="0"/>
                  </a:moveTo>
                  <a:lnTo>
                    <a:pt x="407" y="369"/>
                  </a:lnTo>
                  <a:lnTo>
                    <a:pt x="1" y="428"/>
                  </a:lnTo>
                  <a:lnTo>
                    <a:pt x="295" y="714"/>
                  </a:lnTo>
                  <a:lnTo>
                    <a:pt x="225" y="1117"/>
                  </a:lnTo>
                  <a:lnTo>
                    <a:pt x="225" y="1117"/>
                  </a:lnTo>
                  <a:lnTo>
                    <a:pt x="588" y="926"/>
                  </a:lnTo>
                  <a:lnTo>
                    <a:pt x="951" y="1117"/>
                  </a:lnTo>
                  <a:lnTo>
                    <a:pt x="882" y="714"/>
                  </a:lnTo>
                  <a:lnTo>
                    <a:pt x="1175" y="428"/>
                  </a:lnTo>
                  <a:lnTo>
                    <a:pt x="769" y="369"/>
                  </a:lnTo>
                  <a:lnTo>
                    <a:pt x="5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800;p36">
              <a:extLst>
                <a:ext uri="{FF2B5EF4-FFF2-40B4-BE49-F238E27FC236}">
                  <a16:creationId xmlns:a16="http://schemas.microsoft.com/office/drawing/2014/main" id="{EDBF0343-9EA7-9361-57F9-C42416BF98B7}"/>
                </a:ext>
              </a:extLst>
            </p:cNvPr>
            <p:cNvSpPr/>
            <p:nvPr/>
          </p:nvSpPr>
          <p:spPr>
            <a:xfrm>
              <a:off x="4982449" y="4393980"/>
              <a:ext cx="117459" cy="111764"/>
            </a:xfrm>
            <a:custGeom>
              <a:avLst/>
              <a:gdLst/>
              <a:ahLst/>
              <a:cxnLst/>
              <a:rect l="l" t="t" r="r" b="b"/>
              <a:pathLst>
                <a:path w="1175" h="1118" extrusionOk="0">
                  <a:moveTo>
                    <a:pt x="588" y="0"/>
                  </a:moveTo>
                  <a:lnTo>
                    <a:pt x="406" y="369"/>
                  </a:lnTo>
                  <a:lnTo>
                    <a:pt x="0" y="428"/>
                  </a:lnTo>
                  <a:lnTo>
                    <a:pt x="294" y="714"/>
                  </a:lnTo>
                  <a:lnTo>
                    <a:pt x="224" y="1117"/>
                  </a:lnTo>
                  <a:lnTo>
                    <a:pt x="224" y="1117"/>
                  </a:lnTo>
                  <a:lnTo>
                    <a:pt x="588" y="926"/>
                  </a:lnTo>
                  <a:lnTo>
                    <a:pt x="950" y="1117"/>
                  </a:lnTo>
                  <a:lnTo>
                    <a:pt x="881" y="714"/>
                  </a:lnTo>
                  <a:lnTo>
                    <a:pt x="1174" y="428"/>
                  </a:lnTo>
                  <a:lnTo>
                    <a:pt x="768" y="369"/>
                  </a:lnTo>
                  <a:lnTo>
                    <a:pt x="5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801;p36">
              <a:extLst>
                <a:ext uri="{FF2B5EF4-FFF2-40B4-BE49-F238E27FC236}">
                  <a16:creationId xmlns:a16="http://schemas.microsoft.com/office/drawing/2014/main" id="{DA587312-9D7D-E98B-B05B-C0FA4C1E9424}"/>
                </a:ext>
              </a:extLst>
            </p:cNvPr>
            <p:cNvSpPr/>
            <p:nvPr/>
          </p:nvSpPr>
          <p:spPr>
            <a:xfrm>
              <a:off x="4718042" y="4069791"/>
              <a:ext cx="233618" cy="2335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802;p36">
              <a:extLst>
                <a:ext uri="{FF2B5EF4-FFF2-40B4-BE49-F238E27FC236}">
                  <a16:creationId xmlns:a16="http://schemas.microsoft.com/office/drawing/2014/main" id="{4364F4B1-5C1A-1979-E0B7-DF9180495803}"/>
                </a:ext>
              </a:extLst>
            </p:cNvPr>
            <p:cNvSpPr/>
            <p:nvPr/>
          </p:nvSpPr>
          <p:spPr>
            <a:xfrm>
              <a:off x="4781320" y="4143566"/>
              <a:ext cx="107262" cy="85972"/>
            </a:xfrm>
            <a:custGeom>
              <a:avLst/>
              <a:gdLst/>
              <a:ahLst/>
              <a:cxnLst/>
              <a:rect l="l" t="t" r="r" b="b"/>
              <a:pathLst>
                <a:path w="1073" h="860" fill="none" extrusionOk="0">
                  <a:moveTo>
                    <a:pt x="0" y="429"/>
                  </a:moveTo>
                  <a:lnTo>
                    <a:pt x="406" y="859"/>
                  </a:lnTo>
                  <a:lnTo>
                    <a:pt x="1072" y="1"/>
                  </a:lnTo>
                </a:path>
              </a:pathLst>
            </a:custGeom>
            <a:no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803;p36">
              <a:extLst>
                <a:ext uri="{FF2B5EF4-FFF2-40B4-BE49-F238E27FC236}">
                  <a16:creationId xmlns:a16="http://schemas.microsoft.com/office/drawing/2014/main" id="{A5BAF066-5328-25B3-7B70-6230158A12A4}"/>
                </a:ext>
              </a:extLst>
            </p:cNvPr>
            <p:cNvSpPr/>
            <p:nvPr/>
          </p:nvSpPr>
          <p:spPr>
            <a:xfrm>
              <a:off x="4313885" y="4069691"/>
              <a:ext cx="256410" cy="233724"/>
            </a:xfrm>
            <a:custGeom>
              <a:avLst/>
              <a:gdLst/>
              <a:ahLst/>
              <a:cxnLst/>
              <a:rect l="l" t="t" r="r" b="b"/>
              <a:pathLst>
                <a:path w="2565" h="2338" extrusionOk="0">
                  <a:moveTo>
                    <a:pt x="1283" y="1"/>
                  </a:moveTo>
                  <a:cubicBezTo>
                    <a:pt x="984" y="1"/>
                    <a:pt x="685" y="115"/>
                    <a:pt x="457" y="343"/>
                  </a:cubicBezTo>
                  <a:cubicBezTo>
                    <a:pt x="1" y="799"/>
                    <a:pt x="1" y="1539"/>
                    <a:pt x="457" y="1995"/>
                  </a:cubicBezTo>
                  <a:cubicBezTo>
                    <a:pt x="685" y="2223"/>
                    <a:pt x="984" y="2337"/>
                    <a:pt x="1283" y="2337"/>
                  </a:cubicBezTo>
                  <a:cubicBezTo>
                    <a:pt x="1582" y="2337"/>
                    <a:pt x="1880" y="2223"/>
                    <a:pt x="2109" y="1995"/>
                  </a:cubicBezTo>
                  <a:cubicBezTo>
                    <a:pt x="2565" y="1539"/>
                    <a:pt x="2565" y="799"/>
                    <a:pt x="2109" y="343"/>
                  </a:cubicBezTo>
                  <a:cubicBezTo>
                    <a:pt x="1880" y="115"/>
                    <a:pt x="1582" y="1"/>
                    <a:pt x="12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804;p36">
              <a:extLst>
                <a:ext uri="{FF2B5EF4-FFF2-40B4-BE49-F238E27FC236}">
                  <a16:creationId xmlns:a16="http://schemas.microsoft.com/office/drawing/2014/main" id="{8F6E83F0-075B-34EA-7D0F-D1C97C56CB28}"/>
                </a:ext>
              </a:extLst>
            </p:cNvPr>
            <p:cNvSpPr/>
            <p:nvPr/>
          </p:nvSpPr>
          <p:spPr>
            <a:xfrm>
              <a:off x="4404153" y="4148464"/>
              <a:ext cx="75873" cy="75975"/>
            </a:xfrm>
            <a:custGeom>
              <a:avLst/>
              <a:gdLst/>
              <a:ahLst/>
              <a:cxnLst/>
              <a:rect l="l" t="t" r="r" b="b"/>
              <a:pathLst>
                <a:path w="759" h="760" fill="none" extrusionOk="0">
                  <a:moveTo>
                    <a:pt x="1" y="1"/>
                  </a:moveTo>
                  <a:lnTo>
                    <a:pt x="759" y="760"/>
                  </a:lnTo>
                </a:path>
              </a:pathLst>
            </a:custGeom>
            <a:no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805;p36">
              <a:extLst>
                <a:ext uri="{FF2B5EF4-FFF2-40B4-BE49-F238E27FC236}">
                  <a16:creationId xmlns:a16="http://schemas.microsoft.com/office/drawing/2014/main" id="{B7216725-59E3-6125-F9B3-A49FFB535CA5}"/>
                </a:ext>
              </a:extLst>
            </p:cNvPr>
            <p:cNvSpPr/>
            <p:nvPr/>
          </p:nvSpPr>
          <p:spPr>
            <a:xfrm>
              <a:off x="4404153" y="4148464"/>
              <a:ext cx="75873" cy="75975"/>
            </a:xfrm>
            <a:custGeom>
              <a:avLst/>
              <a:gdLst/>
              <a:ahLst/>
              <a:cxnLst/>
              <a:rect l="l" t="t" r="r" b="b"/>
              <a:pathLst>
                <a:path w="759" h="760" fill="none" extrusionOk="0">
                  <a:moveTo>
                    <a:pt x="1" y="760"/>
                  </a:moveTo>
                  <a:lnTo>
                    <a:pt x="759" y="1"/>
                  </a:lnTo>
                </a:path>
              </a:pathLst>
            </a:custGeom>
            <a:no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806;p36">
              <a:extLst>
                <a:ext uri="{FF2B5EF4-FFF2-40B4-BE49-F238E27FC236}">
                  <a16:creationId xmlns:a16="http://schemas.microsoft.com/office/drawing/2014/main" id="{7C586DC7-D1FB-A451-1083-98699711C84C}"/>
                </a:ext>
              </a:extLst>
            </p:cNvPr>
            <p:cNvSpPr/>
            <p:nvPr/>
          </p:nvSpPr>
          <p:spPr>
            <a:xfrm>
              <a:off x="4239411" y="3589256"/>
              <a:ext cx="798221" cy="100"/>
            </a:xfrm>
            <a:custGeom>
              <a:avLst/>
              <a:gdLst/>
              <a:ahLst/>
              <a:cxnLst/>
              <a:rect l="l" t="t" r="r" b="b"/>
              <a:pathLst>
                <a:path w="7985" h="1" fill="none" extrusionOk="0">
                  <a:moveTo>
                    <a:pt x="0" y="0"/>
                  </a:moveTo>
                  <a:lnTo>
                    <a:pt x="7984"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807;p36">
              <a:extLst>
                <a:ext uri="{FF2B5EF4-FFF2-40B4-BE49-F238E27FC236}">
                  <a16:creationId xmlns:a16="http://schemas.microsoft.com/office/drawing/2014/main" id="{E9B6BE00-526E-2347-A551-5A4C28F62CAF}"/>
                </a:ext>
              </a:extLst>
            </p:cNvPr>
            <p:cNvSpPr/>
            <p:nvPr/>
          </p:nvSpPr>
          <p:spPr>
            <a:xfrm>
              <a:off x="4239411" y="3720911"/>
              <a:ext cx="798221" cy="100"/>
            </a:xfrm>
            <a:custGeom>
              <a:avLst/>
              <a:gdLst/>
              <a:ahLst/>
              <a:cxnLst/>
              <a:rect l="l" t="t" r="r" b="b"/>
              <a:pathLst>
                <a:path w="7985" h="1" fill="none" extrusionOk="0">
                  <a:moveTo>
                    <a:pt x="0" y="0"/>
                  </a:moveTo>
                  <a:lnTo>
                    <a:pt x="7984"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808;p36">
              <a:extLst>
                <a:ext uri="{FF2B5EF4-FFF2-40B4-BE49-F238E27FC236}">
                  <a16:creationId xmlns:a16="http://schemas.microsoft.com/office/drawing/2014/main" id="{04D67497-F28A-D2A8-C644-86042815A1F8}"/>
                </a:ext>
              </a:extLst>
            </p:cNvPr>
            <p:cNvSpPr/>
            <p:nvPr/>
          </p:nvSpPr>
          <p:spPr>
            <a:xfrm>
              <a:off x="4239411" y="3852365"/>
              <a:ext cx="798221" cy="100"/>
            </a:xfrm>
            <a:custGeom>
              <a:avLst/>
              <a:gdLst/>
              <a:ahLst/>
              <a:cxnLst/>
              <a:rect l="l" t="t" r="r" b="b"/>
              <a:pathLst>
                <a:path w="7985" h="1" fill="none" extrusionOk="0">
                  <a:moveTo>
                    <a:pt x="0" y="1"/>
                  </a:moveTo>
                  <a:lnTo>
                    <a:pt x="7984"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809;p36">
              <a:extLst>
                <a:ext uri="{FF2B5EF4-FFF2-40B4-BE49-F238E27FC236}">
                  <a16:creationId xmlns:a16="http://schemas.microsoft.com/office/drawing/2014/main" id="{22BB548F-4B43-0443-8BFE-5507E8B3FE11}"/>
                </a:ext>
              </a:extLst>
            </p:cNvPr>
            <p:cNvSpPr/>
            <p:nvPr/>
          </p:nvSpPr>
          <p:spPr>
            <a:xfrm>
              <a:off x="4443939" y="3982021"/>
              <a:ext cx="389164" cy="100"/>
            </a:xfrm>
            <a:custGeom>
              <a:avLst/>
              <a:gdLst/>
              <a:ahLst/>
              <a:cxnLst/>
              <a:rect l="l" t="t" r="r" b="b"/>
              <a:pathLst>
                <a:path w="3893" h="1" fill="none" extrusionOk="0">
                  <a:moveTo>
                    <a:pt x="0" y="0"/>
                  </a:moveTo>
                  <a:lnTo>
                    <a:pt x="3893"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810;p36">
              <a:extLst>
                <a:ext uri="{FF2B5EF4-FFF2-40B4-BE49-F238E27FC236}">
                  <a16:creationId xmlns:a16="http://schemas.microsoft.com/office/drawing/2014/main" id="{0CEA9F63-5253-CE2F-1C0E-1D501A5B8382}"/>
                </a:ext>
              </a:extLst>
            </p:cNvPr>
            <p:cNvSpPr/>
            <p:nvPr/>
          </p:nvSpPr>
          <p:spPr>
            <a:xfrm>
              <a:off x="4239411" y="2591311"/>
              <a:ext cx="798221" cy="100"/>
            </a:xfrm>
            <a:custGeom>
              <a:avLst/>
              <a:gdLst/>
              <a:ahLst/>
              <a:cxnLst/>
              <a:rect l="l" t="t" r="r" b="b"/>
              <a:pathLst>
                <a:path w="7985" h="1" fill="none" extrusionOk="0">
                  <a:moveTo>
                    <a:pt x="0" y="1"/>
                  </a:moveTo>
                  <a:lnTo>
                    <a:pt x="7984"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1331;p31">
            <a:extLst>
              <a:ext uri="{FF2B5EF4-FFF2-40B4-BE49-F238E27FC236}">
                <a16:creationId xmlns:a16="http://schemas.microsoft.com/office/drawing/2014/main" id="{CC216C6C-CF64-40BC-4019-F015EB1857D6}"/>
              </a:ext>
            </a:extLst>
          </p:cNvPr>
          <p:cNvSpPr/>
          <p:nvPr/>
        </p:nvSpPr>
        <p:spPr>
          <a:xfrm>
            <a:off x="172678" y="150391"/>
            <a:ext cx="4061460"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47" name="Google Shape;1333;p31">
            <a:extLst>
              <a:ext uri="{FF2B5EF4-FFF2-40B4-BE49-F238E27FC236}">
                <a16:creationId xmlns:a16="http://schemas.microsoft.com/office/drawing/2014/main" id="{0855806C-62D7-4A1E-7E60-B50028A75113}"/>
              </a:ext>
            </a:extLst>
          </p:cNvPr>
          <p:cNvGrpSpPr/>
          <p:nvPr/>
        </p:nvGrpSpPr>
        <p:grpSpPr>
          <a:xfrm>
            <a:off x="279572" y="374882"/>
            <a:ext cx="441436" cy="441224"/>
            <a:chOff x="5020347" y="2784874"/>
            <a:chExt cx="441436" cy="441224"/>
          </a:xfrm>
        </p:grpSpPr>
        <p:sp>
          <p:nvSpPr>
            <p:cNvPr id="48" name="Google Shape;1334;p31">
              <a:extLst>
                <a:ext uri="{FF2B5EF4-FFF2-40B4-BE49-F238E27FC236}">
                  <a16:creationId xmlns:a16="http://schemas.microsoft.com/office/drawing/2014/main" id="{781EB207-2057-4803-D38B-D17E6058C024}"/>
                </a:ext>
              </a:extLst>
            </p:cNvPr>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1335;p31">
              <a:extLst>
                <a:ext uri="{FF2B5EF4-FFF2-40B4-BE49-F238E27FC236}">
                  <a16:creationId xmlns:a16="http://schemas.microsoft.com/office/drawing/2014/main" id="{242FD11B-CEA0-AA15-94CD-093B96E74E1F}"/>
                </a:ext>
              </a:extLst>
            </p:cNvPr>
            <p:cNvSpPr/>
            <p:nvPr/>
          </p:nvSpPr>
          <p:spPr>
            <a:xfrm>
              <a:off x="5139725" y="2943772"/>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 name="TextBox 49">
            <a:extLst>
              <a:ext uri="{FF2B5EF4-FFF2-40B4-BE49-F238E27FC236}">
                <a16:creationId xmlns:a16="http://schemas.microsoft.com/office/drawing/2014/main" id="{007B409E-D677-2F94-B1CD-B4301554267F}"/>
              </a:ext>
            </a:extLst>
          </p:cNvPr>
          <p:cNvSpPr txBox="1"/>
          <p:nvPr/>
        </p:nvSpPr>
        <p:spPr>
          <a:xfrm>
            <a:off x="990636" y="380202"/>
            <a:ext cx="4061460" cy="461665"/>
          </a:xfrm>
          <a:prstGeom prst="rect">
            <a:avLst/>
          </a:prstGeom>
          <a:noFill/>
        </p:spPr>
        <p:txBody>
          <a:bodyPr wrap="square" rtlCol="0">
            <a:spAutoFit/>
          </a:bodyPr>
          <a:lstStyle/>
          <a:p>
            <a:r>
              <a:rPr lang="en-IN" sz="2400" dirty="0">
                <a:latin typeface="Fira Sans Extra Condensed SemiBold" panose="020B0604020202020204" charset="0"/>
              </a:rPr>
              <a:t>Task 9 Overview</a:t>
            </a:r>
          </a:p>
        </p:txBody>
      </p:sp>
      <p:sp>
        <p:nvSpPr>
          <p:cNvPr id="51" name="TextBox 50">
            <a:extLst>
              <a:ext uri="{FF2B5EF4-FFF2-40B4-BE49-F238E27FC236}">
                <a16:creationId xmlns:a16="http://schemas.microsoft.com/office/drawing/2014/main" id="{2EFB68DF-42B2-376C-BA34-E0E0C8428023}"/>
              </a:ext>
            </a:extLst>
          </p:cNvPr>
          <p:cNvSpPr txBox="1"/>
          <p:nvPr/>
        </p:nvSpPr>
        <p:spPr>
          <a:xfrm>
            <a:off x="2362200" y="3370459"/>
            <a:ext cx="6614160" cy="1815882"/>
          </a:xfrm>
          <a:prstGeom prst="rect">
            <a:avLst/>
          </a:prstGeom>
          <a:noFill/>
        </p:spPr>
        <p:txBody>
          <a:bodyPr wrap="square" rtlCol="0">
            <a:spAutoFit/>
          </a:bodyPr>
          <a:lstStyle/>
          <a:p>
            <a:r>
              <a:rPr lang="en-US" b="1" dirty="0">
                <a:latin typeface="Fira Sans Extra Condensed SemiBold" panose="020B0604020202020204" charset="0"/>
              </a:rPr>
              <a:t>Task 9: Skills Required by Companies for Each Job Title</a:t>
            </a:r>
          </a:p>
          <a:p>
            <a:endParaRPr lang="en-US" b="1" dirty="0">
              <a:latin typeface="Fira Sans Extra Condensed SemiBold" panose="020B0604020202020204" charset="0"/>
            </a:endParaRPr>
          </a:p>
          <a:p>
            <a:endParaRPr lang="en-US" b="1" dirty="0">
              <a:latin typeface="Fira Sans Extra Condensed SemiBold" panose="020B0604020202020204" charset="0"/>
            </a:endParaRPr>
          </a:p>
          <a:p>
            <a:pPr algn="just"/>
            <a:r>
              <a:rPr lang="en-US" dirty="0">
                <a:latin typeface="Fira Sans Extra Condensed SemiBold" panose="020B0604020202020204" charset="0"/>
              </a:rPr>
              <a:t>This analysis identifies the key technical skills required for different job roles. By aggregating skill indicators (such as Python, SQL, AWS, Tableau) by job title, the results show clear skill patterns across roles. This helps understand which skills are essential for specific positions in the job market.</a:t>
            </a:r>
          </a:p>
          <a:p>
            <a:endParaRPr lang="en-IN" dirty="0">
              <a:latin typeface="Fira Sans Extra Condensed SemiBold" panose="020B0604020202020204" charset="0"/>
            </a:endParaRPr>
          </a:p>
        </p:txBody>
      </p:sp>
      <p:pic>
        <p:nvPicPr>
          <p:cNvPr id="53" name="Picture 52" descr="A screenshot of a computer&#10;&#10;AI-generated content may be incorrect.">
            <a:extLst>
              <a:ext uri="{FF2B5EF4-FFF2-40B4-BE49-F238E27FC236}">
                <a16:creationId xmlns:a16="http://schemas.microsoft.com/office/drawing/2014/main" id="{946F13B6-3714-A9B7-685B-C416DDC52D33}"/>
              </a:ext>
            </a:extLst>
          </p:cNvPr>
          <p:cNvPicPr>
            <a:picLocks noChangeAspect="1"/>
          </p:cNvPicPr>
          <p:nvPr/>
        </p:nvPicPr>
        <p:blipFill>
          <a:blip r:embed="rId2"/>
          <a:stretch>
            <a:fillRect/>
          </a:stretch>
        </p:blipFill>
        <p:spPr>
          <a:xfrm>
            <a:off x="4454429" y="218560"/>
            <a:ext cx="4337171" cy="27721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9938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1977;p40">
            <a:extLst>
              <a:ext uri="{FF2B5EF4-FFF2-40B4-BE49-F238E27FC236}">
                <a16:creationId xmlns:a16="http://schemas.microsoft.com/office/drawing/2014/main" id="{9AA64A75-B59E-2DFF-7C46-0DB70A7B8F37}"/>
              </a:ext>
            </a:extLst>
          </p:cNvPr>
          <p:cNvGrpSpPr/>
          <p:nvPr/>
        </p:nvGrpSpPr>
        <p:grpSpPr>
          <a:xfrm>
            <a:off x="6362544" y="2216066"/>
            <a:ext cx="2723741" cy="3037080"/>
            <a:chOff x="2884675" y="877880"/>
            <a:chExt cx="3671305" cy="4093651"/>
          </a:xfrm>
        </p:grpSpPr>
        <p:sp>
          <p:nvSpPr>
            <p:cNvPr id="4" name="Google Shape;1978;p40">
              <a:extLst>
                <a:ext uri="{FF2B5EF4-FFF2-40B4-BE49-F238E27FC236}">
                  <a16:creationId xmlns:a16="http://schemas.microsoft.com/office/drawing/2014/main" id="{B7F1378F-47D9-9060-3F94-47620DFDDAA8}"/>
                </a:ext>
              </a:extLst>
            </p:cNvPr>
            <p:cNvSpPr/>
            <p:nvPr/>
          </p:nvSpPr>
          <p:spPr>
            <a:xfrm>
              <a:off x="3598036" y="1382839"/>
              <a:ext cx="2029800" cy="2029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979;p40">
              <a:extLst>
                <a:ext uri="{FF2B5EF4-FFF2-40B4-BE49-F238E27FC236}">
                  <a16:creationId xmlns:a16="http://schemas.microsoft.com/office/drawing/2014/main" id="{A1268FB4-2E64-5B81-9951-1F5E7FD4C1C1}"/>
                </a:ext>
              </a:extLst>
            </p:cNvPr>
            <p:cNvSpPr/>
            <p:nvPr/>
          </p:nvSpPr>
          <p:spPr>
            <a:xfrm>
              <a:off x="3883702" y="2719886"/>
              <a:ext cx="1164803" cy="1303689"/>
            </a:xfrm>
            <a:custGeom>
              <a:avLst/>
              <a:gdLst/>
              <a:ahLst/>
              <a:cxnLst/>
              <a:rect l="l" t="t" r="r" b="b"/>
              <a:pathLst>
                <a:path w="7850" h="8786" extrusionOk="0">
                  <a:moveTo>
                    <a:pt x="5118" y="1"/>
                  </a:moveTo>
                  <a:lnTo>
                    <a:pt x="1678" y="280"/>
                  </a:lnTo>
                  <a:lnTo>
                    <a:pt x="1545" y="316"/>
                  </a:lnTo>
                  <a:lnTo>
                    <a:pt x="900" y="489"/>
                  </a:lnTo>
                  <a:lnTo>
                    <a:pt x="291" y="651"/>
                  </a:lnTo>
                  <a:lnTo>
                    <a:pt x="0" y="729"/>
                  </a:lnTo>
                  <a:lnTo>
                    <a:pt x="43" y="1204"/>
                  </a:lnTo>
                  <a:lnTo>
                    <a:pt x="537" y="6981"/>
                  </a:lnTo>
                  <a:lnTo>
                    <a:pt x="688" y="8734"/>
                  </a:lnTo>
                  <a:lnTo>
                    <a:pt x="693" y="8786"/>
                  </a:lnTo>
                  <a:lnTo>
                    <a:pt x="6434" y="8786"/>
                  </a:lnTo>
                  <a:lnTo>
                    <a:pt x="6491" y="7869"/>
                  </a:lnTo>
                  <a:lnTo>
                    <a:pt x="6542" y="7057"/>
                  </a:lnTo>
                  <a:lnTo>
                    <a:pt x="6577" y="6452"/>
                  </a:lnTo>
                  <a:lnTo>
                    <a:pt x="6625" y="5682"/>
                  </a:lnTo>
                  <a:lnTo>
                    <a:pt x="6651" y="5248"/>
                  </a:lnTo>
                  <a:lnTo>
                    <a:pt x="7850" y="2350"/>
                  </a:lnTo>
                  <a:lnTo>
                    <a:pt x="7136" y="634"/>
                  </a:lnTo>
                  <a:lnTo>
                    <a:pt x="7125" y="605"/>
                  </a:lnTo>
                  <a:lnTo>
                    <a:pt x="6178" y="336"/>
                  </a:lnTo>
                  <a:lnTo>
                    <a:pt x="6178" y="333"/>
                  </a:lnTo>
                  <a:lnTo>
                    <a:pt x="5849" y="230"/>
                  </a:lnTo>
                  <a:lnTo>
                    <a:pt x="51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980;p40">
              <a:extLst>
                <a:ext uri="{FF2B5EF4-FFF2-40B4-BE49-F238E27FC236}">
                  <a16:creationId xmlns:a16="http://schemas.microsoft.com/office/drawing/2014/main" id="{C714F18C-11E6-93C8-9B29-AC7F33BF935B}"/>
                </a:ext>
              </a:extLst>
            </p:cNvPr>
            <p:cNvSpPr/>
            <p:nvPr/>
          </p:nvSpPr>
          <p:spPr>
            <a:xfrm>
              <a:off x="4860879" y="3291887"/>
              <a:ext cx="393807" cy="274804"/>
            </a:xfrm>
            <a:custGeom>
              <a:avLst/>
              <a:gdLst/>
              <a:ahLst/>
              <a:cxnLst/>
              <a:rect l="l" t="t" r="r" b="b"/>
              <a:pathLst>
                <a:path w="2654" h="1852" extrusionOk="0">
                  <a:moveTo>
                    <a:pt x="2074" y="0"/>
                  </a:moveTo>
                  <a:cubicBezTo>
                    <a:pt x="2014" y="0"/>
                    <a:pt x="1953" y="14"/>
                    <a:pt x="1896" y="43"/>
                  </a:cubicBezTo>
                  <a:lnTo>
                    <a:pt x="279" y="849"/>
                  </a:lnTo>
                  <a:cubicBezTo>
                    <a:pt x="80" y="947"/>
                    <a:pt x="0" y="1188"/>
                    <a:pt x="99" y="1387"/>
                  </a:cubicBezTo>
                  <a:lnTo>
                    <a:pt x="220" y="1628"/>
                  </a:lnTo>
                  <a:cubicBezTo>
                    <a:pt x="290" y="1770"/>
                    <a:pt x="432" y="1851"/>
                    <a:pt x="579" y="1851"/>
                  </a:cubicBezTo>
                  <a:cubicBezTo>
                    <a:pt x="639" y="1851"/>
                    <a:pt x="701" y="1838"/>
                    <a:pt x="758" y="1809"/>
                  </a:cubicBezTo>
                  <a:lnTo>
                    <a:pt x="2374" y="1003"/>
                  </a:lnTo>
                  <a:cubicBezTo>
                    <a:pt x="2573" y="905"/>
                    <a:pt x="2654" y="663"/>
                    <a:pt x="2554" y="465"/>
                  </a:cubicBezTo>
                  <a:lnTo>
                    <a:pt x="2434" y="223"/>
                  </a:lnTo>
                  <a:cubicBezTo>
                    <a:pt x="2364" y="82"/>
                    <a:pt x="2222" y="0"/>
                    <a:pt x="2074" y="0"/>
                  </a:cubicBezTo>
                  <a:close/>
                </a:path>
              </a:pathLst>
            </a:custGeom>
            <a:solidFill>
              <a:srgbClr val="B0B4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81;p40">
              <a:extLst>
                <a:ext uri="{FF2B5EF4-FFF2-40B4-BE49-F238E27FC236}">
                  <a16:creationId xmlns:a16="http://schemas.microsoft.com/office/drawing/2014/main" id="{D6FB6E34-DF78-C401-96B6-7C2A76C63633}"/>
                </a:ext>
              </a:extLst>
            </p:cNvPr>
            <p:cNvSpPr/>
            <p:nvPr/>
          </p:nvSpPr>
          <p:spPr>
            <a:xfrm>
              <a:off x="4739616" y="3399139"/>
              <a:ext cx="454941" cy="305223"/>
            </a:xfrm>
            <a:custGeom>
              <a:avLst/>
              <a:gdLst/>
              <a:ahLst/>
              <a:cxnLst/>
              <a:rect l="l" t="t" r="r" b="b"/>
              <a:pathLst>
                <a:path w="3066" h="2057" extrusionOk="0">
                  <a:moveTo>
                    <a:pt x="2486" y="0"/>
                  </a:moveTo>
                  <a:cubicBezTo>
                    <a:pt x="2426" y="0"/>
                    <a:pt x="2365" y="14"/>
                    <a:pt x="2308" y="43"/>
                  </a:cubicBezTo>
                  <a:lnTo>
                    <a:pt x="280" y="1053"/>
                  </a:lnTo>
                  <a:cubicBezTo>
                    <a:pt x="82" y="1153"/>
                    <a:pt x="1" y="1394"/>
                    <a:pt x="100" y="1592"/>
                  </a:cubicBezTo>
                  <a:lnTo>
                    <a:pt x="220" y="1834"/>
                  </a:lnTo>
                  <a:cubicBezTo>
                    <a:pt x="291" y="1974"/>
                    <a:pt x="433" y="2056"/>
                    <a:pt x="580" y="2056"/>
                  </a:cubicBezTo>
                  <a:cubicBezTo>
                    <a:pt x="640" y="2056"/>
                    <a:pt x="701" y="2042"/>
                    <a:pt x="759" y="2014"/>
                  </a:cubicBezTo>
                  <a:lnTo>
                    <a:pt x="2786" y="1003"/>
                  </a:lnTo>
                  <a:cubicBezTo>
                    <a:pt x="2985" y="905"/>
                    <a:pt x="3066" y="663"/>
                    <a:pt x="2966" y="465"/>
                  </a:cubicBezTo>
                  <a:lnTo>
                    <a:pt x="2846" y="223"/>
                  </a:lnTo>
                  <a:cubicBezTo>
                    <a:pt x="2776" y="82"/>
                    <a:pt x="2634" y="0"/>
                    <a:pt x="2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82;p40">
              <a:extLst>
                <a:ext uri="{FF2B5EF4-FFF2-40B4-BE49-F238E27FC236}">
                  <a16:creationId xmlns:a16="http://schemas.microsoft.com/office/drawing/2014/main" id="{C36ED875-854B-DAB3-B5E1-08971F69CA69}"/>
                </a:ext>
              </a:extLst>
            </p:cNvPr>
            <p:cNvSpPr/>
            <p:nvPr/>
          </p:nvSpPr>
          <p:spPr>
            <a:xfrm>
              <a:off x="3921985" y="2660683"/>
              <a:ext cx="1018943" cy="493223"/>
            </a:xfrm>
            <a:custGeom>
              <a:avLst/>
              <a:gdLst/>
              <a:ahLst/>
              <a:cxnLst/>
              <a:rect l="l" t="t" r="r" b="b"/>
              <a:pathLst>
                <a:path w="6867" h="3324" extrusionOk="0">
                  <a:moveTo>
                    <a:pt x="3552" y="1"/>
                  </a:moveTo>
                  <a:lnTo>
                    <a:pt x="1273" y="645"/>
                  </a:lnTo>
                  <a:lnTo>
                    <a:pt x="107" y="976"/>
                  </a:lnTo>
                  <a:lnTo>
                    <a:pt x="44" y="993"/>
                  </a:lnTo>
                  <a:lnTo>
                    <a:pt x="1" y="1004"/>
                  </a:lnTo>
                  <a:cubicBezTo>
                    <a:pt x="12" y="1019"/>
                    <a:pt x="24" y="1035"/>
                    <a:pt x="33" y="1050"/>
                  </a:cubicBezTo>
                  <a:cubicBezTo>
                    <a:pt x="497" y="1698"/>
                    <a:pt x="944" y="2225"/>
                    <a:pt x="1370" y="2646"/>
                  </a:cubicBezTo>
                  <a:cubicBezTo>
                    <a:pt x="1476" y="2749"/>
                    <a:pt x="1288" y="3324"/>
                    <a:pt x="1288" y="3324"/>
                  </a:cubicBezTo>
                  <a:cubicBezTo>
                    <a:pt x="1288" y="3324"/>
                    <a:pt x="3274" y="2579"/>
                    <a:pt x="4868" y="2579"/>
                  </a:cubicBezTo>
                  <a:cubicBezTo>
                    <a:pt x="5534" y="2579"/>
                    <a:pt x="6132" y="2709"/>
                    <a:pt x="6488" y="3077"/>
                  </a:cubicBezTo>
                  <a:cubicBezTo>
                    <a:pt x="6488" y="3077"/>
                    <a:pt x="6666" y="1872"/>
                    <a:pt x="6867" y="1004"/>
                  </a:cubicBezTo>
                  <a:lnTo>
                    <a:pt x="5589" y="618"/>
                  </a:lnTo>
                  <a:lnTo>
                    <a:pt x="3552" y="1"/>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83;p40">
              <a:extLst>
                <a:ext uri="{FF2B5EF4-FFF2-40B4-BE49-F238E27FC236}">
                  <a16:creationId xmlns:a16="http://schemas.microsoft.com/office/drawing/2014/main" id="{3B622373-8CAA-A85C-F317-79F5A34EB57A}"/>
                </a:ext>
              </a:extLst>
            </p:cNvPr>
            <p:cNvSpPr/>
            <p:nvPr/>
          </p:nvSpPr>
          <p:spPr>
            <a:xfrm>
              <a:off x="4211479" y="2366002"/>
              <a:ext cx="497972" cy="614600"/>
            </a:xfrm>
            <a:custGeom>
              <a:avLst/>
              <a:gdLst/>
              <a:ahLst/>
              <a:cxnLst/>
              <a:rect l="l" t="t" r="r" b="b"/>
              <a:pathLst>
                <a:path w="3356" h="4142" extrusionOk="0">
                  <a:moveTo>
                    <a:pt x="3239" y="1"/>
                  </a:moveTo>
                  <a:lnTo>
                    <a:pt x="0" y="105"/>
                  </a:lnTo>
                  <a:lnTo>
                    <a:pt x="129" y="4142"/>
                  </a:lnTo>
                  <a:lnTo>
                    <a:pt x="2509" y="4066"/>
                  </a:lnTo>
                  <a:cubicBezTo>
                    <a:pt x="2984" y="4050"/>
                    <a:pt x="3355" y="3653"/>
                    <a:pt x="3340" y="3179"/>
                  </a:cubicBezTo>
                  <a:lnTo>
                    <a:pt x="3239" y="1"/>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4;p40">
              <a:extLst>
                <a:ext uri="{FF2B5EF4-FFF2-40B4-BE49-F238E27FC236}">
                  <a16:creationId xmlns:a16="http://schemas.microsoft.com/office/drawing/2014/main" id="{3231BF36-1F13-CBB0-0C45-58651DA19399}"/>
                </a:ext>
              </a:extLst>
            </p:cNvPr>
            <p:cNvSpPr/>
            <p:nvPr/>
          </p:nvSpPr>
          <p:spPr>
            <a:xfrm>
              <a:off x="3637981" y="2698961"/>
              <a:ext cx="1682629" cy="1059433"/>
            </a:xfrm>
            <a:custGeom>
              <a:avLst/>
              <a:gdLst/>
              <a:ahLst/>
              <a:cxnLst/>
              <a:rect l="l" t="t" r="r" b="b"/>
              <a:pathLst>
                <a:path w="11340" h="7140" extrusionOk="0">
                  <a:moveTo>
                    <a:pt x="3937" y="1"/>
                  </a:moveTo>
                  <a:lnTo>
                    <a:pt x="3187" y="213"/>
                  </a:lnTo>
                  <a:lnTo>
                    <a:pt x="2021" y="544"/>
                  </a:lnTo>
                  <a:lnTo>
                    <a:pt x="1958" y="561"/>
                  </a:lnTo>
                  <a:lnTo>
                    <a:pt x="1915" y="572"/>
                  </a:lnTo>
                  <a:cubicBezTo>
                    <a:pt x="1261" y="750"/>
                    <a:pt x="324" y="1194"/>
                    <a:pt x="201" y="2278"/>
                  </a:cubicBezTo>
                  <a:cubicBezTo>
                    <a:pt x="114" y="3062"/>
                    <a:pt x="0" y="5004"/>
                    <a:pt x="7" y="7140"/>
                  </a:cubicBezTo>
                  <a:lnTo>
                    <a:pt x="2193" y="6948"/>
                  </a:lnTo>
                  <a:lnTo>
                    <a:pt x="3132" y="6866"/>
                  </a:lnTo>
                  <a:lnTo>
                    <a:pt x="7657" y="6469"/>
                  </a:lnTo>
                  <a:lnTo>
                    <a:pt x="8233" y="6419"/>
                  </a:lnTo>
                  <a:lnTo>
                    <a:pt x="11339" y="6148"/>
                  </a:lnTo>
                  <a:cubicBezTo>
                    <a:pt x="11060" y="4424"/>
                    <a:pt x="10353" y="1344"/>
                    <a:pt x="8798" y="572"/>
                  </a:cubicBezTo>
                  <a:lnTo>
                    <a:pt x="8792" y="601"/>
                  </a:lnTo>
                  <a:lnTo>
                    <a:pt x="8781" y="572"/>
                  </a:lnTo>
                  <a:lnTo>
                    <a:pt x="7503" y="186"/>
                  </a:lnTo>
                  <a:lnTo>
                    <a:pt x="7184" y="89"/>
                  </a:lnTo>
                  <a:lnTo>
                    <a:pt x="7184" y="89"/>
                  </a:lnTo>
                  <a:lnTo>
                    <a:pt x="8143" y="2979"/>
                  </a:lnTo>
                  <a:cubicBezTo>
                    <a:pt x="8485" y="4005"/>
                    <a:pt x="8336" y="5131"/>
                    <a:pt x="7740" y="6034"/>
                  </a:cubicBezTo>
                  <a:lnTo>
                    <a:pt x="4267" y="6269"/>
                  </a:lnTo>
                  <a:lnTo>
                    <a:pt x="4267" y="6269"/>
                  </a:lnTo>
                  <a:lnTo>
                    <a:pt x="4442" y="5823"/>
                  </a:lnTo>
                  <a:cubicBezTo>
                    <a:pt x="4681" y="5216"/>
                    <a:pt x="4746" y="4555"/>
                    <a:pt x="4633" y="3914"/>
                  </a:cubicBezTo>
                  <a:lnTo>
                    <a:pt x="39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85;p40">
              <a:extLst>
                <a:ext uri="{FF2B5EF4-FFF2-40B4-BE49-F238E27FC236}">
                  <a16:creationId xmlns:a16="http://schemas.microsoft.com/office/drawing/2014/main" id="{6A882960-F0FB-2A84-52C0-9A2E123D7445}"/>
                </a:ext>
              </a:extLst>
            </p:cNvPr>
            <p:cNvSpPr/>
            <p:nvPr/>
          </p:nvSpPr>
          <p:spPr>
            <a:xfrm>
              <a:off x="4222904" y="1641615"/>
              <a:ext cx="801117" cy="1032594"/>
            </a:xfrm>
            <a:custGeom>
              <a:avLst/>
              <a:gdLst/>
              <a:ahLst/>
              <a:cxnLst/>
              <a:rect l="l" t="t" r="r" b="b"/>
              <a:pathLst>
                <a:path w="5399" h="6959" extrusionOk="0">
                  <a:moveTo>
                    <a:pt x="1996" y="1"/>
                  </a:moveTo>
                  <a:cubicBezTo>
                    <a:pt x="1224" y="1"/>
                    <a:pt x="476" y="296"/>
                    <a:pt x="1" y="1075"/>
                  </a:cubicBezTo>
                  <a:lnTo>
                    <a:pt x="3027" y="6953"/>
                  </a:lnTo>
                  <a:cubicBezTo>
                    <a:pt x="3083" y="6957"/>
                    <a:pt x="3140" y="6959"/>
                    <a:pt x="3197" y="6959"/>
                  </a:cubicBezTo>
                  <a:cubicBezTo>
                    <a:pt x="4183" y="6959"/>
                    <a:pt x="5399" y="6427"/>
                    <a:pt x="5399" y="6427"/>
                  </a:cubicBezTo>
                  <a:cubicBezTo>
                    <a:pt x="5399" y="6427"/>
                    <a:pt x="5239" y="2885"/>
                    <a:pt x="4950" y="1692"/>
                  </a:cubicBezTo>
                  <a:cubicBezTo>
                    <a:pt x="4755" y="893"/>
                    <a:pt x="3338" y="1"/>
                    <a:pt x="19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986;p40">
              <a:extLst>
                <a:ext uri="{FF2B5EF4-FFF2-40B4-BE49-F238E27FC236}">
                  <a16:creationId xmlns:a16="http://schemas.microsoft.com/office/drawing/2014/main" id="{BD16A373-9FA9-BD56-C1D3-6CF2E9AA9FF3}"/>
                </a:ext>
              </a:extLst>
            </p:cNvPr>
            <p:cNvSpPr/>
            <p:nvPr/>
          </p:nvSpPr>
          <p:spPr>
            <a:xfrm>
              <a:off x="4353778" y="2300270"/>
              <a:ext cx="348699" cy="402710"/>
            </a:xfrm>
            <a:custGeom>
              <a:avLst/>
              <a:gdLst/>
              <a:ahLst/>
              <a:cxnLst/>
              <a:rect l="l" t="t" r="r" b="b"/>
              <a:pathLst>
                <a:path w="2350" h="2714" extrusionOk="0">
                  <a:moveTo>
                    <a:pt x="2274" y="0"/>
                  </a:moveTo>
                  <a:lnTo>
                    <a:pt x="76" y="70"/>
                  </a:lnTo>
                  <a:cubicBezTo>
                    <a:pt x="1" y="1987"/>
                    <a:pt x="746" y="2713"/>
                    <a:pt x="1723" y="2713"/>
                  </a:cubicBezTo>
                  <a:cubicBezTo>
                    <a:pt x="1924" y="2713"/>
                    <a:pt x="2134" y="2682"/>
                    <a:pt x="2349" y="2625"/>
                  </a:cubicBezTo>
                  <a:lnTo>
                    <a:pt x="227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1987;p40">
              <a:extLst>
                <a:ext uri="{FF2B5EF4-FFF2-40B4-BE49-F238E27FC236}">
                  <a16:creationId xmlns:a16="http://schemas.microsoft.com/office/drawing/2014/main" id="{03CEEE0A-5ADB-615E-14BF-615CAA682285}"/>
                </a:ext>
              </a:extLst>
            </p:cNvPr>
            <p:cNvGrpSpPr/>
            <p:nvPr/>
          </p:nvGrpSpPr>
          <p:grpSpPr>
            <a:xfrm>
              <a:off x="3451280" y="3067008"/>
              <a:ext cx="2029782" cy="1172232"/>
              <a:chOff x="8024559" y="1640624"/>
              <a:chExt cx="1042250" cy="684875"/>
            </a:xfrm>
          </p:grpSpPr>
          <p:sp>
            <p:nvSpPr>
              <p:cNvPr id="33" name="Google Shape;1988;p40">
                <a:extLst>
                  <a:ext uri="{FF2B5EF4-FFF2-40B4-BE49-F238E27FC236}">
                    <a16:creationId xmlns:a16="http://schemas.microsoft.com/office/drawing/2014/main" id="{76ACCB92-4FB8-5C56-E2EB-58B3594E046C}"/>
                  </a:ext>
                </a:extLst>
              </p:cNvPr>
              <p:cNvSpPr/>
              <p:nvPr/>
            </p:nvSpPr>
            <p:spPr>
              <a:xfrm>
                <a:off x="8024559" y="1640624"/>
                <a:ext cx="293400" cy="23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989;p40">
                <a:extLst>
                  <a:ext uri="{FF2B5EF4-FFF2-40B4-BE49-F238E27FC236}">
                    <a16:creationId xmlns:a16="http://schemas.microsoft.com/office/drawing/2014/main" id="{CB37A297-B022-B069-F3DE-B2EF0F435F97}"/>
                  </a:ext>
                </a:extLst>
              </p:cNvPr>
              <p:cNvSpPr/>
              <p:nvPr/>
            </p:nvSpPr>
            <p:spPr>
              <a:xfrm flipH="1">
                <a:off x="8773409" y="1640624"/>
                <a:ext cx="293400" cy="23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990;p40">
                <a:extLst>
                  <a:ext uri="{FF2B5EF4-FFF2-40B4-BE49-F238E27FC236}">
                    <a16:creationId xmlns:a16="http://schemas.microsoft.com/office/drawing/2014/main" id="{E8C3C0C9-C79F-E532-6DAF-68E8BDC3E7C8}"/>
                  </a:ext>
                </a:extLst>
              </p:cNvPr>
              <p:cNvSpPr/>
              <p:nvPr/>
            </p:nvSpPr>
            <p:spPr>
              <a:xfrm>
                <a:off x="8024559" y="1848499"/>
                <a:ext cx="1042200" cy="477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991;p40">
              <a:extLst>
                <a:ext uri="{FF2B5EF4-FFF2-40B4-BE49-F238E27FC236}">
                  <a16:creationId xmlns:a16="http://schemas.microsoft.com/office/drawing/2014/main" id="{B4715424-33AA-4E46-595D-D43258C82026}"/>
                </a:ext>
              </a:extLst>
            </p:cNvPr>
            <p:cNvSpPr/>
            <p:nvPr/>
          </p:nvSpPr>
          <p:spPr>
            <a:xfrm rot="-2699962">
              <a:off x="3283926" y="1453632"/>
              <a:ext cx="2530386" cy="2177345"/>
            </a:xfrm>
            <a:custGeom>
              <a:avLst/>
              <a:gdLst/>
              <a:ahLst/>
              <a:cxnLst/>
              <a:rect l="l" t="t" r="r" b="b"/>
              <a:pathLst>
                <a:path w="15792" h="14323" extrusionOk="0">
                  <a:moveTo>
                    <a:pt x="8108" y="195"/>
                  </a:moveTo>
                  <a:cubicBezTo>
                    <a:pt x="9825" y="195"/>
                    <a:pt x="11542" y="850"/>
                    <a:pt x="12852" y="2160"/>
                  </a:cubicBezTo>
                  <a:cubicBezTo>
                    <a:pt x="15473" y="4782"/>
                    <a:pt x="15473" y="9031"/>
                    <a:pt x="12852" y="11652"/>
                  </a:cubicBezTo>
                  <a:cubicBezTo>
                    <a:pt x="11542" y="12962"/>
                    <a:pt x="9825" y="13616"/>
                    <a:pt x="8108" y="13616"/>
                  </a:cubicBezTo>
                  <a:cubicBezTo>
                    <a:pt x="6390" y="13616"/>
                    <a:pt x="4672" y="12961"/>
                    <a:pt x="3361" y="11651"/>
                  </a:cubicBezTo>
                  <a:cubicBezTo>
                    <a:pt x="741" y="9031"/>
                    <a:pt x="741" y="4782"/>
                    <a:pt x="3361" y="2162"/>
                  </a:cubicBezTo>
                  <a:cubicBezTo>
                    <a:pt x="4672" y="851"/>
                    <a:pt x="6390" y="195"/>
                    <a:pt x="8108" y="195"/>
                  </a:cubicBezTo>
                  <a:close/>
                  <a:moveTo>
                    <a:pt x="8279" y="0"/>
                  </a:moveTo>
                  <a:cubicBezTo>
                    <a:pt x="6274" y="0"/>
                    <a:pt x="4231" y="794"/>
                    <a:pt x="2758" y="2267"/>
                  </a:cubicBezTo>
                  <a:cubicBezTo>
                    <a:pt x="0" y="5024"/>
                    <a:pt x="0" y="9496"/>
                    <a:pt x="2758" y="12254"/>
                  </a:cubicBezTo>
                  <a:cubicBezTo>
                    <a:pt x="4137" y="13633"/>
                    <a:pt x="5944" y="14323"/>
                    <a:pt x="7752" y="14323"/>
                  </a:cubicBezTo>
                  <a:cubicBezTo>
                    <a:pt x="9559" y="14323"/>
                    <a:pt x="11367" y="13633"/>
                    <a:pt x="12746" y="12254"/>
                  </a:cubicBezTo>
                  <a:cubicBezTo>
                    <a:pt x="15504" y="9495"/>
                    <a:pt x="15791" y="4648"/>
                    <a:pt x="13033" y="1889"/>
                  </a:cubicBezTo>
                  <a:cubicBezTo>
                    <a:pt x="11748" y="605"/>
                    <a:pt x="10028" y="0"/>
                    <a:pt x="8279" y="0"/>
                  </a:cubicBezTo>
                  <a:close/>
                </a:path>
              </a:pathLst>
            </a:custGeom>
            <a:solidFill>
              <a:schemeClr val="accent1"/>
            </a:solid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992;p40">
              <a:extLst>
                <a:ext uri="{FF2B5EF4-FFF2-40B4-BE49-F238E27FC236}">
                  <a16:creationId xmlns:a16="http://schemas.microsoft.com/office/drawing/2014/main" id="{98736A73-EBB6-441B-C582-9F268CBF751F}"/>
                </a:ext>
              </a:extLst>
            </p:cNvPr>
            <p:cNvSpPr/>
            <p:nvPr/>
          </p:nvSpPr>
          <p:spPr>
            <a:xfrm rot="-900026">
              <a:off x="5256540" y="3101456"/>
              <a:ext cx="1058997" cy="1763066"/>
            </a:xfrm>
            <a:custGeom>
              <a:avLst/>
              <a:gdLst/>
              <a:ahLst/>
              <a:cxnLst/>
              <a:rect l="l" t="t" r="r" b="b"/>
              <a:pathLst>
                <a:path w="7137" h="11882" extrusionOk="0">
                  <a:moveTo>
                    <a:pt x="986" y="1"/>
                  </a:moveTo>
                  <a:cubicBezTo>
                    <a:pt x="932" y="1"/>
                    <a:pt x="877" y="14"/>
                    <a:pt x="826" y="41"/>
                  </a:cubicBezTo>
                  <a:lnTo>
                    <a:pt x="230" y="357"/>
                  </a:lnTo>
                  <a:cubicBezTo>
                    <a:pt x="63" y="445"/>
                    <a:pt x="0" y="650"/>
                    <a:pt x="89" y="816"/>
                  </a:cubicBezTo>
                  <a:lnTo>
                    <a:pt x="5850" y="11701"/>
                  </a:lnTo>
                  <a:cubicBezTo>
                    <a:pt x="5911" y="11816"/>
                    <a:pt x="6029" y="11882"/>
                    <a:pt x="6151" y="11882"/>
                  </a:cubicBezTo>
                  <a:cubicBezTo>
                    <a:pt x="6205" y="11882"/>
                    <a:pt x="6260" y="11869"/>
                    <a:pt x="6311" y="11842"/>
                  </a:cubicBezTo>
                  <a:lnTo>
                    <a:pt x="6906" y="11527"/>
                  </a:lnTo>
                  <a:cubicBezTo>
                    <a:pt x="7073" y="11439"/>
                    <a:pt x="7136" y="11233"/>
                    <a:pt x="7048" y="11067"/>
                  </a:cubicBezTo>
                  <a:lnTo>
                    <a:pt x="1287" y="182"/>
                  </a:lnTo>
                  <a:cubicBezTo>
                    <a:pt x="1226" y="67"/>
                    <a:pt x="1108" y="1"/>
                    <a:pt x="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993;p40">
              <a:extLst>
                <a:ext uri="{FF2B5EF4-FFF2-40B4-BE49-F238E27FC236}">
                  <a16:creationId xmlns:a16="http://schemas.microsoft.com/office/drawing/2014/main" id="{C994EFAE-D8DA-515D-5EF5-C58314BF88C8}"/>
                </a:ext>
              </a:extLst>
            </p:cNvPr>
            <p:cNvSpPr/>
            <p:nvPr/>
          </p:nvSpPr>
          <p:spPr>
            <a:xfrm>
              <a:off x="3304327" y="1430765"/>
              <a:ext cx="2453998" cy="2201087"/>
            </a:xfrm>
            <a:custGeom>
              <a:avLst/>
              <a:gdLst/>
              <a:ahLst/>
              <a:cxnLst/>
              <a:rect l="l" t="t" r="r" b="b"/>
              <a:pathLst>
                <a:path w="15792" h="14323" extrusionOk="0">
                  <a:moveTo>
                    <a:pt x="8108" y="195"/>
                  </a:moveTo>
                  <a:cubicBezTo>
                    <a:pt x="9825" y="195"/>
                    <a:pt x="11542" y="850"/>
                    <a:pt x="12852" y="2160"/>
                  </a:cubicBezTo>
                  <a:cubicBezTo>
                    <a:pt x="15473" y="4782"/>
                    <a:pt x="15473" y="9031"/>
                    <a:pt x="12852" y="11652"/>
                  </a:cubicBezTo>
                  <a:cubicBezTo>
                    <a:pt x="11542" y="12962"/>
                    <a:pt x="9825" y="13616"/>
                    <a:pt x="8108" y="13616"/>
                  </a:cubicBezTo>
                  <a:cubicBezTo>
                    <a:pt x="6390" y="13616"/>
                    <a:pt x="4672" y="12961"/>
                    <a:pt x="3361" y="11651"/>
                  </a:cubicBezTo>
                  <a:cubicBezTo>
                    <a:pt x="741" y="9031"/>
                    <a:pt x="741" y="4782"/>
                    <a:pt x="3361" y="2162"/>
                  </a:cubicBezTo>
                  <a:cubicBezTo>
                    <a:pt x="4672" y="851"/>
                    <a:pt x="6390" y="195"/>
                    <a:pt x="8108" y="195"/>
                  </a:cubicBezTo>
                  <a:close/>
                  <a:moveTo>
                    <a:pt x="8279" y="0"/>
                  </a:moveTo>
                  <a:cubicBezTo>
                    <a:pt x="6274" y="0"/>
                    <a:pt x="4231" y="794"/>
                    <a:pt x="2758" y="2267"/>
                  </a:cubicBezTo>
                  <a:cubicBezTo>
                    <a:pt x="0" y="5024"/>
                    <a:pt x="0" y="9496"/>
                    <a:pt x="2758" y="12254"/>
                  </a:cubicBezTo>
                  <a:cubicBezTo>
                    <a:pt x="4137" y="13633"/>
                    <a:pt x="5944" y="14323"/>
                    <a:pt x="7752" y="14323"/>
                  </a:cubicBezTo>
                  <a:cubicBezTo>
                    <a:pt x="9559" y="14323"/>
                    <a:pt x="11367" y="13633"/>
                    <a:pt x="12746" y="12254"/>
                  </a:cubicBezTo>
                  <a:cubicBezTo>
                    <a:pt x="15504" y="9495"/>
                    <a:pt x="15791" y="4648"/>
                    <a:pt x="13033" y="1889"/>
                  </a:cubicBezTo>
                  <a:cubicBezTo>
                    <a:pt x="11748" y="605"/>
                    <a:pt x="10028" y="0"/>
                    <a:pt x="82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994;p40">
              <a:extLst>
                <a:ext uri="{FF2B5EF4-FFF2-40B4-BE49-F238E27FC236}">
                  <a16:creationId xmlns:a16="http://schemas.microsoft.com/office/drawing/2014/main" id="{92777F75-75BE-0083-1E32-1BAD566E1491}"/>
                </a:ext>
              </a:extLst>
            </p:cNvPr>
            <p:cNvSpPr/>
            <p:nvPr/>
          </p:nvSpPr>
          <p:spPr>
            <a:xfrm>
              <a:off x="4179725" y="1725152"/>
              <a:ext cx="796369" cy="860025"/>
            </a:xfrm>
            <a:custGeom>
              <a:avLst/>
              <a:gdLst/>
              <a:ahLst/>
              <a:cxnLst/>
              <a:rect l="l" t="t" r="r" b="b"/>
              <a:pathLst>
                <a:path w="5367" h="5796" extrusionOk="0">
                  <a:moveTo>
                    <a:pt x="2656" y="1"/>
                  </a:moveTo>
                  <a:cubicBezTo>
                    <a:pt x="2579" y="1"/>
                    <a:pt x="2502" y="4"/>
                    <a:pt x="2424" y="11"/>
                  </a:cubicBezTo>
                  <a:cubicBezTo>
                    <a:pt x="1028" y="137"/>
                    <a:pt x="0" y="1371"/>
                    <a:pt x="127" y="2766"/>
                  </a:cubicBezTo>
                  <a:lnTo>
                    <a:pt x="270" y="4350"/>
                  </a:lnTo>
                  <a:cubicBezTo>
                    <a:pt x="346" y="5175"/>
                    <a:pt x="1038" y="5796"/>
                    <a:pt x="1850" y="5796"/>
                  </a:cubicBezTo>
                  <a:cubicBezTo>
                    <a:pt x="1898" y="5796"/>
                    <a:pt x="1947" y="5793"/>
                    <a:pt x="1996" y="5789"/>
                  </a:cubicBezTo>
                  <a:lnTo>
                    <a:pt x="3024" y="5696"/>
                  </a:lnTo>
                  <a:cubicBezTo>
                    <a:pt x="4373" y="5574"/>
                    <a:pt x="5366" y="4382"/>
                    <a:pt x="5244" y="3034"/>
                  </a:cubicBezTo>
                  <a:lnTo>
                    <a:pt x="5178" y="2308"/>
                  </a:lnTo>
                  <a:cubicBezTo>
                    <a:pt x="5059" y="991"/>
                    <a:pt x="3953" y="1"/>
                    <a:pt x="2656" y="1"/>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995;p40">
              <a:extLst>
                <a:ext uri="{FF2B5EF4-FFF2-40B4-BE49-F238E27FC236}">
                  <a16:creationId xmlns:a16="http://schemas.microsoft.com/office/drawing/2014/main" id="{DA42E78F-E11F-433A-E701-451496E1F06E}"/>
                </a:ext>
              </a:extLst>
            </p:cNvPr>
            <p:cNvSpPr/>
            <p:nvPr/>
          </p:nvSpPr>
          <p:spPr>
            <a:xfrm>
              <a:off x="3952107" y="1727823"/>
              <a:ext cx="448560" cy="959886"/>
            </a:xfrm>
            <a:custGeom>
              <a:avLst/>
              <a:gdLst/>
              <a:ahLst/>
              <a:cxnLst/>
              <a:rect l="l" t="t" r="r" b="b"/>
              <a:pathLst>
                <a:path w="3023" h="6469" extrusionOk="0">
                  <a:moveTo>
                    <a:pt x="2753" y="0"/>
                  </a:moveTo>
                  <a:cubicBezTo>
                    <a:pt x="1724" y="0"/>
                    <a:pt x="812" y="526"/>
                    <a:pt x="614" y="948"/>
                  </a:cubicBezTo>
                  <a:cubicBezTo>
                    <a:pt x="132" y="1982"/>
                    <a:pt x="0" y="4439"/>
                    <a:pt x="9" y="6043"/>
                  </a:cubicBezTo>
                  <a:cubicBezTo>
                    <a:pt x="478" y="6384"/>
                    <a:pt x="1113" y="6468"/>
                    <a:pt x="1628" y="6468"/>
                  </a:cubicBezTo>
                  <a:cubicBezTo>
                    <a:pt x="2136" y="6468"/>
                    <a:pt x="2528" y="6386"/>
                    <a:pt x="2528" y="6386"/>
                  </a:cubicBezTo>
                  <a:lnTo>
                    <a:pt x="2266" y="4389"/>
                  </a:lnTo>
                  <a:lnTo>
                    <a:pt x="3023" y="13"/>
                  </a:lnTo>
                  <a:cubicBezTo>
                    <a:pt x="2932" y="4"/>
                    <a:pt x="2842" y="0"/>
                    <a:pt x="27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96;p40">
              <a:extLst>
                <a:ext uri="{FF2B5EF4-FFF2-40B4-BE49-F238E27FC236}">
                  <a16:creationId xmlns:a16="http://schemas.microsoft.com/office/drawing/2014/main" id="{C6F31CF9-8C02-94B9-5EE2-EBA771547DAC}"/>
                </a:ext>
              </a:extLst>
            </p:cNvPr>
            <p:cNvSpPr/>
            <p:nvPr/>
          </p:nvSpPr>
          <p:spPr>
            <a:xfrm>
              <a:off x="4797144" y="2095210"/>
              <a:ext cx="73598" cy="105055"/>
            </a:xfrm>
            <a:custGeom>
              <a:avLst/>
              <a:gdLst/>
              <a:ahLst/>
              <a:cxnLst/>
              <a:rect l="l" t="t" r="r" b="b"/>
              <a:pathLst>
                <a:path w="496" h="708" extrusionOk="0">
                  <a:moveTo>
                    <a:pt x="249" y="0"/>
                  </a:moveTo>
                  <a:cubicBezTo>
                    <a:pt x="111" y="0"/>
                    <a:pt x="0" y="159"/>
                    <a:pt x="0" y="355"/>
                  </a:cubicBezTo>
                  <a:cubicBezTo>
                    <a:pt x="0" y="550"/>
                    <a:pt x="111" y="708"/>
                    <a:pt x="249" y="708"/>
                  </a:cubicBezTo>
                  <a:cubicBezTo>
                    <a:pt x="385" y="708"/>
                    <a:pt x="495" y="550"/>
                    <a:pt x="495" y="355"/>
                  </a:cubicBezTo>
                  <a:cubicBezTo>
                    <a:pt x="495" y="159"/>
                    <a:pt x="385" y="0"/>
                    <a:pt x="2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997;p40">
              <a:extLst>
                <a:ext uri="{FF2B5EF4-FFF2-40B4-BE49-F238E27FC236}">
                  <a16:creationId xmlns:a16="http://schemas.microsoft.com/office/drawing/2014/main" id="{EB27C626-1257-B234-FB73-329DFE278CC6}"/>
                </a:ext>
              </a:extLst>
            </p:cNvPr>
            <p:cNvSpPr/>
            <p:nvPr/>
          </p:nvSpPr>
          <p:spPr>
            <a:xfrm>
              <a:off x="4003892" y="2118357"/>
              <a:ext cx="340389" cy="316055"/>
            </a:xfrm>
            <a:custGeom>
              <a:avLst/>
              <a:gdLst/>
              <a:ahLst/>
              <a:cxnLst/>
              <a:rect l="l" t="t" r="r" b="b"/>
              <a:pathLst>
                <a:path w="2294" h="2130" extrusionOk="0">
                  <a:moveTo>
                    <a:pt x="1083" y="1"/>
                  </a:moveTo>
                  <a:cubicBezTo>
                    <a:pt x="946" y="1"/>
                    <a:pt x="815" y="39"/>
                    <a:pt x="693" y="101"/>
                  </a:cubicBezTo>
                  <a:cubicBezTo>
                    <a:pt x="0" y="452"/>
                    <a:pt x="119" y="2129"/>
                    <a:pt x="1270" y="2129"/>
                  </a:cubicBezTo>
                  <a:cubicBezTo>
                    <a:pt x="1494" y="2129"/>
                    <a:pt x="1756" y="2066"/>
                    <a:pt x="2059" y="1918"/>
                  </a:cubicBezTo>
                  <a:lnTo>
                    <a:pt x="2293" y="1122"/>
                  </a:lnTo>
                  <a:cubicBezTo>
                    <a:pt x="1859" y="277"/>
                    <a:pt x="1448" y="1"/>
                    <a:pt x="1083" y="1"/>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998;p40">
              <a:extLst>
                <a:ext uri="{FF2B5EF4-FFF2-40B4-BE49-F238E27FC236}">
                  <a16:creationId xmlns:a16="http://schemas.microsoft.com/office/drawing/2014/main" id="{A7F43CF6-BECB-9C59-AFF5-3ED7AB8E12E7}"/>
                </a:ext>
              </a:extLst>
            </p:cNvPr>
            <p:cNvSpPr/>
            <p:nvPr/>
          </p:nvSpPr>
          <p:spPr>
            <a:xfrm>
              <a:off x="4734230" y="1892672"/>
              <a:ext cx="191859" cy="58314"/>
            </a:xfrm>
            <a:custGeom>
              <a:avLst/>
              <a:gdLst/>
              <a:ahLst/>
              <a:cxnLst/>
              <a:rect l="l" t="t" r="r" b="b"/>
              <a:pathLst>
                <a:path w="1293" h="393" extrusionOk="0">
                  <a:moveTo>
                    <a:pt x="548" y="1"/>
                  </a:moveTo>
                  <a:cubicBezTo>
                    <a:pt x="517" y="1"/>
                    <a:pt x="485" y="3"/>
                    <a:pt x="452" y="7"/>
                  </a:cubicBezTo>
                  <a:cubicBezTo>
                    <a:pt x="0" y="69"/>
                    <a:pt x="27" y="384"/>
                    <a:pt x="615" y="392"/>
                  </a:cubicBezTo>
                  <a:cubicBezTo>
                    <a:pt x="623" y="393"/>
                    <a:pt x="630" y="393"/>
                    <a:pt x="637" y="393"/>
                  </a:cubicBezTo>
                  <a:cubicBezTo>
                    <a:pt x="1292" y="393"/>
                    <a:pt x="983"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99;p40">
              <a:extLst>
                <a:ext uri="{FF2B5EF4-FFF2-40B4-BE49-F238E27FC236}">
                  <a16:creationId xmlns:a16="http://schemas.microsoft.com/office/drawing/2014/main" id="{EBDDE6AF-B320-12A0-1BE3-788620E51B2C}"/>
                </a:ext>
              </a:extLst>
            </p:cNvPr>
            <p:cNvSpPr/>
            <p:nvPr/>
          </p:nvSpPr>
          <p:spPr>
            <a:xfrm>
              <a:off x="4435240" y="1919825"/>
              <a:ext cx="178653" cy="60540"/>
            </a:xfrm>
            <a:custGeom>
              <a:avLst/>
              <a:gdLst/>
              <a:ahLst/>
              <a:cxnLst/>
              <a:rect l="l" t="t" r="r" b="b"/>
              <a:pathLst>
                <a:path w="1204" h="408" extrusionOk="0">
                  <a:moveTo>
                    <a:pt x="604" y="0"/>
                  </a:moveTo>
                  <a:cubicBezTo>
                    <a:pt x="530" y="0"/>
                    <a:pt x="450" y="12"/>
                    <a:pt x="371" y="39"/>
                  </a:cubicBezTo>
                  <a:cubicBezTo>
                    <a:pt x="1" y="166"/>
                    <a:pt x="12" y="407"/>
                    <a:pt x="388" y="407"/>
                  </a:cubicBezTo>
                  <a:cubicBezTo>
                    <a:pt x="451" y="407"/>
                    <a:pt x="523" y="400"/>
                    <a:pt x="606" y="385"/>
                  </a:cubicBezTo>
                  <a:cubicBezTo>
                    <a:pt x="1203" y="276"/>
                    <a:pt x="967" y="0"/>
                    <a:pt x="6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000;p40">
              <a:extLst>
                <a:ext uri="{FF2B5EF4-FFF2-40B4-BE49-F238E27FC236}">
                  <a16:creationId xmlns:a16="http://schemas.microsoft.com/office/drawing/2014/main" id="{DC5FC277-7F27-1B88-19DE-7E73646DEBB7}"/>
                </a:ext>
              </a:extLst>
            </p:cNvPr>
            <p:cNvSpPr/>
            <p:nvPr/>
          </p:nvSpPr>
          <p:spPr>
            <a:xfrm>
              <a:off x="4569971" y="2351015"/>
              <a:ext cx="174201" cy="92442"/>
            </a:xfrm>
            <a:custGeom>
              <a:avLst/>
              <a:gdLst/>
              <a:ahLst/>
              <a:cxnLst/>
              <a:rect l="l" t="t" r="r" b="b"/>
              <a:pathLst>
                <a:path w="1174" h="623" extrusionOk="0">
                  <a:moveTo>
                    <a:pt x="564" y="0"/>
                  </a:moveTo>
                  <a:cubicBezTo>
                    <a:pt x="446" y="0"/>
                    <a:pt x="314" y="8"/>
                    <a:pt x="168" y="26"/>
                  </a:cubicBezTo>
                  <a:cubicBezTo>
                    <a:pt x="60" y="40"/>
                    <a:pt x="1" y="165"/>
                    <a:pt x="62" y="254"/>
                  </a:cubicBezTo>
                  <a:cubicBezTo>
                    <a:pt x="247" y="527"/>
                    <a:pt x="425" y="622"/>
                    <a:pt x="584" y="622"/>
                  </a:cubicBezTo>
                  <a:cubicBezTo>
                    <a:pt x="810" y="622"/>
                    <a:pt x="997" y="429"/>
                    <a:pt x="1109" y="277"/>
                  </a:cubicBezTo>
                  <a:cubicBezTo>
                    <a:pt x="1174" y="189"/>
                    <a:pt x="1128" y="64"/>
                    <a:pt x="1020" y="42"/>
                  </a:cubicBezTo>
                  <a:cubicBezTo>
                    <a:pt x="911" y="20"/>
                    <a:pt x="758" y="0"/>
                    <a:pt x="564" y="0"/>
                  </a:cubicBezTo>
                  <a:close/>
                </a:path>
              </a:pathLst>
            </a:custGeom>
            <a:solidFill>
              <a:srgbClr val="FD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001;p40">
              <a:extLst>
                <a:ext uri="{FF2B5EF4-FFF2-40B4-BE49-F238E27FC236}">
                  <a16:creationId xmlns:a16="http://schemas.microsoft.com/office/drawing/2014/main" id="{578FEB19-C843-D9A3-F363-EC7CB3AC115F}"/>
                </a:ext>
              </a:extLst>
            </p:cNvPr>
            <p:cNvSpPr/>
            <p:nvPr/>
          </p:nvSpPr>
          <p:spPr>
            <a:xfrm>
              <a:off x="4704702" y="2063160"/>
              <a:ext cx="150460" cy="274359"/>
            </a:xfrm>
            <a:custGeom>
              <a:avLst/>
              <a:gdLst/>
              <a:ahLst/>
              <a:cxnLst/>
              <a:rect l="l" t="t" r="r" b="b"/>
              <a:pathLst>
                <a:path w="1014" h="1849" extrusionOk="0">
                  <a:moveTo>
                    <a:pt x="201" y="0"/>
                  </a:moveTo>
                  <a:lnTo>
                    <a:pt x="0" y="102"/>
                  </a:lnTo>
                  <a:cubicBezTo>
                    <a:pt x="185" y="465"/>
                    <a:pt x="399" y="699"/>
                    <a:pt x="603" y="896"/>
                  </a:cubicBezTo>
                  <a:cubicBezTo>
                    <a:pt x="763" y="1052"/>
                    <a:pt x="752" y="1249"/>
                    <a:pt x="689" y="1380"/>
                  </a:cubicBezTo>
                  <a:cubicBezTo>
                    <a:pt x="630" y="1502"/>
                    <a:pt x="502" y="1624"/>
                    <a:pt x="311" y="1624"/>
                  </a:cubicBezTo>
                  <a:cubicBezTo>
                    <a:pt x="292" y="1624"/>
                    <a:pt x="273" y="1623"/>
                    <a:pt x="253" y="1620"/>
                  </a:cubicBezTo>
                  <a:lnTo>
                    <a:pt x="226" y="1843"/>
                  </a:lnTo>
                  <a:cubicBezTo>
                    <a:pt x="253" y="1846"/>
                    <a:pt x="281" y="1848"/>
                    <a:pt x="308" y="1848"/>
                  </a:cubicBezTo>
                  <a:cubicBezTo>
                    <a:pt x="557" y="1848"/>
                    <a:pt x="781" y="1708"/>
                    <a:pt x="891" y="1477"/>
                  </a:cubicBezTo>
                  <a:cubicBezTo>
                    <a:pt x="1013" y="1222"/>
                    <a:pt x="961" y="932"/>
                    <a:pt x="760" y="735"/>
                  </a:cubicBezTo>
                  <a:cubicBezTo>
                    <a:pt x="570" y="551"/>
                    <a:pt x="370" y="334"/>
                    <a:pt x="2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002;p40">
              <a:extLst>
                <a:ext uri="{FF2B5EF4-FFF2-40B4-BE49-F238E27FC236}">
                  <a16:creationId xmlns:a16="http://schemas.microsoft.com/office/drawing/2014/main" id="{7C12F822-A861-13F1-FD7F-69CCF08C3F07}"/>
                </a:ext>
              </a:extLst>
            </p:cNvPr>
            <p:cNvSpPr/>
            <p:nvPr/>
          </p:nvSpPr>
          <p:spPr>
            <a:xfrm>
              <a:off x="4113102" y="2226080"/>
              <a:ext cx="141112" cy="124196"/>
            </a:xfrm>
            <a:custGeom>
              <a:avLst/>
              <a:gdLst/>
              <a:ahLst/>
              <a:cxnLst/>
              <a:rect l="l" t="t" r="r" b="b"/>
              <a:pathLst>
                <a:path w="951" h="837" extrusionOk="0">
                  <a:moveTo>
                    <a:pt x="142" y="1"/>
                  </a:moveTo>
                  <a:lnTo>
                    <a:pt x="0" y="175"/>
                  </a:lnTo>
                  <a:lnTo>
                    <a:pt x="807" y="836"/>
                  </a:lnTo>
                  <a:lnTo>
                    <a:pt x="950" y="663"/>
                  </a:lnTo>
                  <a:lnTo>
                    <a:pt x="1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003;p40">
              <a:extLst>
                <a:ext uri="{FF2B5EF4-FFF2-40B4-BE49-F238E27FC236}">
                  <a16:creationId xmlns:a16="http://schemas.microsoft.com/office/drawing/2014/main" id="{2EAD0BBB-CD25-6E25-007B-42563B31AC4D}"/>
                </a:ext>
              </a:extLst>
            </p:cNvPr>
            <p:cNvSpPr/>
            <p:nvPr/>
          </p:nvSpPr>
          <p:spPr>
            <a:xfrm>
              <a:off x="4537772" y="2114351"/>
              <a:ext cx="73449" cy="105203"/>
            </a:xfrm>
            <a:custGeom>
              <a:avLst/>
              <a:gdLst/>
              <a:ahLst/>
              <a:cxnLst/>
              <a:rect l="l" t="t" r="r" b="b"/>
              <a:pathLst>
                <a:path w="495" h="709" extrusionOk="0">
                  <a:moveTo>
                    <a:pt x="247" y="0"/>
                  </a:moveTo>
                  <a:cubicBezTo>
                    <a:pt x="110" y="0"/>
                    <a:pt x="1" y="159"/>
                    <a:pt x="1" y="355"/>
                  </a:cubicBezTo>
                  <a:cubicBezTo>
                    <a:pt x="1" y="550"/>
                    <a:pt x="110" y="708"/>
                    <a:pt x="247" y="708"/>
                  </a:cubicBezTo>
                  <a:cubicBezTo>
                    <a:pt x="384" y="708"/>
                    <a:pt x="494" y="550"/>
                    <a:pt x="494" y="355"/>
                  </a:cubicBezTo>
                  <a:cubicBezTo>
                    <a:pt x="494" y="159"/>
                    <a:pt x="384" y="0"/>
                    <a:pt x="2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004;p40">
              <a:extLst>
                <a:ext uri="{FF2B5EF4-FFF2-40B4-BE49-F238E27FC236}">
                  <a16:creationId xmlns:a16="http://schemas.microsoft.com/office/drawing/2014/main" id="{91476B7D-8DB1-9590-2A3B-37B103820427}"/>
                </a:ext>
              </a:extLst>
            </p:cNvPr>
            <p:cNvSpPr/>
            <p:nvPr/>
          </p:nvSpPr>
          <p:spPr>
            <a:xfrm>
              <a:off x="4222756" y="1725449"/>
              <a:ext cx="271095" cy="325551"/>
            </a:xfrm>
            <a:custGeom>
              <a:avLst/>
              <a:gdLst/>
              <a:ahLst/>
              <a:cxnLst/>
              <a:rect l="l" t="t" r="r" b="b"/>
              <a:pathLst>
                <a:path w="1827" h="2194" extrusionOk="0">
                  <a:moveTo>
                    <a:pt x="1490" y="1"/>
                  </a:moveTo>
                  <a:cubicBezTo>
                    <a:pt x="957" y="1"/>
                    <a:pt x="1" y="262"/>
                    <a:pt x="211" y="2194"/>
                  </a:cubicBezTo>
                  <a:cubicBezTo>
                    <a:pt x="1733" y="2142"/>
                    <a:pt x="1826" y="37"/>
                    <a:pt x="1826" y="37"/>
                  </a:cubicBezTo>
                  <a:cubicBezTo>
                    <a:pt x="1826" y="37"/>
                    <a:pt x="1687" y="1"/>
                    <a:pt x="14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05;p40">
              <a:extLst>
                <a:ext uri="{FF2B5EF4-FFF2-40B4-BE49-F238E27FC236}">
                  <a16:creationId xmlns:a16="http://schemas.microsoft.com/office/drawing/2014/main" id="{93527894-37D3-CBCC-59F8-36627352DA6F}"/>
                </a:ext>
              </a:extLst>
            </p:cNvPr>
            <p:cNvSpPr/>
            <p:nvPr/>
          </p:nvSpPr>
          <p:spPr>
            <a:xfrm>
              <a:off x="4493702" y="1692509"/>
              <a:ext cx="450341" cy="329558"/>
            </a:xfrm>
            <a:custGeom>
              <a:avLst/>
              <a:gdLst/>
              <a:ahLst/>
              <a:cxnLst/>
              <a:rect l="l" t="t" r="r" b="b"/>
              <a:pathLst>
                <a:path w="3035" h="2221" extrusionOk="0">
                  <a:moveTo>
                    <a:pt x="1039" y="0"/>
                  </a:moveTo>
                  <a:cubicBezTo>
                    <a:pt x="667" y="0"/>
                    <a:pt x="301" y="97"/>
                    <a:pt x="0" y="259"/>
                  </a:cubicBezTo>
                  <a:cubicBezTo>
                    <a:pt x="1179" y="374"/>
                    <a:pt x="2537" y="1362"/>
                    <a:pt x="3034" y="2220"/>
                  </a:cubicBezTo>
                  <a:cubicBezTo>
                    <a:pt x="2896" y="580"/>
                    <a:pt x="1948" y="0"/>
                    <a:pt x="10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006;p40">
              <a:extLst>
                <a:ext uri="{FF2B5EF4-FFF2-40B4-BE49-F238E27FC236}">
                  <a16:creationId xmlns:a16="http://schemas.microsoft.com/office/drawing/2014/main" id="{7E0AF63D-B1B3-27D9-D91A-A8F0F674A310}"/>
                </a:ext>
              </a:extLst>
            </p:cNvPr>
            <p:cNvSpPr/>
            <p:nvPr/>
          </p:nvSpPr>
          <p:spPr>
            <a:xfrm rot="-900026">
              <a:off x="5286863" y="2982296"/>
              <a:ext cx="1058997" cy="1763066"/>
            </a:xfrm>
            <a:custGeom>
              <a:avLst/>
              <a:gdLst/>
              <a:ahLst/>
              <a:cxnLst/>
              <a:rect l="l" t="t" r="r" b="b"/>
              <a:pathLst>
                <a:path w="7137" h="11882" extrusionOk="0">
                  <a:moveTo>
                    <a:pt x="986" y="1"/>
                  </a:moveTo>
                  <a:cubicBezTo>
                    <a:pt x="932" y="1"/>
                    <a:pt x="877" y="14"/>
                    <a:pt x="826" y="41"/>
                  </a:cubicBezTo>
                  <a:lnTo>
                    <a:pt x="230" y="357"/>
                  </a:lnTo>
                  <a:cubicBezTo>
                    <a:pt x="63" y="445"/>
                    <a:pt x="0" y="650"/>
                    <a:pt x="89" y="816"/>
                  </a:cubicBezTo>
                  <a:lnTo>
                    <a:pt x="5850" y="11701"/>
                  </a:lnTo>
                  <a:cubicBezTo>
                    <a:pt x="5911" y="11816"/>
                    <a:pt x="6029" y="11882"/>
                    <a:pt x="6151" y="11882"/>
                  </a:cubicBezTo>
                  <a:cubicBezTo>
                    <a:pt x="6205" y="11882"/>
                    <a:pt x="6260" y="11869"/>
                    <a:pt x="6311" y="11842"/>
                  </a:cubicBezTo>
                  <a:lnTo>
                    <a:pt x="6906" y="11527"/>
                  </a:lnTo>
                  <a:cubicBezTo>
                    <a:pt x="7073" y="11439"/>
                    <a:pt x="7136" y="11233"/>
                    <a:pt x="7048" y="11067"/>
                  </a:cubicBezTo>
                  <a:lnTo>
                    <a:pt x="1287" y="182"/>
                  </a:lnTo>
                  <a:cubicBezTo>
                    <a:pt x="1226" y="67"/>
                    <a:pt x="1108" y="1"/>
                    <a:pt x="9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007;p40">
              <a:extLst>
                <a:ext uri="{FF2B5EF4-FFF2-40B4-BE49-F238E27FC236}">
                  <a16:creationId xmlns:a16="http://schemas.microsoft.com/office/drawing/2014/main" id="{1D819C94-C37F-6AB4-BED2-4F6F11B12F53}"/>
                </a:ext>
              </a:extLst>
            </p:cNvPr>
            <p:cNvSpPr/>
            <p:nvPr/>
          </p:nvSpPr>
          <p:spPr>
            <a:xfrm>
              <a:off x="3364443" y="1399311"/>
              <a:ext cx="2343256" cy="2125283"/>
            </a:xfrm>
            <a:custGeom>
              <a:avLst/>
              <a:gdLst/>
              <a:ahLst/>
              <a:cxnLst/>
              <a:rect l="l" t="t" r="r" b="b"/>
              <a:pathLst>
                <a:path w="15792" h="14323" extrusionOk="0">
                  <a:moveTo>
                    <a:pt x="8108" y="195"/>
                  </a:moveTo>
                  <a:cubicBezTo>
                    <a:pt x="9825" y="195"/>
                    <a:pt x="11542" y="850"/>
                    <a:pt x="12852" y="2160"/>
                  </a:cubicBezTo>
                  <a:cubicBezTo>
                    <a:pt x="15473" y="4782"/>
                    <a:pt x="15473" y="9031"/>
                    <a:pt x="12852" y="11652"/>
                  </a:cubicBezTo>
                  <a:cubicBezTo>
                    <a:pt x="11542" y="12962"/>
                    <a:pt x="9825" y="13616"/>
                    <a:pt x="8108" y="13616"/>
                  </a:cubicBezTo>
                  <a:cubicBezTo>
                    <a:pt x="6390" y="13616"/>
                    <a:pt x="4672" y="12961"/>
                    <a:pt x="3361" y="11651"/>
                  </a:cubicBezTo>
                  <a:cubicBezTo>
                    <a:pt x="741" y="9031"/>
                    <a:pt x="741" y="4782"/>
                    <a:pt x="3361" y="2162"/>
                  </a:cubicBezTo>
                  <a:cubicBezTo>
                    <a:pt x="4672" y="851"/>
                    <a:pt x="6390" y="195"/>
                    <a:pt x="8108" y="195"/>
                  </a:cubicBezTo>
                  <a:close/>
                  <a:moveTo>
                    <a:pt x="8279" y="0"/>
                  </a:moveTo>
                  <a:cubicBezTo>
                    <a:pt x="6274" y="0"/>
                    <a:pt x="4231" y="794"/>
                    <a:pt x="2758" y="2267"/>
                  </a:cubicBezTo>
                  <a:cubicBezTo>
                    <a:pt x="0" y="5024"/>
                    <a:pt x="0" y="9496"/>
                    <a:pt x="2758" y="12254"/>
                  </a:cubicBezTo>
                  <a:cubicBezTo>
                    <a:pt x="4137" y="13633"/>
                    <a:pt x="5944" y="14323"/>
                    <a:pt x="7752" y="14323"/>
                  </a:cubicBezTo>
                  <a:cubicBezTo>
                    <a:pt x="9559" y="14323"/>
                    <a:pt x="11367" y="13633"/>
                    <a:pt x="12746" y="12254"/>
                  </a:cubicBezTo>
                  <a:cubicBezTo>
                    <a:pt x="15504" y="9495"/>
                    <a:pt x="15791" y="4648"/>
                    <a:pt x="13033" y="1889"/>
                  </a:cubicBezTo>
                  <a:cubicBezTo>
                    <a:pt x="11748" y="605"/>
                    <a:pt x="10028" y="0"/>
                    <a:pt x="82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008;p40">
              <a:extLst>
                <a:ext uri="{FF2B5EF4-FFF2-40B4-BE49-F238E27FC236}">
                  <a16:creationId xmlns:a16="http://schemas.microsoft.com/office/drawing/2014/main" id="{D718C9F7-E602-43EF-D356-B711FAE38A8C}"/>
                </a:ext>
              </a:extLst>
            </p:cNvPr>
            <p:cNvSpPr/>
            <p:nvPr/>
          </p:nvSpPr>
          <p:spPr>
            <a:xfrm rot="-900026">
              <a:off x="3357358" y="1299191"/>
              <a:ext cx="2368017" cy="2157464"/>
            </a:xfrm>
            <a:custGeom>
              <a:avLst/>
              <a:gdLst/>
              <a:ahLst/>
              <a:cxnLst/>
              <a:rect l="l" t="t" r="r" b="b"/>
              <a:pathLst>
                <a:path w="15959" h="14540" extrusionOk="0">
                  <a:moveTo>
                    <a:pt x="7980" y="619"/>
                  </a:moveTo>
                  <a:cubicBezTo>
                    <a:pt x="9683" y="619"/>
                    <a:pt x="11385" y="1268"/>
                    <a:pt x="12682" y="2567"/>
                  </a:cubicBezTo>
                  <a:cubicBezTo>
                    <a:pt x="15281" y="5164"/>
                    <a:pt x="15281" y="9376"/>
                    <a:pt x="12682" y="11974"/>
                  </a:cubicBezTo>
                  <a:cubicBezTo>
                    <a:pt x="11385" y="13272"/>
                    <a:pt x="9683" y="13921"/>
                    <a:pt x="7980" y="13921"/>
                  </a:cubicBezTo>
                  <a:cubicBezTo>
                    <a:pt x="6278" y="13921"/>
                    <a:pt x="4575" y="13272"/>
                    <a:pt x="3276" y="11973"/>
                  </a:cubicBezTo>
                  <a:cubicBezTo>
                    <a:pt x="680" y="9376"/>
                    <a:pt x="680" y="5164"/>
                    <a:pt x="3276" y="2568"/>
                  </a:cubicBezTo>
                  <a:cubicBezTo>
                    <a:pt x="4575" y="1269"/>
                    <a:pt x="6278" y="619"/>
                    <a:pt x="7980" y="619"/>
                  </a:cubicBezTo>
                  <a:close/>
                  <a:moveTo>
                    <a:pt x="7979" y="1"/>
                  </a:moveTo>
                  <a:cubicBezTo>
                    <a:pt x="6119" y="1"/>
                    <a:pt x="4258" y="711"/>
                    <a:pt x="2839" y="2130"/>
                  </a:cubicBezTo>
                  <a:cubicBezTo>
                    <a:pt x="0" y="4969"/>
                    <a:pt x="0" y="9572"/>
                    <a:pt x="2839" y="12411"/>
                  </a:cubicBezTo>
                  <a:cubicBezTo>
                    <a:pt x="4258" y="13830"/>
                    <a:pt x="6119" y="14539"/>
                    <a:pt x="7979" y="14539"/>
                  </a:cubicBezTo>
                  <a:cubicBezTo>
                    <a:pt x="9839" y="14539"/>
                    <a:pt x="11700" y="13830"/>
                    <a:pt x="13119" y="12411"/>
                  </a:cubicBezTo>
                  <a:cubicBezTo>
                    <a:pt x="15959" y="9571"/>
                    <a:pt x="15959" y="4970"/>
                    <a:pt x="13119" y="2130"/>
                  </a:cubicBezTo>
                  <a:cubicBezTo>
                    <a:pt x="11700" y="711"/>
                    <a:pt x="9839" y="1"/>
                    <a:pt x="7979" y="1"/>
                  </a:cubicBezTo>
                  <a:close/>
                </a:path>
              </a:pathLst>
            </a:custGeom>
            <a:solidFill>
              <a:srgbClr val="D5D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009;p40">
              <a:extLst>
                <a:ext uri="{FF2B5EF4-FFF2-40B4-BE49-F238E27FC236}">
                  <a16:creationId xmlns:a16="http://schemas.microsoft.com/office/drawing/2014/main" id="{E98101EC-4AFB-44FE-930D-E9587928C0E2}"/>
                </a:ext>
              </a:extLst>
            </p:cNvPr>
            <p:cNvSpPr/>
            <p:nvPr/>
          </p:nvSpPr>
          <p:spPr>
            <a:xfrm rot="-900026">
              <a:off x="5024966" y="3129041"/>
              <a:ext cx="454937" cy="305220"/>
            </a:xfrm>
            <a:custGeom>
              <a:avLst/>
              <a:gdLst/>
              <a:ahLst/>
              <a:cxnLst/>
              <a:rect l="l" t="t" r="r" b="b"/>
              <a:pathLst>
                <a:path w="3066" h="2057" extrusionOk="0">
                  <a:moveTo>
                    <a:pt x="2486" y="0"/>
                  </a:moveTo>
                  <a:cubicBezTo>
                    <a:pt x="2426" y="0"/>
                    <a:pt x="2365" y="14"/>
                    <a:pt x="2308" y="43"/>
                  </a:cubicBezTo>
                  <a:lnTo>
                    <a:pt x="280" y="1053"/>
                  </a:lnTo>
                  <a:cubicBezTo>
                    <a:pt x="82" y="1153"/>
                    <a:pt x="1" y="1394"/>
                    <a:pt x="100" y="1592"/>
                  </a:cubicBezTo>
                  <a:lnTo>
                    <a:pt x="220" y="1834"/>
                  </a:lnTo>
                  <a:cubicBezTo>
                    <a:pt x="291" y="1974"/>
                    <a:pt x="433" y="2056"/>
                    <a:pt x="580" y="2056"/>
                  </a:cubicBezTo>
                  <a:cubicBezTo>
                    <a:pt x="640" y="2056"/>
                    <a:pt x="701" y="2042"/>
                    <a:pt x="759" y="2014"/>
                  </a:cubicBezTo>
                  <a:lnTo>
                    <a:pt x="2786" y="1003"/>
                  </a:lnTo>
                  <a:cubicBezTo>
                    <a:pt x="2985" y="905"/>
                    <a:pt x="3066" y="663"/>
                    <a:pt x="2966" y="465"/>
                  </a:cubicBezTo>
                  <a:lnTo>
                    <a:pt x="2846" y="223"/>
                  </a:lnTo>
                  <a:cubicBezTo>
                    <a:pt x="2776" y="82"/>
                    <a:pt x="2634" y="0"/>
                    <a:pt x="24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1331;p31">
            <a:extLst>
              <a:ext uri="{FF2B5EF4-FFF2-40B4-BE49-F238E27FC236}">
                <a16:creationId xmlns:a16="http://schemas.microsoft.com/office/drawing/2014/main" id="{B9D61FAF-F02B-3D5F-3F81-289A262CBA73}"/>
              </a:ext>
            </a:extLst>
          </p:cNvPr>
          <p:cNvSpPr/>
          <p:nvPr/>
        </p:nvSpPr>
        <p:spPr>
          <a:xfrm>
            <a:off x="4206240" y="100825"/>
            <a:ext cx="4819357"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37" name="Google Shape;1333;p31">
            <a:extLst>
              <a:ext uri="{FF2B5EF4-FFF2-40B4-BE49-F238E27FC236}">
                <a16:creationId xmlns:a16="http://schemas.microsoft.com/office/drawing/2014/main" id="{3D65BC27-F6A3-471A-FBD2-390543ABDE66}"/>
              </a:ext>
            </a:extLst>
          </p:cNvPr>
          <p:cNvGrpSpPr/>
          <p:nvPr/>
        </p:nvGrpSpPr>
        <p:grpSpPr>
          <a:xfrm>
            <a:off x="4384658" y="325316"/>
            <a:ext cx="441436" cy="441224"/>
            <a:chOff x="5020347" y="2784874"/>
            <a:chExt cx="441436" cy="441224"/>
          </a:xfrm>
        </p:grpSpPr>
        <p:sp>
          <p:nvSpPr>
            <p:cNvPr id="38" name="Google Shape;1334;p31">
              <a:extLst>
                <a:ext uri="{FF2B5EF4-FFF2-40B4-BE49-F238E27FC236}">
                  <a16:creationId xmlns:a16="http://schemas.microsoft.com/office/drawing/2014/main" id="{753FD039-10E6-98AC-3BC6-A78E313BA28A}"/>
                </a:ext>
              </a:extLst>
            </p:cNvPr>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335;p31">
              <a:extLst>
                <a:ext uri="{FF2B5EF4-FFF2-40B4-BE49-F238E27FC236}">
                  <a16:creationId xmlns:a16="http://schemas.microsoft.com/office/drawing/2014/main" id="{9B6260F4-2A30-BF0C-EBE4-7D517B34FF84}"/>
                </a:ext>
              </a:extLst>
            </p:cNvPr>
            <p:cNvSpPr/>
            <p:nvPr/>
          </p:nvSpPr>
          <p:spPr>
            <a:xfrm>
              <a:off x="5139725" y="2943772"/>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TextBox 39">
            <a:extLst>
              <a:ext uri="{FF2B5EF4-FFF2-40B4-BE49-F238E27FC236}">
                <a16:creationId xmlns:a16="http://schemas.microsoft.com/office/drawing/2014/main" id="{67184283-11A3-5D5F-99CA-E1BA4B26242D}"/>
              </a:ext>
            </a:extLst>
          </p:cNvPr>
          <p:cNvSpPr txBox="1"/>
          <p:nvPr/>
        </p:nvSpPr>
        <p:spPr>
          <a:xfrm>
            <a:off x="5072992" y="299962"/>
            <a:ext cx="4061460" cy="461665"/>
          </a:xfrm>
          <a:prstGeom prst="rect">
            <a:avLst/>
          </a:prstGeom>
          <a:noFill/>
        </p:spPr>
        <p:txBody>
          <a:bodyPr wrap="square" rtlCol="0">
            <a:spAutoFit/>
          </a:bodyPr>
          <a:lstStyle/>
          <a:p>
            <a:r>
              <a:rPr lang="en-IN" sz="2400" dirty="0">
                <a:latin typeface="Fira Sans Extra Condensed SemiBold" panose="020B0604020202020204" charset="0"/>
              </a:rPr>
              <a:t>Task 10 Overview</a:t>
            </a:r>
          </a:p>
        </p:txBody>
      </p:sp>
      <p:sp>
        <p:nvSpPr>
          <p:cNvPr id="41" name="TextBox 40">
            <a:extLst>
              <a:ext uri="{FF2B5EF4-FFF2-40B4-BE49-F238E27FC236}">
                <a16:creationId xmlns:a16="http://schemas.microsoft.com/office/drawing/2014/main" id="{CCB8995D-8A9C-FA95-BDE0-14CBAF853B9D}"/>
              </a:ext>
            </a:extLst>
          </p:cNvPr>
          <p:cNvSpPr txBox="1"/>
          <p:nvPr/>
        </p:nvSpPr>
        <p:spPr>
          <a:xfrm>
            <a:off x="228600" y="3211454"/>
            <a:ext cx="6261953" cy="1815882"/>
          </a:xfrm>
          <a:prstGeom prst="rect">
            <a:avLst/>
          </a:prstGeom>
          <a:noFill/>
        </p:spPr>
        <p:txBody>
          <a:bodyPr wrap="square" rtlCol="0">
            <a:spAutoFit/>
          </a:bodyPr>
          <a:lstStyle/>
          <a:p>
            <a:r>
              <a:rPr lang="en-US" b="1" dirty="0">
                <a:latin typeface="Fira Sans Extra Condensed SemiBold" panose="020B0604020202020204" charset="0"/>
              </a:rPr>
              <a:t>Task 10: Relation between Average Salary and Education</a:t>
            </a:r>
          </a:p>
          <a:p>
            <a:endParaRPr lang="en-US" b="1" dirty="0">
              <a:latin typeface="Fira Sans Extra Condensed SemiBold" panose="020B0604020202020204" charset="0"/>
            </a:endParaRPr>
          </a:p>
          <a:p>
            <a:pPr algn="just"/>
            <a:endParaRPr lang="en-US" b="1" dirty="0">
              <a:latin typeface="Fira Sans Extra Condensed SemiBold" panose="020B0604020202020204" charset="0"/>
            </a:endParaRPr>
          </a:p>
          <a:p>
            <a:pPr algn="just"/>
            <a:r>
              <a:rPr lang="en-US" dirty="0">
                <a:latin typeface="Fira Sans Extra Condensed SemiBold" panose="020B0604020202020204" charset="0"/>
              </a:rPr>
              <a:t>This task explores the relationship between education level and average salary. By comparing salaries across different education categories, the analysis indicates that higher education levels generally correlate with higher average salaries, although many job postings do not explicitly specify education requirements.</a:t>
            </a:r>
          </a:p>
          <a:p>
            <a:endParaRPr lang="en-IN" dirty="0">
              <a:latin typeface="Fira Sans Extra Condensed SemiBold" panose="020B0604020202020204" charset="0"/>
            </a:endParaRPr>
          </a:p>
        </p:txBody>
      </p:sp>
      <p:pic>
        <p:nvPicPr>
          <p:cNvPr id="43" name="Picture 42" descr="A graph of a salary&#10;&#10;AI-generated content may be incorrect.">
            <a:extLst>
              <a:ext uri="{FF2B5EF4-FFF2-40B4-BE49-F238E27FC236}">
                <a16:creationId xmlns:a16="http://schemas.microsoft.com/office/drawing/2014/main" id="{53DF20AC-0CCC-FDD8-B53F-B6EC12C1A7C4}"/>
              </a:ext>
            </a:extLst>
          </p:cNvPr>
          <p:cNvPicPr>
            <a:picLocks noChangeAspect="1"/>
          </p:cNvPicPr>
          <p:nvPr/>
        </p:nvPicPr>
        <p:blipFill>
          <a:blip r:embed="rId2"/>
          <a:stretch>
            <a:fillRect/>
          </a:stretch>
        </p:blipFill>
        <p:spPr>
          <a:xfrm>
            <a:off x="375449" y="205740"/>
            <a:ext cx="2977351" cy="28591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851029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050;p41">
            <a:extLst>
              <a:ext uri="{FF2B5EF4-FFF2-40B4-BE49-F238E27FC236}">
                <a16:creationId xmlns:a16="http://schemas.microsoft.com/office/drawing/2014/main" id="{212618A4-100D-21EF-E0EC-AAFB45FAF645}"/>
              </a:ext>
            </a:extLst>
          </p:cNvPr>
          <p:cNvSpPr/>
          <p:nvPr/>
        </p:nvSpPr>
        <p:spPr>
          <a:xfrm flipH="1">
            <a:off x="279293" y="227438"/>
            <a:ext cx="947527" cy="890207"/>
          </a:xfrm>
          <a:prstGeom prst="ellipse">
            <a:avLst/>
          </a:prstGeom>
          <a:solidFill>
            <a:schemeClr val="accent4"/>
          </a:solidFill>
          <a:ln>
            <a:noFill/>
          </a:ln>
        </p:spPr>
        <p:txBody>
          <a:bodyPr spcFirstLastPara="1" wrap="square" lIns="0" tIns="0" rIns="0" bIns="0" anchor="ctr" anchorCtr="0">
            <a:noAutofit/>
          </a:bodyPr>
          <a:lstStyle/>
          <a:p>
            <a:pPr marL="0" lvl="0" indent="0" algn="ctr" rtl="0">
              <a:spcBef>
                <a:spcPts val="0"/>
              </a:spcBef>
              <a:spcAft>
                <a:spcPts val="0"/>
              </a:spcAft>
              <a:buClr>
                <a:srgbClr val="000000"/>
              </a:buClr>
              <a:buSzPts val="1100"/>
              <a:buFont typeface="Arial"/>
              <a:buNone/>
            </a:pPr>
            <a:endParaRPr sz="1800" u="sng">
              <a:solidFill>
                <a:srgbClr val="000000"/>
              </a:solidFill>
              <a:latin typeface="Fira Sans Extra Condensed SemiBold"/>
              <a:ea typeface="Fira Sans Extra Condensed SemiBold"/>
              <a:cs typeface="Fira Sans Extra Condensed SemiBold"/>
              <a:sym typeface="Fira Sans Extra Condensed SemiBold"/>
            </a:endParaRPr>
          </a:p>
        </p:txBody>
      </p:sp>
      <p:sp>
        <p:nvSpPr>
          <p:cNvPr id="4" name="Google Shape;2060;p41">
            <a:extLst>
              <a:ext uri="{FF2B5EF4-FFF2-40B4-BE49-F238E27FC236}">
                <a16:creationId xmlns:a16="http://schemas.microsoft.com/office/drawing/2014/main" id="{3E32E5B7-16A8-E4ED-1FC7-6A07115A65C3}"/>
              </a:ext>
            </a:extLst>
          </p:cNvPr>
          <p:cNvSpPr/>
          <p:nvPr/>
        </p:nvSpPr>
        <p:spPr>
          <a:xfrm>
            <a:off x="603826" y="487099"/>
            <a:ext cx="333434" cy="358721"/>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 name="Google Shape;1331;p31">
            <a:extLst>
              <a:ext uri="{FF2B5EF4-FFF2-40B4-BE49-F238E27FC236}">
                <a16:creationId xmlns:a16="http://schemas.microsoft.com/office/drawing/2014/main" id="{40F1D71E-24AA-1F90-7657-D19D8C9639D8}"/>
              </a:ext>
            </a:extLst>
          </p:cNvPr>
          <p:cNvSpPr/>
          <p:nvPr/>
        </p:nvSpPr>
        <p:spPr>
          <a:xfrm>
            <a:off x="1452293" y="112807"/>
            <a:ext cx="4061460"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6" name="TextBox 5">
            <a:extLst>
              <a:ext uri="{FF2B5EF4-FFF2-40B4-BE49-F238E27FC236}">
                <a16:creationId xmlns:a16="http://schemas.microsoft.com/office/drawing/2014/main" id="{FCF5ED15-254A-3336-3D27-9C800C89B9E2}"/>
              </a:ext>
            </a:extLst>
          </p:cNvPr>
          <p:cNvSpPr txBox="1"/>
          <p:nvPr/>
        </p:nvSpPr>
        <p:spPr>
          <a:xfrm>
            <a:off x="2134128" y="316276"/>
            <a:ext cx="4061460" cy="461665"/>
          </a:xfrm>
          <a:prstGeom prst="rect">
            <a:avLst/>
          </a:prstGeom>
          <a:noFill/>
        </p:spPr>
        <p:txBody>
          <a:bodyPr wrap="square" rtlCol="0">
            <a:spAutoFit/>
          </a:bodyPr>
          <a:lstStyle/>
          <a:p>
            <a:r>
              <a:rPr lang="en-IN" sz="2400" dirty="0">
                <a:latin typeface="Fira Sans Extra Condensed SemiBold" panose="020B0604020202020204" charset="0"/>
              </a:rPr>
              <a:t>Dashboard pg. 1</a:t>
            </a:r>
          </a:p>
        </p:txBody>
      </p:sp>
      <p:grpSp>
        <p:nvGrpSpPr>
          <p:cNvPr id="7" name="Google Shape;1333;p31">
            <a:extLst>
              <a:ext uri="{FF2B5EF4-FFF2-40B4-BE49-F238E27FC236}">
                <a16:creationId xmlns:a16="http://schemas.microsoft.com/office/drawing/2014/main" id="{0319A0B9-4BD8-35D5-825C-D36EBEBE0ACC}"/>
              </a:ext>
            </a:extLst>
          </p:cNvPr>
          <p:cNvGrpSpPr/>
          <p:nvPr/>
        </p:nvGrpSpPr>
        <p:grpSpPr>
          <a:xfrm>
            <a:off x="1573314" y="337298"/>
            <a:ext cx="441436" cy="441224"/>
            <a:chOff x="5020347" y="2784874"/>
            <a:chExt cx="441436" cy="441224"/>
          </a:xfrm>
        </p:grpSpPr>
        <p:sp>
          <p:nvSpPr>
            <p:cNvPr id="8" name="Google Shape;1334;p31">
              <a:extLst>
                <a:ext uri="{FF2B5EF4-FFF2-40B4-BE49-F238E27FC236}">
                  <a16:creationId xmlns:a16="http://schemas.microsoft.com/office/drawing/2014/main" id="{61ABDF2F-7AED-848D-D7FF-6BB74D6D42E5}"/>
                </a:ext>
              </a:extLst>
            </p:cNvPr>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335;p31">
              <a:extLst>
                <a:ext uri="{FF2B5EF4-FFF2-40B4-BE49-F238E27FC236}">
                  <a16:creationId xmlns:a16="http://schemas.microsoft.com/office/drawing/2014/main" id="{C040DC3C-9490-CABB-D8E9-632B8EA080BC}"/>
                </a:ext>
              </a:extLst>
            </p:cNvPr>
            <p:cNvSpPr/>
            <p:nvPr/>
          </p:nvSpPr>
          <p:spPr>
            <a:xfrm>
              <a:off x="5139725" y="2943772"/>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1" name="Picture 10" descr="A screenshot of a computer&#10;&#10;AI-generated content may be incorrect.">
            <a:extLst>
              <a:ext uri="{FF2B5EF4-FFF2-40B4-BE49-F238E27FC236}">
                <a16:creationId xmlns:a16="http://schemas.microsoft.com/office/drawing/2014/main" id="{03F08224-2EB0-2235-0B8F-3D6E73FEBF00}"/>
              </a:ext>
            </a:extLst>
          </p:cNvPr>
          <p:cNvPicPr>
            <a:picLocks noChangeAspect="1"/>
          </p:cNvPicPr>
          <p:nvPr/>
        </p:nvPicPr>
        <p:blipFill>
          <a:blip r:embed="rId2"/>
          <a:stretch>
            <a:fillRect/>
          </a:stretch>
        </p:blipFill>
        <p:spPr>
          <a:xfrm>
            <a:off x="1452293" y="1206483"/>
            <a:ext cx="7374095" cy="3824210"/>
          </a:xfrm>
          <a:prstGeom prst="rect">
            <a:avLst/>
          </a:prstGeom>
        </p:spPr>
      </p:pic>
    </p:spTree>
    <p:extLst>
      <p:ext uri="{BB962C8B-B14F-4D97-AF65-F5344CB8AC3E}">
        <p14:creationId xmlns:p14="http://schemas.microsoft.com/office/powerpoint/2010/main" val="3382587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F18E4-2BE0-CD53-0E0F-BB5A5F72441D}"/>
            </a:ext>
          </a:extLst>
        </p:cNvPr>
        <p:cNvGrpSpPr/>
        <p:nvPr/>
      </p:nvGrpSpPr>
      <p:grpSpPr>
        <a:xfrm>
          <a:off x="0" y="0"/>
          <a:ext cx="0" cy="0"/>
          <a:chOff x="0" y="0"/>
          <a:chExt cx="0" cy="0"/>
        </a:xfrm>
      </p:grpSpPr>
      <p:sp>
        <p:nvSpPr>
          <p:cNvPr id="3" name="Google Shape;2050;p41">
            <a:extLst>
              <a:ext uri="{FF2B5EF4-FFF2-40B4-BE49-F238E27FC236}">
                <a16:creationId xmlns:a16="http://schemas.microsoft.com/office/drawing/2014/main" id="{E940EDC4-7934-188E-469D-FCDE9B907D70}"/>
              </a:ext>
            </a:extLst>
          </p:cNvPr>
          <p:cNvSpPr/>
          <p:nvPr/>
        </p:nvSpPr>
        <p:spPr>
          <a:xfrm flipH="1">
            <a:off x="279293" y="227438"/>
            <a:ext cx="947527" cy="890207"/>
          </a:xfrm>
          <a:prstGeom prst="ellipse">
            <a:avLst/>
          </a:prstGeom>
          <a:solidFill>
            <a:schemeClr val="accent4"/>
          </a:solidFill>
          <a:ln>
            <a:noFill/>
          </a:ln>
        </p:spPr>
        <p:txBody>
          <a:bodyPr spcFirstLastPara="1" wrap="square" lIns="0" tIns="0" rIns="0" bIns="0" anchor="ctr" anchorCtr="0">
            <a:noAutofit/>
          </a:bodyPr>
          <a:lstStyle/>
          <a:p>
            <a:pPr marL="0" lvl="0" indent="0" algn="ctr" rtl="0">
              <a:spcBef>
                <a:spcPts val="0"/>
              </a:spcBef>
              <a:spcAft>
                <a:spcPts val="0"/>
              </a:spcAft>
              <a:buClr>
                <a:srgbClr val="000000"/>
              </a:buClr>
              <a:buSzPts val="1100"/>
              <a:buFont typeface="Arial"/>
              <a:buNone/>
            </a:pPr>
            <a:endParaRPr sz="1800" u="sng">
              <a:solidFill>
                <a:srgbClr val="000000"/>
              </a:solidFill>
              <a:latin typeface="Fira Sans Extra Condensed SemiBold"/>
              <a:ea typeface="Fira Sans Extra Condensed SemiBold"/>
              <a:cs typeface="Fira Sans Extra Condensed SemiBold"/>
              <a:sym typeface="Fira Sans Extra Condensed SemiBold"/>
            </a:endParaRPr>
          </a:p>
        </p:txBody>
      </p:sp>
      <p:sp>
        <p:nvSpPr>
          <p:cNvPr id="4" name="Google Shape;2060;p41">
            <a:extLst>
              <a:ext uri="{FF2B5EF4-FFF2-40B4-BE49-F238E27FC236}">
                <a16:creationId xmlns:a16="http://schemas.microsoft.com/office/drawing/2014/main" id="{F4634E8B-77C3-B6BC-9802-2CAD27D1A7E9}"/>
              </a:ext>
            </a:extLst>
          </p:cNvPr>
          <p:cNvSpPr/>
          <p:nvPr/>
        </p:nvSpPr>
        <p:spPr>
          <a:xfrm>
            <a:off x="603826" y="487099"/>
            <a:ext cx="333434" cy="358721"/>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 name="Google Shape;1331;p31">
            <a:extLst>
              <a:ext uri="{FF2B5EF4-FFF2-40B4-BE49-F238E27FC236}">
                <a16:creationId xmlns:a16="http://schemas.microsoft.com/office/drawing/2014/main" id="{F833CABE-3974-33B1-79A0-045F36A98696}"/>
              </a:ext>
            </a:extLst>
          </p:cNvPr>
          <p:cNvSpPr/>
          <p:nvPr/>
        </p:nvSpPr>
        <p:spPr>
          <a:xfrm>
            <a:off x="1452293" y="112807"/>
            <a:ext cx="4061460" cy="89020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6" name="TextBox 5">
            <a:extLst>
              <a:ext uri="{FF2B5EF4-FFF2-40B4-BE49-F238E27FC236}">
                <a16:creationId xmlns:a16="http://schemas.microsoft.com/office/drawing/2014/main" id="{43B6E1BA-AEC0-F6E1-E271-5D5E03B221FC}"/>
              </a:ext>
            </a:extLst>
          </p:cNvPr>
          <p:cNvSpPr txBox="1"/>
          <p:nvPr/>
        </p:nvSpPr>
        <p:spPr>
          <a:xfrm>
            <a:off x="2134128" y="316276"/>
            <a:ext cx="4061460" cy="461665"/>
          </a:xfrm>
          <a:prstGeom prst="rect">
            <a:avLst/>
          </a:prstGeom>
          <a:noFill/>
        </p:spPr>
        <p:txBody>
          <a:bodyPr wrap="square" rtlCol="0">
            <a:spAutoFit/>
          </a:bodyPr>
          <a:lstStyle/>
          <a:p>
            <a:r>
              <a:rPr lang="en-IN" sz="2400" dirty="0">
                <a:latin typeface="Fira Sans Extra Condensed SemiBold" panose="020B0604020202020204" charset="0"/>
              </a:rPr>
              <a:t>Dashboard pg. 2</a:t>
            </a:r>
          </a:p>
        </p:txBody>
      </p:sp>
      <p:grpSp>
        <p:nvGrpSpPr>
          <p:cNvPr id="7" name="Google Shape;1333;p31">
            <a:extLst>
              <a:ext uri="{FF2B5EF4-FFF2-40B4-BE49-F238E27FC236}">
                <a16:creationId xmlns:a16="http://schemas.microsoft.com/office/drawing/2014/main" id="{1CCDACDB-EC4E-06CD-8D19-BCA0099E6A18}"/>
              </a:ext>
            </a:extLst>
          </p:cNvPr>
          <p:cNvGrpSpPr/>
          <p:nvPr/>
        </p:nvGrpSpPr>
        <p:grpSpPr>
          <a:xfrm>
            <a:off x="1573314" y="337298"/>
            <a:ext cx="441436" cy="441224"/>
            <a:chOff x="5020347" y="2784874"/>
            <a:chExt cx="441436" cy="441224"/>
          </a:xfrm>
        </p:grpSpPr>
        <p:sp>
          <p:nvSpPr>
            <p:cNvPr id="8" name="Google Shape;1334;p31">
              <a:extLst>
                <a:ext uri="{FF2B5EF4-FFF2-40B4-BE49-F238E27FC236}">
                  <a16:creationId xmlns:a16="http://schemas.microsoft.com/office/drawing/2014/main" id="{B819F271-6581-EEFA-CA07-A735BC1CEAD6}"/>
                </a:ext>
              </a:extLst>
            </p:cNvPr>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335;p31">
              <a:extLst>
                <a:ext uri="{FF2B5EF4-FFF2-40B4-BE49-F238E27FC236}">
                  <a16:creationId xmlns:a16="http://schemas.microsoft.com/office/drawing/2014/main" id="{417CB051-F71D-CDA8-0231-9C8BF608026A}"/>
                </a:ext>
              </a:extLst>
            </p:cNvPr>
            <p:cNvSpPr/>
            <p:nvPr/>
          </p:nvSpPr>
          <p:spPr>
            <a:xfrm>
              <a:off x="5139725" y="2943772"/>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Picture 9" descr="A graph of various levels of salary&#10;&#10;AI-generated content may be incorrect.">
            <a:extLst>
              <a:ext uri="{FF2B5EF4-FFF2-40B4-BE49-F238E27FC236}">
                <a16:creationId xmlns:a16="http://schemas.microsoft.com/office/drawing/2014/main" id="{BD44024E-0D3F-8A53-CB23-F3AF30334983}"/>
              </a:ext>
            </a:extLst>
          </p:cNvPr>
          <p:cNvPicPr>
            <a:picLocks noChangeAspect="1"/>
          </p:cNvPicPr>
          <p:nvPr/>
        </p:nvPicPr>
        <p:blipFill>
          <a:blip r:embed="rId2"/>
          <a:stretch>
            <a:fillRect/>
          </a:stretch>
        </p:blipFill>
        <p:spPr>
          <a:xfrm>
            <a:off x="1452292" y="1161912"/>
            <a:ext cx="7386908" cy="3882916"/>
          </a:xfrm>
          <a:prstGeom prst="rect">
            <a:avLst/>
          </a:prstGeom>
        </p:spPr>
      </p:pic>
    </p:spTree>
    <p:extLst>
      <p:ext uri="{BB962C8B-B14F-4D97-AF65-F5344CB8AC3E}">
        <p14:creationId xmlns:p14="http://schemas.microsoft.com/office/powerpoint/2010/main" val="309650710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232321"/>
      </a:lt2>
      <a:accent1>
        <a:srgbClr val="8999CE"/>
      </a:accent1>
      <a:accent2>
        <a:srgbClr val="E2A8A2"/>
      </a:accent2>
      <a:accent3>
        <a:srgbClr val="E4796B"/>
      </a:accent3>
      <a:accent4>
        <a:srgbClr val="FEC357"/>
      </a:accent4>
      <a:accent5>
        <a:srgbClr val="659E67"/>
      </a:accent5>
      <a:accent6>
        <a:srgbClr val="E1E2EA"/>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724</Words>
  <Application>Microsoft Office PowerPoint</Application>
  <PresentationFormat>On-screen Show (16:9)</PresentationFormat>
  <Paragraphs>56</Paragraphs>
  <Slides>13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Fira Sans Extra Condensed</vt:lpstr>
      <vt:lpstr>Arial</vt:lpstr>
      <vt:lpstr>Fira Sans Extra Condensed SemiBold</vt:lpstr>
      <vt:lpstr>Roboto</vt:lpstr>
      <vt:lpstr>Simple Light</vt:lpstr>
      <vt:lpstr>Job Market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Pruthviraj Mariguddi</dc:creator>
  <cp:lastModifiedBy>Pruthviraj Mariguddi</cp:lastModifiedBy>
  <cp:revision>1</cp:revision>
  <dcterms:modified xsi:type="dcterms:W3CDTF">2026-01-05T11:19:14Z</dcterms:modified>
</cp:coreProperties>
</file>